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media/image26.svg" ContentType="image/svg+xml"/>
  <Override PartName="/ppt/media/image29.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74" r:id="rId2"/>
    <p:sldMasterId id="2147483694" r:id="rId3"/>
    <p:sldMasterId id="2147483699" r:id="rId4"/>
    <p:sldMasterId id="2147483713" r:id="rId5"/>
  </p:sldMasterIdLst>
  <p:notesMasterIdLst>
    <p:notesMasterId r:id="rId13"/>
  </p:notesMasterIdLst>
  <p:sldIdLst>
    <p:sldId id="256" r:id="rId12"/>
    <p:sldId id="257" r:id="rId11"/>
    <p:sldId id="258" r:id="rId10"/>
    <p:sldId id="259" r:id="rId9"/>
    <p:sldId id="260" r:id="rId8"/>
    <p:sldId id="261" r:id="rId7"/>
    <p:sldId id="262" r:id="rId6"/>
    <p:sldId id="263" r:id="rId20"/>
    <p:sldId id="264" r:id="rId21"/>
    <p:sldId id="265" r:id="rId22"/>
    <p:sldId id="266" r:id="rId23"/>
    <p:sldId id="267" r:id="rId24"/>
    <p:sldId id="268" r:id="rId25"/>
    <p:sldId id="269" r:id="rId26"/>
    <p:sldId id="270"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375E361-6728-4564-925F-CDEB010D9221}" v="1" dt="2026-08-12T11:52:41.61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4660"/>
  </p:normalViewPr>
  <p:slideViewPr>
    <p:cSldViewPr snapToGrid="0">
      <p:cViewPr varScale="1">
        <p:scale>
          <a:sx n="78" d="100"/>
          <a:sy n="78" d="100"/>
        </p:scale>
        <p:origin x="835"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Master" Target="slideMasters/slideMaster5.xml"/><Relationship Id="rId6" Type="http://schemas.openxmlformats.org/officeDocument/2006/relationships/slide" Target="slides/slide7.xml"/><Relationship Id="rId7" Type="http://schemas.openxmlformats.org/officeDocument/2006/relationships/slide" Target="slides/slide6.xml"/><Relationship Id="rId8" Type="http://schemas.openxmlformats.org/officeDocument/2006/relationships/slide" Target="slides/slide5.xml"/><Relationship Id="rId9" Type="http://schemas.openxmlformats.org/officeDocument/2006/relationships/slide" Target="slides/slide4.xml"/><Relationship Id="rId10" Type="http://schemas.openxmlformats.org/officeDocument/2006/relationships/slide" Target="slides/slide3.xml"/><Relationship Id="rId11" Type="http://schemas.openxmlformats.org/officeDocument/2006/relationships/slide" Target="slides/slide2.xml"/><Relationship Id="rId12" Type="http://schemas.openxmlformats.org/officeDocument/2006/relationships/slide" Target="slides/slide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microsoft.com/office/2016/11/relationships/changesInfo" Target="changesInfos/changesInfo1.xml"/><Relationship Id="rId19" Type="http://schemas.microsoft.com/office/2015/10/relationships/revisionInfo" Target="revisionInfo.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upta, Sumit" userId="1897bf9b-0dd3-4194-b659-65bd26db6033" providerId="ADAL" clId="{5772E9CC-A2D7-4A18-9F3D-98CD1ADE6210}"/>
    <pc:docChg chg="undo custSel addSld delSld modSld modMainMaster">
      <pc:chgData name="Gupta, Sumit" userId="1897bf9b-0dd3-4194-b659-65bd26db6033" providerId="ADAL" clId="{5772E9CC-A2D7-4A18-9F3D-98CD1ADE6210}" dt="2026-08-12T11:52:43.731" v="19" actId="47"/>
      <pc:docMkLst>
        <pc:docMk/>
      </pc:docMkLst>
      <pc:sldChg chg="add">
        <pc:chgData name="Gupta, Sumit" userId="1897bf9b-0dd3-4194-b659-65bd26db6033" providerId="ADAL" clId="{5772E9CC-A2D7-4A18-9F3D-98CD1ADE6210}" dt="2026-08-12T11:52:41.597" v="18"/>
        <pc:sldMkLst>
          <pc:docMk/>
          <pc:sldMk cId="4229161518" sldId="820"/>
        </pc:sldMkLst>
      </pc:sldChg>
      <pc:sldChg chg="del">
        <pc:chgData name="Gupta, Sumit" userId="1897bf9b-0dd3-4194-b659-65bd26db6033" providerId="ADAL" clId="{5772E9CC-A2D7-4A18-9F3D-98CD1ADE6210}" dt="2026-08-12T11:52:43.731" v="19" actId="47"/>
        <pc:sldMkLst>
          <pc:docMk/>
          <pc:sldMk cId="1508494297" sldId="945"/>
        </pc:sldMkLst>
      </pc:sldChg>
      <pc:sldChg chg="add">
        <pc:chgData name="Gupta, Sumit" userId="1897bf9b-0dd3-4194-b659-65bd26db6033" providerId="ADAL" clId="{5772E9CC-A2D7-4A18-9F3D-98CD1ADE6210}" dt="2026-07-24T04:48:05.146" v="0"/>
        <pc:sldMkLst>
          <pc:docMk/>
          <pc:sldMk cId="2959471642" sldId="2857"/>
        </pc:sldMkLst>
      </pc:sldChg>
      <pc:sldChg chg="add">
        <pc:chgData name="Gupta, Sumit" userId="1897bf9b-0dd3-4194-b659-65bd26db6033" providerId="ADAL" clId="{5772E9CC-A2D7-4A18-9F3D-98CD1ADE6210}" dt="2026-07-24T04:48:05.146" v="0"/>
        <pc:sldMkLst>
          <pc:docMk/>
          <pc:sldMk cId="280955698" sldId="2870"/>
        </pc:sldMkLst>
      </pc:sldChg>
      <pc:sldChg chg="add">
        <pc:chgData name="Gupta, Sumit" userId="1897bf9b-0dd3-4194-b659-65bd26db6033" providerId="ADAL" clId="{5772E9CC-A2D7-4A18-9F3D-98CD1ADE6210}" dt="2026-07-24T04:48:05.146" v="0"/>
        <pc:sldMkLst>
          <pc:docMk/>
          <pc:sldMk cId="969716135" sldId="1906872563"/>
        </pc:sldMkLst>
      </pc:sldChg>
      <pc:sldChg chg="delSp modSp add mod">
        <pc:chgData name="Gupta, Sumit" userId="1897bf9b-0dd3-4194-b659-65bd26db6033" providerId="ADAL" clId="{5772E9CC-A2D7-4A18-9F3D-98CD1ADE6210}" dt="2026-07-24T04:48:25.970" v="2" actId="20577"/>
        <pc:sldMkLst>
          <pc:docMk/>
          <pc:sldMk cId="2205980423" sldId="1906872569"/>
        </pc:sldMkLst>
        <pc:spChg chg="mod">
          <ac:chgData name="Gupta, Sumit" userId="1897bf9b-0dd3-4194-b659-65bd26db6033" providerId="ADAL" clId="{5772E9CC-A2D7-4A18-9F3D-98CD1ADE6210}" dt="2026-07-24T04:48:25.970" v="2" actId="20577"/>
          <ac:spMkLst>
            <pc:docMk/>
            <pc:sldMk cId="2205980423" sldId="1906872569"/>
            <ac:spMk id="4" creationId="{00000000-0000-0000-0000-000000000000}"/>
          </ac:spMkLst>
        </pc:spChg>
      </pc:sldChg>
      <pc:sldChg chg="modSp add mod">
        <pc:chgData name="Gupta, Sumit" userId="1897bf9b-0dd3-4194-b659-65bd26db6033" providerId="ADAL" clId="{5772E9CC-A2D7-4A18-9F3D-98CD1ADE6210}" dt="2026-07-24T04:48:43.369" v="7" actId="20577"/>
        <pc:sldMkLst>
          <pc:docMk/>
          <pc:sldMk cId="3845603560" sldId="1906872570"/>
        </pc:sldMkLst>
        <pc:spChg chg="mod">
          <ac:chgData name="Gupta, Sumit" userId="1897bf9b-0dd3-4194-b659-65bd26db6033" providerId="ADAL" clId="{5772E9CC-A2D7-4A18-9F3D-98CD1ADE6210}" dt="2026-07-24T04:48:43.369" v="7" actId="20577"/>
          <ac:spMkLst>
            <pc:docMk/>
            <pc:sldMk cId="3845603560" sldId="1906872570"/>
            <ac:spMk id="4" creationId="{00000000-0000-0000-0000-000000000000}"/>
          </ac:spMkLst>
        </pc:spChg>
      </pc:sldChg>
      <pc:sldMasterChg chg="delSldLayout modSldLayout">
        <pc:chgData name="Gupta, Sumit" userId="1897bf9b-0dd3-4194-b659-65bd26db6033" providerId="ADAL" clId="{5772E9CC-A2D7-4A18-9F3D-98CD1ADE6210}" dt="2026-07-24T04:49:43.724" v="17"/>
        <pc:sldMasterMkLst>
          <pc:docMk/>
          <pc:sldMasterMk cId="3154538439" sldId="2147483660"/>
        </pc:sldMasterMkLst>
        <pc:sldLayoutChg chg="modSp">
          <pc:chgData name="Gupta, Sumit" userId="1897bf9b-0dd3-4194-b659-65bd26db6033" providerId="ADAL" clId="{5772E9CC-A2D7-4A18-9F3D-98CD1ADE6210}" dt="2026-07-24T04:49:43.724" v="17"/>
          <pc:sldLayoutMkLst>
            <pc:docMk/>
            <pc:sldMasterMk cId="3154538439" sldId="2147483660"/>
            <pc:sldLayoutMk cId="2368417819" sldId="2147483662"/>
          </pc:sldLayoutMkLst>
          <pc:spChg chg="mod">
            <ac:chgData name="Gupta, Sumit" userId="1897bf9b-0dd3-4194-b659-65bd26db6033" providerId="ADAL" clId="{5772E9CC-A2D7-4A18-9F3D-98CD1ADE6210}" dt="2026-07-24T04:49:43.724" v="17"/>
            <ac:spMkLst>
              <pc:docMk/>
              <pc:sldMasterMk cId="3154538439" sldId="2147483660"/>
              <pc:sldLayoutMk cId="2368417819" sldId="2147483662"/>
              <ac:spMk id="3" creationId="{1BFF566D-EEFC-0454-54B0-66CBAB8DA700}"/>
            </ac:spMkLst>
          </pc:spChg>
        </pc:sldLayoutChg>
        <pc:sldLayoutChg chg="addSp delSp modSp mod">
          <pc:chgData name="Gupta, Sumit" userId="1897bf9b-0dd3-4194-b659-65bd26db6033" providerId="ADAL" clId="{5772E9CC-A2D7-4A18-9F3D-98CD1ADE6210}" dt="2026-07-24T04:49:43.724" v="17"/>
          <pc:sldLayoutMkLst>
            <pc:docMk/>
            <pc:sldMasterMk cId="3154538439" sldId="2147483660"/>
            <pc:sldLayoutMk cId="726607555" sldId="2147483673"/>
          </pc:sldLayoutMkLst>
          <pc:spChg chg="mod">
            <ac:chgData name="Gupta, Sumit" userId="1897bf9b-0dd3-4194-b659-65bd26db6033" providerId="ADAL" clId="{5772E9CC-A2D7-4A18-9F3D-98CD1ADE6210}" dt="2026-07-24T04:49:43.724" v="17"/>
            <ac:spMkLst>
              <pc:docMk/>
              <pc:sldMasterMk cId="3154538439" sldId="2147483660"/>
              <pc:sldLayoutMk cId="726607555" sldId="2147483673"/>
              <ac:spMk id="2" creationId="{8F090878-FDCB-E32E-7E4D-4A1D113FA508}"/>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0404694-B363-4D2F-9288-55810FEE4433}" type="datetimeFigureOut">
              <a:rPr lang="en-US" smtClean="0"/>
              <a:t>8/12/2026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EF16013-F085-4538-9539-111F70D15278}" type="slidenum">
              <a:rPr lang="en-US" smtClean="0"/>
              <a:t>‹#›</a:t>
            </a:fld>
            <a:endParaRPr lang="en-US"/>
          </a:p>
        </p:txBody>
      </p:sp>
    </p:spTree>
    <p:extLst>
      <p:ext uri="{BB962C8B-B14F-4D97-AF65-F5344CB8AC3E}">
        <p14:creationId xmlns:p14="http://schemas.microsoft.com/office/powerpoint/2010/main" val="25606573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emf"/></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9.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1.jpe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2.png"/><Relationship Id="rId3" Type="http://schemas.openxmlformats.org/officeDocument/2006/relationships/image" Target="../media/image2.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4.png"/><Relationship Id="rId3" Type="http://schemas.openxmlformats.org/officeDocument/2006/relationships/image" Target="../media/image25.emf"/><Relationship Id="rId4" Type="http://schemas.openxmlformats.org/officeDocument/2006/relationships/image" Target="../media/image2.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6.sv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4.png"/><Relationship Id="rId3" Type="http://schemas.openxmlformats.org/officeDocument/2006/relationships/image" Target="../media/image2.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7.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7.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7.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8.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9.sv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gradi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accenture" descr="accenture logo">
            <a:extLst>
              <a:ext uri="{FF2B5EF4-FFF2-40B4-BE49-F238E27FC236}">
                <a16:creationId xmlns:a16="http://schemas.microsoft.com/office/drawing/2014/main" id="{AC43ACC0-AD60-BDF4-2F68-94D9A9F04C65}"/>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7605" y="757711"/>
            <a:ext cx="1243822" cy="353083"/>
          </a:xfrm>
          <a:prstGeom prst="rect">
            <a:avLst/>
          </a:prstGeom>
        </p:spPr>
      </p:pic>
      <p:sp>
        <p:nvSpPr>
          <p:cNvPr id="15" name="Title 1">
            <a:extLst>
              <a:ext uri="{FF2B5EF4-FFF2-40B4-BE49-F238E27FC236}">
                <a16:creationId xmlns:a16="http://schemas.microsoft.com/office/drawing/2014/main" id="{746E4763-F545-C94B-51CE-F4BC514CB5E2}"/>
              </a:ext>
            </a:extLst>
          </p:cNvPr>
          <p:cNvSpPr>
            <a:spLocks noGrp="1"/>
          </p:cNvSpPr>
          <p:nvPr>
            <p:ph type="title"/>
          </p:nvPr>
        </p:nvSpPr>
        <p:spPr>
          <a:xfrm>
            <a:off x="873001" y="3010442"/>
            <a:ext cx="6793920" cy="1329595"/>
          </a:xfrm>
          <a:prstGeom prst="rect">
            <a:avLst/>
          </a:prstGeom>
        </p:spPr>
        <p:txBody>
          <a:bodyPr anchor="b">
            <a:spAutoFit/>
          </a:bodyPr>
          <a:lstStyle>
            <a:lvl1pPr algn="l">
              <a:lnSpc>
                <a:spcPct val="90000"/>
              </a:lnSpc>
              <a:defRPr sz="4800" b="0">
                <a:solidFill>
                  <a:schemeClr val="tx1"/>
                </a:solidFill>
              </a:defRPr>
            </a:lvl1pPr>
          </a:lstStyle>
          <a:p>
            <a:r>
              <a:rPr lang="en-US"/>
              <a:t>Click to edit Master title style</a:t>
            </a:r>
          </a:p>
        </p:txBody>
      </p:sp>
      <p:sp>
        <p:nvSpPr>
          <p:cNvPr id="16" name="Subtitle 2">
            <a:extLst>
              <a:ext uri="{FF2B5EF4-FFF2-40B4-BE49-F238E27FC236}">
                <a16:creationId xmlns:a16="http://schemas.microsoft.com/office/drawing/2014/main" id="{BC002026-094D-D1B0-BDA1-62996F241354}"/>
              </a:ext>
            </a:extLst>
          </p:cNvPr>
          <p:cNvSpPr>
            <a:spLocks noGrp="1"/>
          </p:cNvSpPr>
          <p:nvPr>
            <p:ph type="subTitle" idx="1" hasCustomPrompt="1"/>
          </p:nvPr>
        </p:nvSpPr>
        <p:spPr>
          <a:xfrm>
            <a:off x="890622" y="4464059"/>
            <a:ext cx="6793920" cy="1092846"/>
          </a:xfrm>
          <a:prstGeom prst="rect">
            <a:avLst/>
          </a:prstGeom>
        </p:spPr>
        <p:txBody>
          <a:bodyPr/>
          <a:lstStyle>
            <a:lvl1pPr marL="0" indent="0" algn="l">
              <a:lnSpc>
                <a:spcPct val="90000"/>
              </a:lnSpc>
              <a:spcAft>
                <a:spcPts val="0"/>
              </a:spcAft>
              <a:buNone/>
              <a:defRPr sz="1920" b="0" i="0" spc="0">
                <a:solidFill>
                  <a:schemeClr val="tx1"/>
                </a:solidFill>
                <a:latin typeface="Graphik" panose="020B0503030202060203" pitchFamily="34" charset="77"/>
              </a:defRPr>
            </a:lvl1pPr>
            <a:lvl2pPr marL="365752" indent="0" algn="ctr">
              <a:buNone/>
              <a:defRPr sz="1600"/>
            </a:lvl2pPr>
            <a:lvl3pPr marL="731500" indent="0" algn="ctr">
              <a:buNone/>
              <a:defRPr sz="1440"/>
            </a:lvl3pPr>
            <a:lvl4pPr marL="1097249" indent="0" algn="ctr">
              <a:buNone/>
              <a:defRPr sz="1280"/>
            </a:lvl4pPr>
            <a:lvl5pPr marL="1462999" indent="0" algn="ctr">
              <a:buNone/>
              <a:defRPr sz="1280"/>
            </a:lvl5pPr>
            <a:lvl6pPr marL="1828749" indent="0" algn="ctr">
              <a:buNone/>
              <a:defRPr sz="1280"/>
            </a:lvl6pPr>
            <a:lvl7pPr marL="2194498" indent="0" algn="ctr">
              <a:buNone/>
              <a:defRPr sz="1280"/>
            </a:lvl7pPr>
            <a:lvl8pPr marL="2560249" indent="0" algn="ctr">
              <a:buNone/>
              <a:defRPr sz="1280"/>
            </a:lvl8pPr>
            <a:lvl9pPr marL="2925999" indent="0" algn="ctr">
              <a:buNone/>
              <a:defRPr sz="1280"/>
            </a:lvl9pPr>
          </a:lstStyle>
          <a:p>
            <a:pPr marL="0" lvl="0" indent="0" algn="l" defTabSz="731500" rtl="0" eaLnBrk="1" latinLnBrk="0" hangingPunct="1">
              <a:lnSpc>
                <a:spcPct val="100000"/>
              </a:lnSpc>
              <a:spcBef>
                <a:spcPts val="0"/>
              </a:spcBef>
              <a:spcAft>
                <a:spcPts val="0"/>
              </a:spcAft>
              <a:buFont typeface="Graphik" panose="020B0604020202020204" pitchFamily="34" charset="0"/>
              <a:buNone/>
            </a:pPr>
            <a:r>
              <a:rPr lang="en-GB"/>
              <a:t>Place subtitle here in </a:t>
            </a:r>
            <a:r>
              <a:rPr lang="en-GB" err="1"/>
              <a:t>Graphik</a:t>
            </a:r>
            <a:r>
              <a:rPr lang="en-GB"/>
              <a:t> regular</a:t>
            </a:r>
            <a:endParaRPr lang="en-US"/>
          </a:p>
        </p:txBody>
      </p:sp>
      <p:sp>
        <p:nvSpPr>
          <p:cNvPr id="23" name="Text Placeholder 16">
            <a:extLst>
              <a:ext uri="{FF2B5EF4-FFF2-40B4-BE49-F238E27FC236}">
                <a16:creationId xmlns:a16="http://schemas.microsoft.com/office/drawing/2014/main" id="{36108AED-3E3E-1C9D-6AD6-AB28DC816233}"/>
              </a:ext>
            </a:extLst>
          </p:cNvPr>
          <p:cNvSpPr>
            <a:spLocks noGrp="1"/>
          </p:cNvSpPr>
          <p:nvPr>
            <p:ph type="body" sz="quarter" idx="15" hasCustomPrompt="1"/>
          </p:nvPr>
        </p:nvSpPr>
        <p:spPr>
          <a:xfrm>
            <a:off x="9681528" y="6124064"/>
            <a:ext cx="1832894" cy="196977"/>
          </a:xfrm>
          <a:prstGeom prst="rect">
            <a:avLst/>
          </a:prstGeom>
        </p:spPr>
        <p:txBody>
          <a:bodyPr wrap="square">
            <a:spAutoFit/>
          </a:bodyPr>
          <a:lstStyle>
            <a:lvl1pPr marL="0" indent="0" algn="r" defTabSz="731500" rtl="0" eaLnBrk="1" latinLnBrk="0" hangingPunct="1">
              <a:spcAft>
                <a:spcPts val="0"/>
              </a:spcAft>
              <a:buNone/>
              <a:defRPr lang="en-US" sz="1280" b="0" i="0" kern="1200" dirty="0">
                <a:solidFill>
                  <a:schemeClr val="tx1"/>
                </a:solidFill>
                <a:latin typeface="+mj-lt"/>
                <a:ea typeface="+mn-ea"/>
                <a:cs typeface="+mn-cs"/>
              </a:defRPr>
            </a:lvl1pPr>
            <a:lvl2pPr marL="0" algn="l" defTabSz="731500" rtl="0" eaLnBrk="1" latinLnBrk="0" hangingPunct="1">
              <a:spcAft>
                <a:spcPts val="0"/>
              </a:spcAft>
              <a:defRPr lang="en-US" sz="1120" b="0" kern="1200" dirty="0" smtClean="0">
                <a:solidFill>
                  <a:schemeClr val="tx1"/>
                </a:solidFill>
                <a:latin typeface="+mn-lt"/>
                <a:ea typeface="+mn-ea"/>
                <a:cs typeface="+mn-cs"/>
              </a:defRPr>
            </a:lvl2pPr>
            <a:lvl3pPr marL="0" algn="l" defTabSz="731500" rtl="0" eaLnBrk="1" latinLnBrk="0" hangingPunct="1">
              <a:spcAft>
                <a:spcPts val="0"/>
              </a:spcAft>
              <a:defRPr lang="en-US" sz="1120" b="0" kern="1200" dirty="0" smtClean="0">
                <a:solidFill>
                  <a:schemeClr val="tx1"/>
                </a:solidFill>
                <a:latin typeface="+mn-lt"/>
                <a:ea typeface="+mn-ea"/>
                <a:cs typeface="+mn-cs"/>
              </a:defRPr>
            </a:lvl3pPr>
            <a:lvl4pPr marL="0" algn="l" defTabSz="731500" rtl="0" eaLnBrk="1" latinLnBrk="0" hangingPunct="1">
              <a:spcAft>
                <a:spcPts val="0"/>
              </a:spcAft>
              <a:defRPr lang="en-US" sz="1120" b="0" kern="1200" dirty="0" smtClean="0">
                <a:solidFill>
                  <a:schemeClr val="tx1"/>
                </a:solidFill>
                <a:latin typeface="+mn-lt"/>
                <a:ea typeface="+mn-ea"/>
                <a:cs typeface="+mn-cs"/>
              </a:defRPr>
            </a:lvl4pPr>
            <a:lvl5pPr marL="0" algn="l" defTabSz="731500" rtl="0" eaLnBrk="1" latinLnBrk="0" hangingPunct="1">
              <a:spcAft>
                <a:spcPts val="0"/>
              </a:spcAft>
              <a:defRPr lang="en-US" sz="1120" b="0" kern="1200" dirty="0" smtClean="0">
                <a:solidFill>
                  <a:schemeClr val="tx1"/>
                </a:solidFill>
                <a:latin typeface="+mn-lt"/>
                <a:ea typeface="+mn-ea"/>
                <a:cs typeface="+mn-cs"/>
              </a:defRPr>
            </a:lvl5pPr>
          </a:lstStyle>
          <a:p>
            <a:pPr lvl="0"/>
            <a:r>
              <a:rPr lang="en-US"/>
              <a:t>MM.DD.YYYY</a:t>
            </a:r>
          </a:p>
        </p:txBody>
      </p:sp>
    </p:spTree>
    <p:extLst>
      <p:ext uri="{BB962C8B-B14F-4D97-AF65-F5344CB8AC3E}">
        <p14:creationId xmlns:p14="http://schemas.microsoft.com/office/powerpoint/2010/main" val="398002065"/>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884">
          <p15:clr>
            <a:srgbClr val="C35EA4"/>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text + spli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CADDCEF-8841-4D73-EAEB-25E159BD364A}"/>
              </a:ext>
            </a:extLst>
          </p:cNvPr>
          <p:cNvSpPr/>
          <p:nvPr userDrawn="1"/>
        </p:nvSpPr>
        <p:spPr>
          <a:xfrm>
            <a:off x="7839457" y="3"/>
            <a:ext cx="4352544" cy="68580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tIns="97529" bIns="97529" rtlCol="0" anchor="ctr"/>
          <a:lstStyle/>
          <a:p>
            <a:pPr algn="ctr"/>
            <a:endParaRPr lang="en-US" sz="1919" err="1"/>
          </a:p>
        </p:txBody>
      </p:sp>
      <p:sp>
        <p:nvSpPr>
          <p:cNvPr id="6" name="Title 2">
            <a:extLst>
              <a:ext uri="{FF2B5EF4-FFF2-40B4-BE49-F238E27FC236}">
                <a16:creationId xmlns:a16="http://schemas.microsoft.com/office/drawing/2014/main" id="{9596D82E-71B7-FF51-B8E9-B259B21B69EB}"/>
              </a:ext>
            </a:extLst>
          </p:cNvPr>
          <p:cNvSpPr>
            <a:spLocks noGrp="1"/>
          </p:cNvSpPr>
          <p:nvPr>
            <p:ph type="title"/>
          </p:nvPr>
        </p:nvSpPr>
        <p:spPr>
          <a:xfrm>
            <a:off x="537455" y="572600"/>
            <a:ext cx="6757704" cy="433324"/>
          </a:xfrm>
        </p:spPr>
        <p:txBody>
          <a:bodyPr/>
          <a:lstStyle>
            <a:lvl1pPr>
              <a:defRPr sz="3520"/>
            </a:lvl1pPr>
          </a:lstStyle>
          <a:p>
            <a:r>
              <a:rPr lang="en-US"/>
              <a:t>Click to edit Master title style</a:t>
            </a:r>
          </a:p>
        </p:txBody>
      </p:sp>
      <p:sp>
        <p:nvSpPr>
          <p:cNvPr id="15" name="Text Placeholder 47">
            <a:extLst>
              <a:ext uri="{FF2B5EF4-FFF2-40B4-BE49-F238E27FC236}">
                <a16:creationId xmlns:a16="http://schemas.microsoft.com/office/drawing/2014/main" id="{3269863B-5234-38BF-0D34-E538ACE4EA2B}"/>
              </a:ext>
            </a:extLst>
          </p:cNvPr>
          <p:cNvSpPr>
            <a:spLocks noGrp="1"/>
          </p:cNvSpPr>
          <p:nvPr>
            <p:ph type="body" sz="quarter" idx="28" hasCustomPrompt="1"/>
          </p:nvPr>
        </p:nvSpPr>
        <p:spPr>
          <a:xfrm>
            <a:off x="556469" y="2209172"/>
            <a:ext cx="6757703" cy="734934"/>
          </a:xfrm>
          <a:prstGeom prst="rect">
            <a:avLst/>
          </a:prstGeom>
        </p:spPr>
        <p:txBody>
          <a:bodyPr/>
          <a:lstStyle>
            <a:lvl1pPr>
              <a:defRPr lang="en-US" sz="1440" b="0" kern="1200" dirty="0" smtClean="0">
                <a:solidFill>
                  <a:schemeClr val="tx1"/>
                </a:solidFill>
                <a:latin typeface="+mn-lt"/>
                <a:ea typeface="+mn-ea"/>
                <a:cs typeface="+mn-cs"/>
              </a:defRPr>
            </a:lvl1pPr>
            <a:lvl2pPr>
              <a:defRPr lang="en-US" sz="112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 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endParaRPr lang="en-AR"/>
          </a:p>
        </p:txBody>
      </p:sp>
      <p:sp>
        <p:nvSpPr>
          <p:cNvPr id="16" name="Text Placeholder 3a">
            <a:extLst>
              <a:ext uri="{FF2B5EF4-FFF2-40B4-BE49-F238E27FC236}">
                <a16:creationId xmlns:a16="http://schemas.microsoft.com/office/drawing/2014/main" id="{FAAE1576-C1B9-0E2B-83B0-F7C54B8589E8}"/>
              </a:ext>
            </a:extLst>
          </p:cNvPr>
          <p:cNvSpPr>
            <a:spLocks noGrp="1"/>
          </p:cNvSpPr>
          <p:nvPr>
            <p:ph type="body" idx="29" hasCustomPrompt="1"/>
          </p:nvPr>
        </p:nvSpPr>
        <p:spPr>
          <a:xfrm>
            <a:off x="556469" y="1403018"/>
            <a:ext cx="6757703" cy="465875"/>
          </a:xfrm>
          <a:prstGeom prst="rect">
            <a:avLst/>
          </a:prstGeom>
        </p:spPr>
        <p:txBody>
          <a:bodyPr anchor="t"/>
          <a:lstStyle>
            <a:lvl1pPr marL="0" indent="0">
              <a:lnSpc>
                <a:spcPct val="90000"/>
              </a:lnSpc>
              <a:spcAft>
                <a:spcPts val="0"/>
              </a:spcAft>
              <a:buNone/>
              <a:defRPr sz="1920" b="0" i="0">
                <a:solidFill>
                  <a:schemeClr val="bg2"/>
                </a:solidFill>
                <a:latin typeface="+mn-lt"/>
              </a:defRPr>
            </a:lvl1pPr>
            <a:lvl2pPr marL="365752" indent="0">
              <a:buNone/>
              <a:defRPr sz="1600" b="1"/>
            </a:lvl2pPr>
            <a:lvl3pPr marL="731500" indent="0">
              <a:buNone/>
              <a:defRPr sz="1440" b="1"/>
            </a:lvl3pPr>
            <a:lvl4pPr marL="1097249" indent="0">
              <a:buNone/>
              <a:defRPr sz="1280" b="1"/>
            </a:lvl4pPr>
            <a:lvl5pPr marL="1462999" indent="0">
              <a:buNone/>
              <a:defRPr sz="1280" b="1"/>
            </a:lvl5pPr>
            <a:lvl6pPr marL="1828749" indent="0">
              <a:buNone/>
              <a:defRPr sz="1280" b="1"/>
            </a:lvl6pPr>
            <a:lvl7pPr marL="2194498" indent="0">
              <a:buNone/>
              <a:defRPr sz="1280" b="1"/>
            </a:lvl7pPr>
            <a:lvl8pPr marL="2560249" indent="0">
              <a:buNone/>
              <a:defRPr sz="1280" b="1"/>
            </a:lvl8pPr>
            <a:lvl9pPr marL="2925999" indent="0">
              <a:buNone/>
              <a:defRPr sz="1280" b="1"/>
            </a:lvl9pPr>
          </a:lstStyle>
          <a:p>
            <a:pPr lvl="0"/>
            <a:r>
              <a:rPr lang="en-US"/>
              <a:t>Text here</a:t>
            </a:r>
          </a:p>
        </p:txBody>
      </p:sp>
      <p:sp>
        <p:nvSpPr>
          <p:cNvPr id="3" name="copyright">
            <a:extLst>
              <a:ext uri="{FF2B5EF4-FFF2-40B4-BE49-F238E27FC236}">
                <a16:creationId xmlns:a16="http://schemas.microsoft.com/office/drawing/2014/main" id="{1BFF566D-EEFC-0454-54B0-66CBAB8DA700}"/>
              </a:ext>
            </a:extLst>
          </p:cNvPr>
          <p:cNvSpPr txBox="1"/>
          <p:nvPr userDrawn="1"/>
        </p:nvSpPr>
        <p:spPr>
          <a:xfrm>
            <a:off x="9495177" y="6442170"/>
            <a:ext cx="1934825" cy="98489"/>
          </a:xfrm>
          <a:prstGeom prst="rect">
            <a:avLst/>
          </a:prstGeom>
          <a:noFill/>
        </p:spPr>
        <p:txBody>
          <a:bodyPr wrap="none" lIns="0" tIns="0" rIns="0" bIns="0" rtlCol="0" anchor="ctr">
            <a:spAutoFit/>
          </a:bodyPr>
          <a:lstStyle/>
          <a:p>
            <a:pPr marL="0" marR="0" lvl="0" indent="0" algn="r" defTabSz="182874" rtl="0" eaLnBrk="1" fontAlgn="auto" latinLnBrk="0" hangingPunct="1">
              <a:lnSpc>
                <a:spcPct val="100000"/>
              </a:lnSpc>
              <a:spcBef>
                <a:spcPts val="0"/>
              </a:spcBef>
              <a:spcAft>
                <a:spcPts val="960"/>
              </a:spcAft>
              <a:buClrTx/>
              <a:buSzTx/>
              <a:buFontTx/>
              <a:buNone/>
              <a:tabLst/>
              <a:defRPr/>
            </a:pPr>
            <a:r>
              <a:rPr lang="en-US" sz="640" dirty="0">
                <a:solidFill>
                  <a:schemeClr val="bg1">
                    <a:lumMod val="85000"/>
                    <a:alpha val="75000"/>
                  </a:schemeClr>
                </a:solidFill>
                <a:latin typeface="Graphik" panose="020B0503030202060203" pitchFamily="34" charset="77"/>
              </a:rPr>
              <a:t>Copyright © 2026 Accenture. All rights reserved.</a:t>
            </a:r>
            <a:endParaRPr lang="en-US" sz="1081" noProof="0" dirty="0">
              <a:solidFill>
                <a:schemeClr val="bg1">
                  <a:lumMod val="85000"/>
                  <a:alpha val="75000"/>
                </a:schemeClr>
              </a:solidFill>
              <a:latin typeface="Graphik" panose="020B0503030202060203" pitchFamily="34" charset="77"/>
            </a:endParaRPr>
          </a:p>
        </p:txBody>
      </p:sp>
      <p:sp>
        <p:nvSpPr>
          <p:cNvPr id="7" name="slide number automatic">
            <a:extLst>
              <a:ext uri="{FF2B5EF4-FFF2-40B4-BE49-F238E27FC236}">
                <a16:creationId xmlns:a16="http://schemas.microsoft.com/office/drawing/2014/main" id="{B0F19C31-6554-B271-0340-EE09C970123A}"/>
              </a:ext>
            </a:extLst>
          </p:cNvPr>
          <p:cNvSpPr txBox="1"/>
          <p:nvPr userDrawn="1"/>
        </p:nvSpPr>
        <p:spPr>
          <a:xfrm>
            <a:off x="11714824" y="6442170"/>
            <a:ext cx="96180" cy="98489"/>
          </a:xfrm>
          <a:prstGeom prst="rect">
            <a:avLst/>
          </a:prstGeom>
          <a:noFill/>
        </p:spPr>
        <p:txBody>
          <a:bodyPr wrap="none" lIns="0" tIns="0" rIns="0" bIns="0" rtlCol="0" anchor="ctr">
            <a:spAutoFit/>
          </a:bodyPr>
          <a:lstStyle/>
          <a:p>
            <a:pPr marL="0" marR="0" lvl="0" indent="0" algn="r" defTabSz="182874" rtl="0" eaLnBrk="1" fontAlgn="auto" latinLnBrk="0" hangingPunct="1">
              <a:lnSpc>
                <a:spcPct val="100000"/>
              </a:lnSpc>
              <a:spcBef>
                <a:spcPts val="0"/>
              </a:spcBef>
              <a:spcAft>
                <a:spcPts val="960"/>
              </a:spcAft>
              <a:buClrTx/>
              <a:buSzTx/>
              <a:buFontTx/>
              <a:buNone/>
              <a:tabLst/>
              <a:defRPr/>
            </a:pPr>
            <a:fld id="{8A1971D9-5B62-3C46-9EC9-FDAAB88557B2}" type="slidenum">
              <a:rPr lang="en-GB" sz="640" smtClean="0">
                <a:solidFill>
                  <a:schemeClr val="bg1">
                    <a:lumMod val="85000"/>
                    <a:alpha val="75000"/>
                  </a:schemeClr>
                </a:solidFill>
                <a:latin typeface="+mj-lt"/>
              </a:rPr>
              <a:pPr marL="0" marR="0" lvl="0" indent="0" algn="r" defTabSz="182874" rtl="0" eaLnBrk="1" fontAlgn="auto" latinLnBrk="0" hangingPunct="1">
                <a:lnSpc>
                  <a:spcPct val="100000"/>
                </a:lnSpc>
                <a:spcBef>
                  <a:spcPts val="0"/>
                </a:spcBef>
                <a:spcAft>
                  <a:spcPts val="960"/>
                </a:spcAft>
                <a:buClrTx/>
                <a:buSzTx/>
                <a:buFontTx/>
                <a:buNone/>
                <a:tabLst/>
                <a:defRPr/>
              </a:pPr>
              <a:t>‹#›</a:t>
            </a:fld>
            <a:endParaRPr lang="en-US" sz="1081" noProof="0">
              <a:solidFill>
                <a:schemeClr val="bg1">
                  <a:lumMod val="85000"/>
                  <a:alpha val="75000"/>
                </a:schemeClr>
              </a:solidFill>
              <a:latin typeface="+mj-lt"/>
            </a:endParaRPr>
          </a:p>
        </p:txBody>
      </p:sp>
    </p:spTree>
    <p:extLst>
      <p:ext uri="{BB962C8B-B14F-4D97-AF65-F5344CB8AC3E}">
        <p14:creationId xmlns:p14="http://schemas.microsoft.com/office/powerpoint/2010/main" val="2368417819"/>
      </p:ext>
    </p:extLst>
  </p:cSld>
  <p:clrMapOvr>
    <a:masterClrMapping/>
  </p:clrMapOvr>
  <p:extLst>
    <p:ext uri="{DCECCB84-F9BA-43D5-87BE-67443E8EF086}">
      <p15:sldGuideLst xmlns:p15="http://schemas.microsoft.com/office/powerpoint/2012/main">
        <p15:guide id="1" orient="horz" pos="3778">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1_Complex 1 - Light mode">
    <p:bg>
      <p:bgPr>
        <a:solidFill>
          <a:schemeClr val="tx1"/>
        </a:solidFill>
        <a:effectLst/>
      </p:bgPr>
    </p:bg>
    <p:spTree>
      <p:nvGrpSpPr>
        <p:cNvPr id="1" name=""/>
        <p:cNvGrpSpPr/>
        <p:nvPr/>
      </p:nvGrpSpPr>
      <p:grpSpPr>
        <a:xfrm>
          <a:off x="0" y="0"/>
          <a:ext cx="0" cy="0"/>
          <a:chOff x="0" y="0"/>
          <a:chExt cx="0" cy="0"/>
        </a:xfrm>
      </p:grpSpPr>
      <p:sp>
        <p:nvSpPr>
          <p:cNvPr id="35" name="Picture Placeholder 34">
            <a:extLst>
              <a:ext uri="{FF2B5EF4-FFF2-40B4-BE49-F238E27FC236}">
                <a16:creationId xmlns:a16="http://schemas.microsoft.com/office/drawing/2014/main" id="{F2C17B76-F778-2627-DEC1-20CC13A6DBF4}"/>
              </a:ext>
            </a:extLst>
          </p:cNvPr>
          <p:cNvSpPr>
            <a:spLocks noGrp="1"/>
          </p:cNvSpPr>
          <p:nvPr>
            <p:ph type="pic" sz="quarter" idx="10"/>
          </p:nvPr>
        </p:nvSpPr>
        <p:spPr>
          <a:xfrm>
            <a:off x="-11108" y="13879"/>
            <a:ext cx="12203108" cy="6857999"/>
          </a:xfrm>
          <a:solidFill>
            <a:schemeClr val="tx1">
              <a:lumMod val="95000"/>
            </a:schemeClr>
          </a:solidFill>
        </p:spPr>
        <p:txBody>
          <a:bodyPr/>
          <a:lstStyle/>
          <a:p>
            <a:endParaRPr lang="en-US"/>
          </a:p>
        </p:txBody>
      </p:sp>
      <p:sp>
        <p:nvSpPr>
          <p:cNvPr id="8" name="Title 1">
            <a:extLst>
              <a:ext uri="{FF2B5EF4-FFF2-40B4-BE49-F238E27FC236}">
                <a16:creationId xmlns:a16="http://schemas.microsoft.com/office/drawing/2014/main" id="{131B3895-321B-8CAC-83C2-50F886A2CDA3}"/>
              </a:ext>
            </a:extLst>
          </p:cNvPr>
          <p:cNvSpPr>
            <a:spLocks noGrp="1"/>
          </p:cNvSpPr>
          <p:nvPr>
            <p:ph type="title" hasCustomPrompt="1"/>
          </p:nvPr>
        </p:nvSpPr>
        <p:spPr>
          <a:xfrm>
            <a:off x="595652" y="2335980"/>
            <a:ext cx="4850670" cy="2393347"/>
          </a:xfrm>
          <a:prstGeom prst="rect">
            <a:avLst/>
          </a:prstGeom>
        </p:spPr>
        <p:txBody>
          <a:bodyPr anchor="b"/>
          <a:lstStyle>
            <a:lvl1pPr algn="l">
              <a:lnSpc>
                <a:spcPct val="90000"/>
              </a:lnSpc>
              <a:defRPr sz="5760" spc="-80" baseline="0">
                <a:solidFill>
                  <a:schemeClr val="bg1"/>
                </a:solidFill>
              </a:defRPr>
            </a:lvl1pPr>
          </a:lstStyle>
          <a:p>
            <a:r>
              <a:rPr lang="en-US"/>
              <a:t>Moment/ Topic </a:t>
            </a:r>
            <a:br>
              <a:rPr lang="en-US"/>
            </a:br>
            <a:r>
              <a:rPr lang="en-US"/>
              <a:t>goes here </a:t>
            </a:r>
          </a:p>
        </p:txBody>
      </p:sp>
      <p:sp>
        <p:nvSpPr>
          <p:cNvPr id="9" name="Subtitle 2">
            <a:extLst>
              <a:ext uri="{FF2B5EF4-FFF2-40B4-BE49-F238E27FC236}">
                <a16:creationId xmlns:a16="http://schemas.microsoft.com/office/drawing/2014/main" id="{79424AF0-EE9F-A1A8-B5A5-CF437B9F5DBA}"/>
              </a:ext>
            </a:extLst>
          </p:cNvPr>
          <p:cNvSpPr>
            <a:spLocks noGrp="1"/>
          </p:cNvSpPr>
          <p:nvPr>
            <p:ph type="subTitle" idx="1" hasCustomPrompt="1"/>
          </p:nvPr>
        </p:nvSpPr>
        <p:spPr>
          <a:xfrm>
            <a:off x="595656" y="4880705"/>
            <a:ext cx="4850672" cy="1366998"/>
          </a:xfrm>
          <a:prstGeom prst="rect">
            <a:avLst/>
          </a:prstGeom>
        </p:spPr>
        <p:txBody>
          <a:bodyPr anchor="t"/>
          <a:lstStyle>
            <a:lvl1pPr marL="0" indent="0" algn="l">
              <a:lnSpc>
                <a:spcPct val="90000"/>
              </a:lnSpc>
              <a:spcAft>
                <a:spcPts val="0"/>
              </a:spcAft>
              <a:buNone/>
              <a:defRPr sz="2240" b="0" i="0" spc="0">
                <a:solidFill>
                  <a:schemeClr val="bg1"/>
                </a:solidFill>
                <a:latin typeface="Graphik" panose="020B0503030202060203" pitchFamily="34" charset="77"/>
              </a:defRPr>
            </a:lvl1pPr>
            <a:lvl2pPr marL="365752" indent="0" algn="ctr">
              <a:buNone/>
              <a:defRPr sz="1600"/>
            </a:lvl2pPr>
            <a:lvl3pPr marL="731500" indent="0" algn="ctr">
              <a:buNone/>
              <a:defRPr sz="1440"/>
            </a:lvl3pPr>
            <a:lvl4pPr marL="1097249" indent="0" algn="ctr">
              <a:buNone/>
              <a:defRPr sz="1280"/>
            </a:lvl4pPr>
            <a:lvl5pPr marL="1462999" indent="0" algn="ctr">
              <a:buNone/>
              <a:defRPr sz="1280"/>
            </a:lvl5pPr>
            <a:lvl6pPr marL="1828749" indent="0" algn="ctr">
              <a:buNone/>
              <a:defRPr sz="1280"/>
            </a:lvl6pPr>
            <a:lvl7pPr marL="2194498" indent="0" algn="ctr">
              <a:buNone/>
              <a:defRPr sz="1280"/>
            </a:lvl7pPr>
            <a:lvl8pPr marL="2560249" indent="0" algn="ctr">
              <a:buNone/>
              <a:defRPr sz="1280"/>
            </a:lvl8pPr>
            <a:lvl9pPr marL="2925999" indent="0" algn="ctr">
              <a:buNone/>
              <a:defRPr sz="1280"/>
            </a:lvl9pPr>
          </a:lstStyle>
          <a:p>
            <a:pPr marL="0" lvl="0" indent="0" algn="l" defTabSz="731500" rtl="0" eaLnBrk="1" latinLnBrk="0" hangingPunct="1">
              <a:lnSpc>
                <a:spcPct val="100000"/>
              </a:lnSpc>
              <a:spcBef>
                <a:spcPts val="0"/>
              </a:spcBef>
              <a:spcAft>
                <a:spcPts val="0"/>
              </a:spcAft>
              <a:buFont typeface="Graphik" panose="020B0604020202020204" pitchFamily="34" charset="0"/>
              <a:buNone/>
            </a:pPr>
            <a:r>
              <a:rPr lang="en-GB"/>
              <a:t>Reinvention message goes here</a:t>
            </a:r>
            <a:endParaRPr lang="en-US"/>
          </a:p>
        </p:txBody>
      </p:sp>
    </p:spTree>
    <p:extLst>
      <p:ext uri="{BB962C8B-B14F-4D97-AF65-F5344CB8AC3E}">
        <p14:creationId xmlns:p14="http://schemas.microsoft.com/office/powerpoint/2010/main" val="2205173146"/>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884">
          <p15:clr>
            <a:srgbClr val="C35EA4"/>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3_Complex 1 - Light mode Simple">
    <p:bg>
      <p:bgPr>
        <a:solidFill>
          <a:schemeClr val="tx1"/>
        </a:solidFill>
        <a:effectLst/>
      </p:bgPr>
    </p:bg>
    <p:spTree>
      <p:nvGrpSpPr>
        <p:cNvPr id="1" name=""/>
        <p:cNvGrpSpPr/>
        <p:nvPr/>
      </p:nvGrpSpPr>
      <p:grpSpPr>
        <a:xfrm>
          <a:off x="0" y="0"/>
          <a:ext cx="0" cy="0"/>
          <a:chOff x="0" y="0"/>
          <a:chExt cx="0" cy="0"/>
        </a:xfrm>
      </p:grpSpPr>
      <p:sp>
        <p:nvSpPr>
          <p:cNvPr id="35" name="Picture Placeholder 34">
            <a:extLst>
              <a:ext uri="{FF2B5EF4-FFF2-40B4-BE49-F238E27FC236}">
                <a16:creationId xmlns:a16="http://schemas.microsoft.com/office/drawing/2014/main" id="{F2C17B76-F778-2627-DEC1-20CC13A6DBF4}"/>
              </a:ext>
            </a:extLst>
          </p:cNvPr>
          <p:cNvSpPr>
            <a:spLocks noGrp="1"/>
          </p:cNvSpPr>
          <p:nvPr>
            <p:ph type="pic" sz="quarter" idx="10"/>
          </p:nvPr>
        </p:nvSpPr>
        <p:spPr>
          <a:xfrm>
            <a:off x="-11108" y="0"/>
            <a:ext cx="6074968" cy="6871878"/>
          </a:xfrm>
          <a:solidFill>
            <a:schemeClr val="tx1">
              <a:lumMod val="95000"/>
            </a:schemeClr>
          </a:solidFill>
        </p:spPr>
        <p:txBody>
          <a:bodyPr/>
          <a:lstStyle/>
          <a:p>
            <a:endParaRPr lang="en-US"/>
          </a:p>
        </p:txBody>
      </p:sp>
      <p:sp>
        <p:nvSpPr>
          <p:cNvPr id="8" name="Title 1">
            <a:extLst>
              <a:ext uri="{FF2B5EF4-FFF2-40B4-BE49-F238E27FC236}">
                <a16:creationId xmlns:a16="http://schemas.microsoft.com/office/drawing/2014/main" id="{131B3895-321B-8CAC-83C2-50F886A2CDA3}"/>
              </a:ext>
            </a:extLst>
          </p:cNvPr>
          <p:cNvSpPr>
            <a:spLocks noGrp="1"/>
          </p:cNvSpPr>
          <p:nvPr>
            <p:ph type="title" hasCustomPrompt="1"/>
          </p:nvPr>
        </p:nvSpPr>
        <p:spPr>
          <a:xfrm>
            <a:off x="6395567" y="3750135"/>
            <a:ext cx="3872092" cy="1108252"/>
          </a:xfrm>
          <a:prstGeom prst="rect">
            <a:avLst/>
          </a:prstGeom>
        </p:spPr>
        <p:txBody>
          <a:bodyPr anchor="b"/>
          <a:lstStyle>
            <a:lvl1pPr algn="l">
              <a:lnSpc>
                <a:spcPct val="90000"/>
              </a:lnSpc>
              <a:defRPr sz="4001" spc="-80" baseline="0">
                <a:solidFill>
                  <a:schemeClr val="bg1"/>
                </a:solidFill>
              </a:defRPr>
            </a:lvl1pPr>
          </a:lstStyle>
          <a:p>
            <a:r>
              <a:rPr lang="en-US"/>
              <a:t>Moment/ Topic </a:t>
            </a:r>
            <a:br>
              <a:rPr lang="en-US"/>
            </a:br>
            <a:r>
              <a:rPr lang="en-US"/>
              <a:t>goes here </a:t>
            </a:r>
          </a:p>
        </p:txBody>
      </p:sp>
      <p:sp>
        <p:nvSpPr>
          <p:cNvPr id="9" name="Subtitle 2">
            <a:extLst>
              <a:ext uri="{FF2B5EF4-FFF2-40B4-BE49-F238E27FC236}">
                <a16:creationId xmlns:a16="http://schemas.microsoft.com/office/drawing/2014/main" id="{79424AF0-EE9F-A1A8-B5A5-CF437B9F5DBA}"/>
              </a:ext>
            </a:extLst>
          </p:cNvPr>
          <p:cNvSpPr>
            <a:spLocks noGrp="1"/>
          </p:cNvSpPr>
          <p:nvPr>
            <p:ph type="subTitle" idx="1" hasCustomPrompt="1"/>
          </p:nvPr>
        </p:nvSpPr>
        <p:spPr>
          <a:xfrm>
            <a:off x="6395566" y="5092433"/>
            <a:ext cx="3872100" cy="1366998"/>
          </a:xfrm>
          <a:prstGeom prst="rect">
            <a:avLst/>
          </a:prstGeom>
        </p:spPr>
        <p:txBody>
          <a:bodyPr anchor="t"/>
          <a:lstStyle>
            <a:lvl1pPr marL="0" indent="0" algn="l">
              <a:lnSpc>
                <a:spcPct val="90000"/>
              </a:lnSpc>
              <a:spcAft>
                <a:spcPts val="0"/>
              </a:spcAft>
              <a:buNone/>
              <a:defRPr sz="2240" b="0" i="0" spc="0">
                <a:solidFill>
                  <a:schemeClr val="bg1"/>
                </a:solidFill>
                <a:latin typeface="Graphik" panose="020B0503030202060203" pitchFamily="34" charset="77"/>
              </a:defRPr>
            </a:lvl1pPr>
            <a:lvl2pPr marL="365752" indent="0" algn="ctr">
              <a:buNone/>
              <a:defRPr sz="1600"/>
            </a:lvl2pPr>
            <a:lvl3pPr marL="731500" indent="0" algn="ctr">
              <a:buNone/>
              <a:defRPr sz="1440"/>
            </a:lvl3pPr>
            <a:lvl4pPr marL="1097249" indent="0" algn="ctr">
              <a:buNone/>
              <a:defRPr sz="1280"/>
            </a:lvl4pPr>
            <a:lvl5pPr marL="1462999" indent="0" algn="ctr">
              <a:buNone/>
              <a:defRPr sz="1280"/>
            </a:lvl5pPr>
            <a:lvl6pPr marL="1828749" indent="0" algn="ctr">
              <a:buNone/>
              <a:defRPr sz="1280"/>
            </a:lvl6pPr>
            <a:lvl7pPr marL="2194498" indent="0" algn="ctr">
              <a:buNone/>
              <a:defRPr sz="1280"/>
            </a:lvl7pPr>
            <a:lvl8pPr marL="2560249" indent="0" algn="ctr">
              <a:buNone/>
              <a:defRPr sz="1280"/>
            </a:lvl8pPr>
            <a:lvl9pPr marL="2925999" indent="0" algn="ctr">
              <a:buNone/>
              <a:defRPr sz="1280"/>
            </a:lvl9pPr>
          </a:lstStyle>
          <a:p>
            <a:pPr marL="0" lvl="0" indent="0" algn="l" defTabSz="731500" rtl="0" eaLnBrk="1" latinLnBrk="0" hangingPunct="1">
              <a:lnSpc>
                <a:spcPct val="100000"/>
              </a:lnSpc>
              <a:spcBef>
                <a:spcPts val="0"/>
              </a:spcBef>
              <a:spcAft>
                <a:spcPts val="0"/>
              </a:spcAft>
              <a:buFont typeface="Graphik" panose="020B0604020202020204" pitchFamily="34" charset="0"/>
              <a:buNone/>
            </a:pPr>
            <a:r>
              <a:rPr lang="en-GB"/>
              <a:t>Reinvention message goes here</a:t>
            </a:r>
            <a:endParaRPr lang="en-US"/>
          </a:p>
        </p:txBody>
      </p:sp>
      <p:cxnSp>
        <p:nvCxnSpPr>
          <p:cNvPr id="18" name="Straight Connector 17">
            <a:extLst>
              <a:ext uri="{FF2B5EF4-FFF2-40B4-BE49-F238E27FC236}">
                <a16:creationId xmlns:a16="http://schemas.microsoft.com/office/drawing/2014/main" id="{ADAC0B31-54E2-8C2A-B25C-0569D02C30D8}"/>
              </a:ext>
            </a:extLst>
          </p:cNvPr>
          <p:cNvCxnSpPr>
            <a:cxnSpLocks/>
          </p:cNvCxnSpPr>
          <p:nvPr userDrawn="1"/>
        </p:nvCxnSpPr>
        <p:spPr>
          <a:xfrm flipV="1">
            <a:off x="12030688" y="3"/>
            <a:ext cx="0" cy="6865691"/>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CCFC0719-4C3D-0203-D62D-760E4FAE139B}"/>
              </a:ext>
            </a:extLst>
          </p:cNvPr>
          <p:cNvSpPr/>
          <p:nvPr userDrawn="1"/>
        </p:nvSpPr>
        <p:spPr>
          <a:xfrm>
            <a:off x="10493837" y="4"/>
            <a:ext cx="1698166" cy="6871195"/>
          </a:xfrm>
          <a:prstGeom prst="rect">
            <a:avLst/>
          </a:prstGeom>
          <a:solidFill>
            <a:srgbClr val="7500C1"/>
          </a:solidFill>
          <a:ln>
            <a:noFill/>
          </a:ln>
        </p:spPr>
        <p:style>
          <a:lnRef idx="2">
            <a:schemeClr val="accent1">
              <a:shade val="50000"/>
            </a:schemeClr>
          </a:lnRef>
          <a:fillRef idx="1">
            <a:schemeClr val="accent1"/>
          </a:fillRef>
          <a:effectRef idx="0">
            <a:schemeClr val="accent1"/>
          </a:effectRef>
          <a:fontRef idx="minor">
            <a:schemeClr val="lt1"/>
          </a:fontRef>
        </p:style>
        <p:txBody>
          <a:bodyPr tIns="73147" bIns="73147" rtlCol="0" anchor="ctr"/>
          <a:lstStyle/>
          <a:p>
            <a:pPr algn="ctr"/>
            <a:endParaRPr lang="en-CR" sz="1316" err="1"/>
          </a:p>
        </p:txBody>
      </p:sp>
      <p:sp>
        <p:nvSpPr>
          <p:cNvPr id="10" name="Graphic 17">
            <a:extLst>
              <a:ext uri="{FF2B5EF4-FFF2-40B4-BE49-F238E27FC236}">
                <a16:creationId xmlns:a16="http://schemas.microsoft.com/office/drawing/2014/main" id="{E3871E5A-E0C3-B128-FC59-BD11547FEA55}"/>
              </a:ext>
            </a:extLst>
          </p:cNvPr>
          <p:cNvSpPr/>
          <p:nvPr userDrawn="1"/>
        </p:nvSpPr>
        <p:spPr>
          <a:xfrm>
            <a:off x="11005750" y="5422430"/>
            <a:ext cx="544056" cy="641808"/>
          </a:xfrm>
          <a:custGeom>
            <a:avLst/>
            <a:gdLst>
              <a:gd name="connsiteX0" fmla="*/ 0 w 679999"/>
              <a:gd name="connsiteY0" fmla="*/ 746251 h 746250"/>
              <a:gd name="connsiteX1" fmla="*/ 680000 w 679999"/>
              <a:gd name="connsiteY1" fmla="*/ 470551 h 746250"/>
              <a:gd name="connsiteX2" fmla="*/ 680000 w 679999"/>
              <a:gd name="connsiteY2" fmla="*/ 275700 h 746250"/>
              <a:gd name="connsiteX3" fmla="*/ 0 w 679999"/>
              <a:gd name="connsiteY3" fmla="*/ 0 h 746250"/>
              <a:gd name="connsiteX4" fmla="*/ 0 w 679999"/>
              <a:gd name="connsiteY4" fmla="*/ 194852 h 746250"/>
              <a:gd name="connsiteX5" fmla="*/ 439703 w 679999"/>
              <a:gd name="connsiteY5" fmla="*/ 373126 h 746250"/>
              <a:gd name="connsiteX6" fmla="*/ 0 w 679999"/>
              <a:gd name="connsiteY6" fmla="*/ 551399 h 746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9999" h="746250">
                <a:moveTo>
                  <a:pt x="0" y="746251"/>
                </a:moveTo>
                <a:lnTo>
                  <a:pt x="680000" y="470551"/>
                </a:lnTo>
                <a:lnTo>
                  <a:pt x="680000" y="275700"/>
                </a:lnTo>
                <a:lnTo>
                  <a:pt x="0" y="0"/>
                </a:lnTo>
                <a:lnTo>
                  <a:pt x="0" y="194852"/>
                </a:lnTo>
                <a:lnTo>
                  <a:pt x="439703" y="373126"/>
                </a:lnTo>
                <a:lnTo>
                  <a:pt x="0" y="551399"/>
                </a:lnTo>
                <a:close/>
              </a:path>
            </a:pathLst>
          </a:custGeom>
          <a:solidFill>
            <a:schemeClr val="tx1"/>
          </a:solidFill>
          <a:ln w="2062" cap="flat">
            <a:noFill/>
            <a:prstDash val="solid"/>
            <a:miter/>
          </a:ln>
        </p:spPr>
        <p:txBody>
          <a:bodyPr rtlCol="0" anchor="ctr"/>
          <a:lstStyle/>
          <a:p>
            <a:endParaRPr lang="en-CR" sz="1316"/>
          </a:p>
        </p:txBody>
      </p:sp>
    </p:spTree>
    <p:extLst>
      <p:ext uri="{BB962C8B-B14F-4D97-AF65-F5344CB8AC3E}">
        <p14:creationId xmlns:p14="http://schemas.microsoft.com/office/powerpoint/2010/main" val="73530979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884">
          <p15:clr>
            <a:srgbClr val="C35EA4"/>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4_Complex 1 - Light mode Complex">
    <p:bg>
      <p:bgPr>
        <a:solidFill>
          <a:schemeClr val="tx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CFC0719-4C3D-0203-D62D-760E4FAE139B}"/>
              </a:ext>
            </a:extLst>
          </p:cNvPr>
          <p:cNvSpPr/>
          <p:nvPr userDrawn="1"/>
        </p:nvSpPr>
        <p:spPr>
          <a:xfrm>
            <a:off x="9927452" y="2976340"/>
            <a:ext cx="2264549" cy="3894855"/>
          </a:xfrm>
          <a:prstGeom prst="rect">
            <a:avLst/>
          </a:prstGeom>
          <a:solidFill>
            <a:srgbClr val="7500C1"/>
          </a:solidFill>
          <a:ln>
            <a:noFill/>
          </a:ln>
        </p:spPr>
        <p:style>
          <a:lnRef idx="2">
            <a:schemeClr val="accent1">
              <a:shade val="50000"/>
            </a:schemeClr>
          </a:lnRef>
          <a:fillRef idx="1">
            <a:schemeClr val="accent1"/>
          </a:fillRef>
          <a:effectRef idx="0">
            <a:schemeClr val="accent1"/>
          </a:effectRef>
          <a:fontRef idx="minor">
            <a:schemeClr val="lt1"/>
          </a:fontRef>
        </p:style>
        <p:txBody>
          <a:bodyPr tIns="73147" bIns="73147" rtlCol="0" anchor="ctr"/>
          <a:lstStyle/>
          <a:p>
            <a:pPr algn="ctr"/>
            <a:endParaRPr lang="en-CR" sz="1316" err="1"/>
          </a:p>
        </p:txBody>
      </p:sp>
      <p:sp>
        <p:nvSpPr>
          <p:cNvPr id="35" name="Picture Placeholder 34">
            <a:extLst>
              <a:ext uri="{FF2B5EF4-FFF2-40B4-BE49-F238E27FC236}">
                <a16:creationId xmlns:a16="http://schemas.microsoft.com/office/drawing/2014/main" id="{F2C17B76-F778-2627-DEC1-20CC13A6DBF4}"/>
              </a:ext>
            </a:extLst>
          </p:cNvPr>
          <p:cNvSpPr>
            <a:spLocks noGrp="1"/>
          </p:cNvSpPr>
          <p:nvPr>
            <p:ph type="pic" sz="quarter" idx="10"/>
          </p:nvPr>
        </p:nvSpPr>
        <p:spPr>
          <a:xfrm>
            <a:off x="1" y="2976341"/>
            <a:ext cx="6772251" cy="3894854"/>
          </a:xfrm>
          <a:solidFill>
            <a:schemeClr val="tx1">
              <a:lumMod val="95000"/>
            </a:schemeClr>
          </a:solidFill>
        </p:spPr>
        <p:txBody>
          <a:bodyPr/>
          <a:lstStyle/>
          <a:p>
            <a:endParaRPr lang="en-US"/>
          </a:p>
        </p:txBody>
      </p:sp>
      <p:sp>
        <p:nvSpPr>
          <p:cNvPr id="3" name="Picture Placeholder 34">
            <a:extLst>
              <a:ext uri="{FF2B5EF4-FFF2-40B4-BE49-F238E27FC236}">
                <a16:creationId xmlns:a16="http://schemas.microsoft.com/office/drawing/2014/main" id="{5E4FE031-9091-8938-4EDF-260DFEFB13CE}"/>
              </a:ext>
            </a:extLst>
          </p:cNvPr>
          <p:cNvSpPr>
            <a:spLocks noGrp="1"/>
          </p:cNvSpPr>
          <p:nvPr>
            <p:ph type="pic" sz="quarter" idx="11"/>
          </p:nvPr>
        </p:nvSpPr>
        <p:spPr>
          <a:xfrm>
            <a:off x="6772250" y="6121"/>
            <a:ext cx="5419750" cy="2970214"/>
          </a:xfrm>
          <a:solidFill>
            <a:schemeClr val="tx1">
              <a:lumMod val="95000"/>
            </a:schemeClr>
          </a:solidFill>
        </p:spPr>
        <p:txBody>
          <a:bodyPr/>
          <a:lstStyle/>
          <a:p>
            <a:endParaRPr lang="en-US"/>
          </a:p>
        </p:txBody>
      </p:sp>
      <p:sp>
        <p:nvSpPr>
          <p:cNvPr id="8" name="Title 1">
            <a:extLst>
              <a:ext uri="{FF2B5EF4-FFF2-40B4-BE49-F238E27FC236}">
                <a16:creationId xmlns:a16="http://schemas.microsoft.com/office/drawing/2014/main" id="{131B3895-321B-8CAC-83C2-50F886A2CDA3}"/>
              </a:ext>
            </a:extLst>
          </p:cNvPr>
          <p:cNvSpPr>
            <a:spLocks noGrp="1"/>
          </p:cNvSpPr>
          <p:nvPr>
            <p:ph type="title" hasCustomPrompt="1"/>
          </p:nvPr>
        </p:nvSpPr>
        <p:spPr>
          <a:xfrm>
            <a:off x="546982" y="1073592"/>
            <a:ext cx="5521659" cy="1329595"/>
          </a:xfrm>
          <a:prstGeom prst="rect">
            <a:avLst/>
          </a:prstGeom>
        </p:spPr>
        <p:txBody>
          <a:bodyPr anchor="b"/>
          <a:lstStyle>
            <a:lvl1pPr algn="l">
              <a:lnSpc>
                <a:spcPct val="90000"/>
              </a:lnSpc>
              <a:defRPr sz="4800" spc="-80" baseline="0">
                <a:solidFill>
                  <a:schemeClr val="bg1"/>
                </a:solidFill>
              </a:defRPr>
            </a:lvl1pPr>
          </a:lstStyle>
          <a:p>
            <a:r>
              <a:rPr lang="en-US"/>
              <a:t>Moment/ Topic </a:t>
            </a:r>
            <a:br>
              <a:rPr lang="en-US"/>
            </a:br>
            <a:r>
              <a:rPr lang="en-US"/>
              <a:t>goes here </a:t>
            </a:r>
          </a:p>
        </p:txBody>
      </p:sp>
      <p:sp>
        <p:nvSpPr>
          <p:cNvPr id="9" name="Subtitle 2">
            <a:extLst>
              <a:ext uri="{FF2B5EF4-FFF2-40B4-BE49-F238E27FC236}">
                <a16:creationId xmlns:a16="http://schemas.microsoft.com/office/drawing/2014/main" id="{79424AF0-EE9F-A1A8-B5A5-CF437B9F5DBA}"/>
              </a:ext>
            </a:extLst>
          </p:cNvPr>
          <p:cNvSpPr>
            <a:spLocks noGrp="1"/>
          </p:cNvSpPr>
          <p:nvPr>
            <p:ph type="subTitle" idx="1" hasCustomPrompt="1"/>
          </p:nvPr>
        </p:nvSpPr>
        <p:spPr>
          <a:xfrm>
            <a:off x="7211686" y="3954223"/>
            <a:ext cx="2264549" cy="2305712"/>
          </a:xfrm>
          <a:prstGeom prst="rect">
            <a:avLst/>
          </a:prstGeom>
        </p:spPr>
        <p:txBody>
          <a:bodyPr anchor="t"/>
          <a:lstStyle>
            <a:lvl1pPr marL="0" indent="0" algn="l">
              <a:lnSpc>
                <a:spcPct val="90000"/>
              </a:lnSpc>
              <a:spcAft>
                <a:spcPts val="0"/>
              </a:spcAft>
              <a:buNone/>
              <a:defRPr sz="2240" b="0" i="0" spc="0">
                <a:solidFill>
                  <a:schemeClr val="bg1"/>
                </a:solidFill>
                <a:latin typeface="Graphik" panose="020B0503030202060203" pitchFamily="34" charset="77"/>
              </a:defRPr>
            </a:lvl1pPr>
            <a:lvl2pPr marL="365752" indent="0" algn="ctr">
              <a:buNone/>
              <a:defRPr sz="1600"/>
            </a:lvl2pPr>
            <a:lvl3pPr marL="731500" indent="0" algn="ctr">
              <a:buNone/>
              <a:defRPr sz="1440"/>
            </a:lvl3pPr>
            <a:lvl4pPr marL="1097249" indent="0" algn="ctr">
              <a:buNone/>
              <a:defRPr sz="1280"/>
            </a:lvl4pPr>
            <a:lvl5pPr marL="1462999" indent="0" algn="ctr">
              <a:buNone/>
              <a:defRPr sz="1280"/>
            </a:lvl5pPr>
            <a:lvl6pPr marL="1828749" indent="0" algn="ctr">
              <a:buNone/>
              <a:defRPr sz="1280"/>
            </a:lvl6pPr>
            <a:lvl7pPr marL="2194498" indent="0" algn="ctr">
              <a:buNone/>
              <a:defRPr sz="1280"/>
            </a:lvl7pPr>
            <a:lvl8pPr marL="2560249" indent="0" algn="ctr">
              <a:buNone/>
              <a:defRPr sz="1280"/>
            </a:lvl8pPr>
            <a:lvl9pPr marL="2925999" indent="0" algn="ctr">
              <a:buNone/>
              <a:defRPr sz="1280"/>
            </a:lvl9pPr>
          </a:lstStyle>
          <a:p>
            <a:pPr marL="0" lvl="0" indent="0" algn="l" defTabSz="731500" rtl="0" eaLnBrk="1" latinLnBrk="0" hangingPunct="1">
              <a:lnSpc>
                <a:spcPct val="100000"/>
              </a:lnSpc>
              <a:spcBef>
                <a:spcPts val="0"/>
              </a:spcBef>
              <a:spcAft>
                <a:spcPts val="0"/>
              </a:spcAft>
              <a:buFont typeface="Graphik" panose="020B0604020202020204" pitchFamily="34" charset="0"/>
              <a:buNone/>
            </a:pPr>
            <a:r>
              <a:rPr lang="en-GB"/>
              <a:t>Reinvention message goes here</a:t>
            </a:r>
            <a:endParaRPr lang="en-US"/>
          </a:p>
        </p:txBody>
      </p:sp>
      <p:sp>
        <p:nvSpPr>
          <p:cNvPr id="4" name="Graphic 17">
            <a:extLst>
              <a:ext uri="{FF2B5EF4-FFF2-40B4-BE49-F238E27FC236}">
                <a16:creationId xmlns:a16="http://schemas.microsoft.com/office/drawing/2014/main" id="{004BC2F2-E3DC-5CB3-0900-931F6D847B7E}"/>
              </a:ext>
            </a:extLst>
          </p:cNvPr>
          <p:cNvSpPr/>
          <p:nvPr userDrawn="1"/>
        </p:nvSpPr>
        <p:spPr>
          <a:xfrm>
            <a:off x="10787697" y="4602862"/>
            <a:ext cx="544056" cy="641808"/>
          </a:xfrm>
          <a:custGeom>
            <a:avLst/>
            <a:gdLst>
              <a:gd name="connsiteX0" fmla="*/ 0 w 679999"/>
              <a:gd name="connsiteY0" fmla="*/ 746251 h 746250"/>
              <a:gd name="connsiteX1" fmla="*/ 680000 w 679999"/>
              <a:gd name="connsiteY1" fmla="*/ 470551 h 746250"/>
              <a:gd name="connsiteX2" fmla="*/ 680000 w 679999"/>
              <a:gd name="connsiteY2" fmla="*/ 275700 h 746250"/>
              <a:gd name="connsiteX3" fmla="*/ 0 w 679999"/>
              <a:gd name="connsiteY3" fmla="*/ 0 h 746250"/>
              <a:gd name="connsiteX4" fmla="*/ 0 w 679999"/>
              <a:gd name="connsiteY4" fmla="*/ 194852 h 746250"/>
              <a:gd name="connsiteX5" fmla="*/ 439703 w 679999"/>
              <a:gd name="connsiteY5" fmla="*/ 373126 h 746250"/>
              <a:gd name="connsiteX6" fmla="*/ 0 w 679999"/>
              <a:gd name="connsiteY6" fmla="*/ 551399 h 746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9999" h="746250">
                <a:moveTo>
                  <a:pt x="0" y="746251"/>
                </a:moveTo>
                <a:lnTo>
                  <a:pt x="680000" y="470551"/>
                </a:lnTo>
                <a:lnTo>
                  <a:pt x="680000" y="275700"/>
                </a:lnTo>
                <a:lnTo>
                  <a:pt x="0" y="0"/>
                </a:lnTo>
                <a:lnTo>
                  <a:pt x="0" y="194852"/>
                </a:lnTo>
                <a:lnTo>
                  <a:pt x="439703" y="373126"/>
                </a:lnTo>
                <a:lnTo>
                  <a:pt x="0" y="551399"/>
                </a:lnTo>
                <a:close/>
              </a:path>
            </a:pathLst>
          </a:custGeom>
          <a:solidFill>
            <a:schemeClr val="tx1"/>
          </a:solidFill>
          <a:ln w="2062" cap="flat">
            <a:noFill/>
            <a:prstDash val="solid"/>
            <a:miter/>
          </a:ln>
        </p:spPr>
        <p:txBody>
          <a:bodyPr rtlCol="0" anchor="ctr"/>
          <a:lstStyle/>
          <a:p>
            <a:endParaRPr lang="en-CR" sz="1316"/>
          </a:p>
        </p:txBody>
      </p:sp>
    </p:spTree>
    <p:extLst>
      <p:ext uri="{BB962C8B-B14F-4D97-AF65-F5344CB8AC3E}">
        <p14:creationId xmlns:p14="http://schemas.microsoft.com/office/powerpoint/2010/main" val="2099914255"/>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884">
          <p15:clr>
            <a:srgbClr val="C35EA4"/>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5_Complex 1 - Gradient mode Simple">
    <p:bg>
      <p:bgPr>
        <a:solidFill>
          <a:schemeClr val="tx1"/>
        </a:solidFill>
        <a:effectLst/>
      </p:bgPr>
    </p:bg>
    <p:spTree>
      <p:nvGrpSpPr>
        <p:cNvPr id="1" name=""/>
        <p:cNvGrpSpPr/>
        <p:nvPr/>
      </p:nvGrpSpPr>
      <p:grpSpPr>
        <a:xfrm>
          <a:off x="0" y="0"/>
          <a:ext cx="0" cy="0"/>
          <a:chOff x="0" y="0"/>
          <a:chExt cx="0" cy="0"/>
        </a:xfrm>
      </p:grpSpPr>
      <p:sp>
        <p:nvSpPr>
          <p:cNvPr id="35" name="Picture Placeholder 34">
            <a:extLst>
              <a:ext uri="{FF2B5EF4-FFF2-40B4-BE49-F238E27FC236}">
                <a16:creationId xmlns:a16="http://schemas.microsoft.com/office/drawing/2014/main" id="{F2C17B76-F778-2627-DEC1-20CC13A6DBF4}"/>
              </a:ext>
            </a:extLst>
          </p:cNvPr>
          <p:cNvSpPr>
            <a:spLocks noGrp="1"/>
          </p:cNvSpPr>
          <p:nvPr>
            <p:ph type="pic" sz="quarter" idx="10"/>
          </p:nvPr>
        </p:nvSpPr>
        <p:spPr>
          <a:xfrm>
            <a:off x="1" y="-1754"/>
            <a:ext cx="6235504" cy="6858000"/>
          </a:xfrm>
          <a:solidFill>
            <a:schemeClr val="tx1">
              <a:lumMod val="95000"/>
            </a:schemeClr>
          </a:solidFill>
        </p:spPr>
        <p:txBody>
          <a:bodyPr/>
          <a:lstStyle/>
          <a:p>
            <a:endParaRPr lang="en-US"/>
          </a:p>
        </p:txBody>
      </p:sp>
      <p:pic>
        <p:nvPicPr>
          <p:cNvPr id="2" name="Picture 1">
            <a:extLst>
              <a:ext uri="{FF2B5EF4-FFF2-40B4-BE49-F238E27FC236}">
                <a16:creationId xmlns:a16="http://schemas.microsoft.com/office/drawing/2014/main" id="{B8358CE2-3010-CD39-B174-C1F97F920244}"/>
              </a:ext>
            </a:extLst>
          </p:cNvPr>
          <p:cNvPicPr>
            <a:picLocks noChangeAspect="1"/>
          </p:cNvPicPr>
          <p:nvPr userDrawn="1"/>
        </p:nvPicPr>
        <p:blipFill>
          <a:blip r:embed="rId2"/>
          <a:stretch>
            <a:fillRect/>
          </a:stretch>
        </p:blipFill>
        <p:spPr>
          <a:xfrm>
            <a:off x="6235506" y="3"/>
            <a:ext cx="4439498" cy="6858000"/>
          </a:xfrm>
          <a:prstGeom prst="rect">
            <a:avLst/>
          </a:prstGeom>
        </p:spPr>
      </p:pic>
      <p:sp>
        <p:nvSpPr>
          <p:cNvPr id="10" name="Graphic 17">
            <a:extLst>
              <a:ext uri="{FF2B5EF4-FFF2-40B4-BE49-F238E27FC236}">
                <a16:creationId xmlns:a16="http://schemas.microsoft.com/office/drawing/2014/main" id="{E3871E5A-E0C3-B128-FC59-BD11547FEA55}"/>
              </a:ext>
            </a:extLst>
          </p:cNvPr>
          <p:cNvSpPr/>
          <p:nvPr userDrawn="1"/>
        </p:nvSpPr>
        <p:spPr>
          <a:xfrm>
            <a:off x="11156826" y="5684823"/>
            <a:ext cx="544056" cy="641808"/>
          </a:xfrm>
          <a:custGeom>
            <a:avLst/>
            <a:gdLst>
              <a:gd name="connsiteX0" fmla="*/ 0 w 679999"/>
              <a:gd name="connsiteY0" fmla="*/ 746251 h 746250"/>
              <a:gd name="connsiteX1" fmla="*/ 680000 w 679999"/>
              <a:gd name="connsiteY1" fmla="*/ 470551 h 746250"/>
              <a:gd name="connsiteX2" fmla="*/ 680000 w 679999"/>
              <a:gd name="connsiteY2" fmla="*/ 275700 h 746250"/>
              <a:gd name="connsiteX3" fmla="*/ 0 w 679999"/>
              <a:gd name="connsiteY3" fmla="*/ 0 h 746250"/>
              <a:gd name="connsiteX4" fmla="*/ 0 w 679999"/>
              <a:gd name="connsiteY4" fmla="*/ 194852 h 746250"/>
              <a:gd name="connsiteX5" fmla="*/ 439703 w 679999"/>
              <a:gd name="connsiteY5" fmla="*/ 373126 h 746250"/>
              <a:gd name="connsiteX6" fmla="*/ 0 w 679999"/>
              <a:gd name="connsiteY6" fmla="*/ 551399 h 746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9999" h="746250">
                <a:moveTo>
                  <a:pt x="0" y="746251"/>
                </a:moveTo>
                <a:lnTo>
                  <a:pt x="680000" y="470551"/>
                </a:lnTo>
                <a:lnTo>
                  <a:pt x="680000" y="275700"/>
                </a:lnTo>
                <a:lnTo>
                  <a:pt x="0" y="0"/>
                </a:lnTo>
                <a:lnTo>
                  <a:pt x="0" y="194852"/>
                </a:lnTo>
                <a:lnTo>
                  <a:pt x="439703" y="373126"/>
                </a:lnTo>
                <a:lnTo>
                  <a:pt x="0" y="551399"/>
                </a:lnTo>
                <a:close/>
              </a:path>
            </a:pathLst>
          </a:custGeom>
          <a:solidFill>
            <a:schemeClr val="tx2"/>
          </a:solidFill>
          <a:ln w="2062" cap="flat">
            <a:noFill/>
            <a:prstDash val="solid"/>
            <a:miter/>
          </a:ln>
        </p:spPr>
        <p:txBody>
          <a:bodyPr rtlCol="0" anchor="ctr"/>
          <a:lstStyle/>
          <a:p>
            <a:endParaRPr lang="en-CR" sz="1316"/>
          </a:p>
        </p:txBody>
      </p:sp>
      <p:sp>
        <p:nvSpPr>
          <p:cNvPr id="8" name="Title 1">
            <a:extLst>
              <a:ext uri="{FF2B5EF4-FFF2-40B4-BE49-F238E27FC236}">
                <a16:creationId xmlns:a16="http://schemas.microsoft.com/office/drawing/2014/main" id="{131B3895-321B-8CAC-83C2-50F886A2CDA3}"/>
              </a:ext>
            </a:extLst>
          </p:cNvPr>
          <p:cNvSpPr>
            <a:spLocks noGrp="1"/>
          </p:cNvSpPr>
          <p:nvPr>
            <p:ph type="title" hasCustomPrompt="1"/>
          </p:nvPr>
        </p:nvSpPr>
        <p:spPr>
          <a:xfrm>
            <a:off x="6607817" y="3733230"/>
            <a:ext cx="3919968" cy="1108252"/>
          </a:xfrm>
          <a:prstGeom prst="rect">
            <a:avLst/>
          </a:prstGeom>
        </p:spPr>
        <p:txBody>
          <a:bodyPr anchor="b"/>
          <a:lstStyle>
            <a:lvl1pPr algn="l">
              <a:lnSpc>
                <a:spcPct val="90000"/>
              </a:lnSpc>
              <a:defRPr sz="4001" spc="-80" baseline="0">
                <a:solidFill>
                  <a:schemeClr val="tx1"/>
                </a:solidFill>
              </a:defRPr>
            </a:lvl1pPr>
          </a:lstStyle>
          <a:p>
            <a:r>
              <a:rPr lang="en-US"/>
              <a:t>Moment/ Topic </a:t>
            </a:r>
            <a:br>
              <a:rPr lang="en-US"/>
            </a:br>
            <a:r>
              <a:rPr lang="en-US"/>
              <a:t>goes here </a:t>
            </a:r>
          </a:p>
        </p:txBody>
      </p:sp>
      <p:sp>
        <p:nvSpPr>
          <p:cNvPr id="9" name="Subtitle 2">
            <a:extLst>
              <a:ext uri="{FF2B5EF4-FFF2-40B4-BE49-F238E27FC236}">
                <a16:creationId xmlns:a16="http://schemas.microsoft.com/office/drawing/2014/main" id="{79424AF0-EE9F-A1A8-B5A5-CF437B9F5DBA}"/>
              </a:ext>
            </a:extLst>
          </p:cNvPr>
          <p:cNvSpPr>
            <a:spLocks noGrp="1"/>
          </p:cNvSpPr>
          <p:nvPr>
            <p:ph type="subTitle" idx="1" hasCustomPrompt="1"/>
          </p:nvPr>
        </p:nvSpPr>
        <p:spPr>
          <a:xfrm>
            <a:off x="6607817" y="5065162"/>
            <a:ext cx="3919968" cy="1366998"/>
          </a:xfrm>
          <a:prstGeom prst="rect">
            <a:avLst/>
          </a:prstGeom>
        </p:spPr>
        <p:txBody>
          <a:bodyPr anchor="t"/>
          <a:lstStyle>
            <a:lvl1pPr marL="0" indent="0" algn="l">
              <a:lnSpc>
                <a:spcPct val="90000"/>
              </a:lnSpc>
              <a:spcAft>
                <a:spcPts val="0"/>
              </a:spcAft>
              <a:buNone/>
              <a:defRPr sz="2240" b="0" i="0" spc="0">
                <a:solidFill>
                  <a:schemeClr val="tx1"/>
                </a:solidFill>
                <a:latin typeface="Graphik" panose="020B0503030202060203" pitchFamily="34" charset="77"/>
              </a:defRPr>
            </a:lvl1pPr>
            <a:lvl2pPr marL="365752" indent="0" algn="ctr">
              <a:buNone/>
              <a:defRPr sz="1600"/>
            </a:lvl2pPr>
            <a:lvl3pPr marL="731500" indent="0" algn="ctr">
              <a:buNone/>
              <a:defRPr sz="1440"/>
            </a:lvl3pPr>
            <a:lvl4pPr marL="1097249" indent="0" algn="ctr">
              <a:buNone/>
              <a:defRPr sz="1280"/>
            </a:lvl4pPr>
            <a:lvl5pPr marL="1462999" indent="0" algn="ctr">
              <a:buNone/>
              <a:defRPr sz="1280"/>
            </a:lvl5pPr>
            <a:lvl6pPr marL="1828749" indent="0" algn="ctr">
              <a:buNone/>
              <a:defRPr sz="1280"/>
            </a:lvl6pPr>
            <a:lvl7pPr marL="2194498" indent="0" algn="ctr">
              <a:buNone/>
              <a:defRPr sz="1280"/>
            </a:lvl7pPr>
            <a:lvl8pPr marL="2560249" indent="0" algn="ctr">
              <a:buNone/>
              <a:defRPr sz="1280"/>
            </a:lvl8pPr>
            <a:lvl9pPr marL="2925999" indent="0" algn="ctr">
              <a:buNone/>
              <a:defRPr sz="1280"/>
            </a:lvl9pPr>
          </a:lstStyle>
          <a:p>
            <a:pPr marL="0" lvl="0" indent="0" algn="l" defTabSz="731500" rtl="0" eaLnBrk="1" latinLnBrk="0" hangingPunct="1">
              <a:lnSpc>
                <a:spcPct val="100000"/>
              </a:lnSpc>
              <a:spcBef>
                <a:spcPts val="0"/>
              </a:spcBef>
              <a:spcAft>
                <a:spcPts val="0"/>
              </a:spcAft>
              <a:buFont typeface="Graphik" panose="020B0604020202020204" pitchFamily="34" charset="0"/>
              <a:buNone/>
            </a:pPr>
            <a:r>
              <a:rPr lang="en-GB"/>
              <a:t>Reinvention message goes here</a:t>
            </a:r>
            <a:endParaRPr lang="en-US"/>
          </a:p>
        </p:txBody>
      </p:sp>
    </p:spTree>
    <p:extLst>
      <p:ext uri="{BB962C8B-B14F-4D97-AF65-F5344CB8AC3E}">
        <p14:creationId xmlns:p14="http://schemas.microsoft.com/office/powerpoint/2010/main" val="3777508765"/>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884">
          <p15:clr>
            <a:srgbClr val="C35EA4"/>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5_Complex 1 - Gradient mode Complex">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C2A9A34-82D5-6262-D129-D306B6F55F87}"/>
              </a:ext>
            </a:extLst>
          </p:cNvPr>
          <p:cNvPicPr>
            <a:picLocks noChangeAspect="1"/>
          </p:cNvPicPr>
          <p:nvPr userDrawn="1"/>
        </p:nvPicPr>
        <p:blipFill>
          <a:blip r:embed="rId2"/>
          <a:stretch>
            <a:fillRect/>
          </a:stretch>
        </p:blipFill>
        <p:spPr>
          <a:xfrm>
            <a:off x="6640031" y="2976069"/>
            <a:ext cx="3298274" cy="3889624"/>
          </a:xfrm>
          <a:prstGeom prst="rect">
            <a:avLst/>
          </a:prstGeom>
        </p:spPr>
      </p:pic>
      <p:pic>
        <p:nvPicPr>
          <p:cNvPr id="2" name="Picture 1">
            <a:extLst>
              <a:ext uri="{FF2B5EF4-FFF2-40B4-BE49-F238E27FC236}">
                <a16:creationId xmlns:a16="http://schemas.microsoft.com/office/drawing/2014/main" id="{F475C44C-8B0B-A1AE-ABDF-0F7C1DE84439}"/>
              </a:ext>
            </a:extLst>
          </p:cNvPr>
          <p:cNvPicPr>
            <a:picLocks noChangeAspect="1"/>
          </p:cNvPicPr>
          <p:nvPr userDrawn="1"/>
        </p:nvPicPr>
        <p:blipFill>
          <a:blip r:embed="rId3"/>
          <a:stretch>
            <a:fillRect/>
          </a:stretch>
        </p:blipFill>
        <p:spPr>
          <a:xfrm>
            <a:off x="-11543" y="-4090"/>
            <a:ext cx="6782996" cy="2980159"/>
          </a:xfrm>
          <a:prstGeom prst="rect">
            <a:avLst/>
          </a:prstGeom>
        </p:spPr>
      </p:pic>
      <p:sp>
        <p:nvSpPr>
          <p:cNvPr id="35" name="Picture Placeholder 34">
            <a:extLst>
              <a:ext uri="{FF2B5EF4-FFF2-40B4-BE49-F238E27FC236}">
                <a16:creationId xmlns:a16="http://schemas.microsoft.com/office/drawing/2014/main" id="{F2C17B76-F778-2627-DEC1-20CC13A6DBF4}"/>
              </a:ext>
            </a:extLst>
          </p:cNvPr>
          <p:cNvSpPr>
            <a:spLocks noGrp="1"/>
          </p:cNvSpPr>
          <p:nvPr>
            <p:ph type="pic" sz="quarter" idx="10"/>
          </p:nvPr>
        </p:nvSpPr>
        <p:spPr>
          <a:xfrm>
            <a:off x="0" y="2976340"/>
            <a:ext cx="6761155" cy="3889353"/>
          </a:xfrm>
          <a:solidFill>
            <a:schemeClr val="tx1">
              <a:lumMod val="95000"/>
            </a:schemeClr>
          </a:solidFill>
        </p:spPr>
        <p:txBody>
          <a:bodyPr/>
          <a:lstStyle/>
          <a:p>
            <a:endParaRPr lang="en-US"/>
          </a:p>
        </p:txBody>
      </p:sp>
      <p:sp>
        <p:nvSpPr>
          <p:cNvPr id="3" name="Picture Placeholder 34">
            <a:extLst>
              <a:ext uri="{FF2B5EF4-FFF2-40B4-BE49-F238E27FC236}">
                <a16:creationId xmlns:a16="http://schemas.microsoft.com/office/drawing/2014/main" id="{5E4FE031-9091-8938-4EDF-260DFEFB13CE}"/>
              </a:ext>
            </a:extLst>
          </p:cNvPr>
          <p:cNvSpPr>
            <a:spLocks noGrp="1"/>
          </p:cNvSpPr>
          <p:nvPr>
            <p:ph type="pic" sz="quarter" idx="11"/>
          </p:nvPr>
        </p:nvSpPr>
        <p:spPr>
          <a:xfrm>
            <a:off x="6761156" y="-4090"/>
            <a:ext cx="5430845" cy="2980426"/>
          </a:xfrm>
          <a:solidFill>
            <a:schemeClr val="tx1">
              <a:lumMod val="95000"/>
            </a:schemeClr>
          </a:solidFill>
        </p:spPr>
        <p:txBody>
          <a:bodyPr/>
          <a:lstStyle/>
          <a:p>
            <a:endParaRPr lang="en-US"/>
          </a:p>
        </p:txBody>
      </p:sp>
      <p:sp>
        <p:nvSpPr>
          <p:cNvPr id="8" name="Title 1">
            <a:extLst>
              <a:ext uri="{FF2B5EF4-FFF2-40B4-BE49-F238E27FC236}">
                <a16:creationId xmlns:a16="http://schemas.microsoft.com/office/drawing/2014/main" id="{131B3895-321B-8CAC-83C2-50F886A2CDA3}"/>
              </a:ext>
            </a:extLst>
          </p:cNvPr>
          <p:cNvSpPr>
            <a:spLocks noGrp="1"/>
          </p:cNvSpPr>
          <p:nvPr>
            <p:ph type="title" hasCustomPrompt="1"/>
          </p:nvPr>
        </p:nvSpPr>
        <p:spPr>
          <a:xfrm>
            <a:off x="546982" y="1073592"/>
            <a:ext cx="5521659" cy="1329595"/>
          </a:xfrm>
          <a:prstGeom prst="rect">
            <a:avLst/>
          </a:prstGeom>
        </p:spPr>
        <p:txBody>
          <a:bodyPr anchor="b"/>
          <a:lstStyle>
            <a:lvl1pPr algn="l">
              <a:lnSpc>
                <a:spcPct val="90000"/>
              </a:lnSpc>
              <a:defRPr sz="4800" spc="-80" baseline="0">
                <a:solidFill>
                  <a:schemeClr val="tx1"/>
                </a:solidFill>
              </a:defRPr>
            </a:lvl1pPr>
          </a:lstStyle>
          <a:p>
            <a:r>
              <a:rPr lang="en-US"/>
              <a:t>Moment/ Topic </a:t>
            </a:r>
            <a:br>
              <a:rPr lang="en-US"/>
            </a:br>
            <a:r>
              <a:rPr lang="en-US"/>
              <a:t>goes here </a:t>
            </a:r>
          </a:p>
        </p:txBody>
      </p:sp>
      <p:sp>
        <p:nvSpPr>
          <p:cNvPr id="9" name="Subtitle 2">
            <a:extLst>
              <a:ext uri="{FF2B5EF4-FFF2-40B4-BE49-F238E27FC236}">
                <a16:creationId xmlns:a16="http://schemas.microsoft.com/office/drawing/2014/main" id="{79424AF0-EE9F-A1A8-B5A5-CF437B9F5DBA}"/>
              </a:ext>
            </a:extLst>
          </p:cNvPr>
          <p:cNvSpPr>
            <a:spLocks noGrp="1"/>
          </p:cNvSpPr>
          <p:nvPr>
            <p:ph type="subTitle" idx="1" hasCustomPrompt="1"/>
          </p:nvPr>
        </p:nvSpPr>
        <p:spPr>
          <a:xfrm>
            <a:off x="7201931" y="3954223"/>
            <a:ext cx="2264549" cy="2173028"/>
          </a:xfrm>
          <a:prstGeom prst="rect">
            <a:avLst/>
          </a:prstGeom>
        </p:spPr>
        <p:txBody>
          <a:bodyPr anchor="t"/>
          <a:lstStyle>
            <a:lvl1pPr marL="0" indent="0" algn="l">
              <a:lnSpc>
                <a:spcPct val="90000"/>
              </a:lnSpc>
              <a:spcAft>
                <a:spcPts val="0"/>
              </a:spcAft>
              <a:buNone/>
              <a:defRPr sz="2240" b="0" i="0" spc="0">
                <a:solidFill>
                  <a:schemeClr val="tx1"/>
                </a:solidFill>
                <a:latin typeface="Graphik" panose="020B0503030202060203" pitchFamily="34" charset="77"/>
              </a:defRPr>
            </a:lvl1pPr>
            <a:lvl2pPr marL="365752" indent="0" algn="ctr">
              <a:buNone/>
              <a:defRPr sz="1600"/>
            </a:lvl2pPr>
            <a:lvl3pPr marL="731500" indent="0" algn="ctr">
              <a:buNone/>
              <a:defRPr sz="1440"/>
            </a:lvl3pPr>
            <a:lvl4pPr marL="1097249" indent="0" algn="ctr">
              <a:buNone/>
              <a:defRPr sz="1280"/>
            </a:lvl4pPr>
            <a:lvl5pPr marL="1462999" indent="0" algn="ctr">
              <a:buNone/>
              <a:defRPr sz="1280"/>
            </a:lvl5pPr>
            <a:lvl6pPr marL="1828749" indent="0" algn="ctr">
              <a:buNone/>
              <a:defRPr sz="1280"/>
            </a:lvl6pPr>
            <a:lvl7pPr marL="2194498" indent="0" algn="ctr">
              <a:buNone/>
              <a:defRPr sz="1280"/>
            </a:lvl7pPr>
            <a:lvl8pPr marL="2560249" indent="0" algn="ctr">
              <a:buNone/>
              <a:defRPr sz="1280"/>
            </a:lvl8pPr>
            <a:lvl9pPr marL="2925999" indent="0" algn="ctr">
              <a:buNone/>
              <a:defRPr sz="1280"/>
            </a:lvl9pPr>
          </a:lstStyle>
          <a:p>
            <a:pPr marL="0" lvl="0" indent="0" algn="l" defTabSz="731500" rtl="0" eaLnBrk="1" latinLnBrk="0" hangingPunct="1">
              <a:lnSpc>
                <a:spcPct val="100000"/>
              </a:lnSpc>
              <a:spcBef>
                <a:spcPts val="0"/>
              </a:spcBef>
              <a:spcAft>
                <a:spcPts val="0"/>
              </a:spcAft>
              <a:buFont typeface="Graphik" panose="020B0604020202020204" pitchFamily="34" charset="0"/>
              <a:buNone/>
            </a:pPr>
            <a:r>
              <a:rPr lang="en-GB"/>
              <a:t>Reinvention message goes here</a:t>
            </a:r>
            <a:endParaRPr lang="en-US"/>
          </a:p>
        </p:txBody>
      </p:sp>
      <p:sp>
        <p:nvSpPr>
          <p:cNvPr id="10" name="Graphic 17">
            <a:extLst>
              <a:ext uri="{FF2B5EF4-FFF2-40B4-BE49-F238E27FC236}">
                <a16:creationId xmlns:a16="http://schemas.microsoft.com/office/drawing/2014/main" id="{E3871E5A-E0C3-B128-FC59-BD11547FEA55}"/>
              </a:ext>
            </a:extLst>
          </p:cNvPr>
          <p:cNvSpPr/>
          <p:nvPr userDrawn="1"/>
        </p:nvSpPr>
        <p:spPr>
          <a:xfrm>
            <a:off x="10787697" y="4593205"/>
            <a:ext cx="544056" cy="641808"/>
          </a:xfrm>
          <a:custGeom>
            <a:avLst/>
            <a:gdLst>
              <a:gd name="connsiteX0" fmla="*/ 0 w 679999"/>
              <a:gd name="connsiteY0" fmla="*/ 746251 h 746250"/>
              <a:gd name="connsiteX1" fmla="*/ 680000 w 679999"/>
              <a:gd name="connsiteY1" fmla="*/ 470551 h 746250"/>
              <a:gd name="connsiteX2" fmla="*/ 680000 w 679999"/>
              <a:gd name="connsiteY2" fmla="*/ 275700 h 746250"/>
              <a:gd name="connsiteX3" fmla="*/ 0 w 679999"/>
              <a:gd name="connsiteY3" fmla="*/ 0 h 746250"/>
              <a:gd name="connsiteX4" fmla="*/ 0 w 679999"/>
              <a:gd name="connsiteY4" fmla="*/ 194852 h 746250"/>
              <a:gd name="connsiteX5" fmla="*/ 439703 w 679999"/>
              <a:gd name="connsiteY5" fmla="*/ 373126 h 746250"/>
              <a:gd name="connsiteX6" fmla="*/ 0 w 679999"/>
              <a:gd name="connsiteY6" fmla="*/ 551399 h 746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9999" h="746250">
                <a:moveTo>
                  <a:pt x="0" y="746251"/>
                </a:moveTo>
                <a:lnTo>
                  <a:pt x="680000" y="470551"/>
                </a:lnTo>
                <a:lnTo>
                  <a:pt x="680000" y="275700"/>
                </a:lnTo>
                <a:lnTo>
                  <a:pt x="0" y="0"/>
                </a:lnTo>
                <a:lnTo>
                  <a:pt x="0" y="194852"/>
                </a:lnTo>
                <a:lnTo>
                  <a:pt x="439703" y="373126"/>
                </a:lnTo>
                <a:lnTo>
                  <a:pt x="0" y="551399"/>
                </a:lnTo>
                <a:close/>
              </a:path>
            </a:pathLst>
          </a:custGeom>
          <a:solidFill>
            <a:schemeClr val="tx2"/>
          </a:solidFill>
          <a:ln w="2062" cap="flat">
            <a:noFill/>
            <a:prstDash val="solid"/>
            <a:miter/>
          </a:ln>
        </p:spPr>
        <p:txBody>
          <a:bodyPr rtlCol="0" anchor="ctr"/>
          <a:lstStyle/>
          <a:p>
            <a:endParaRPr lang="en-CR" sz="1316"/>
          </a:p>
        </p:txBody>
      </p:sp>
    </p:spTree>
    <p:extLst>
      <p:ext uri="{BB962C8B-B14F-4D97-AF65-F5344CB8AC3E}">
        <p14:creationId xmlns:p14="http://schemas.microsoft.com/office/powerpoint/2010/main" val="143135961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884">
          <p15:clr>
            <a:srgbClr val="C35EA4"/>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6_Complex 1 - Gradient mode Complex">
    <p:bg>
      <p:bgPr>
        <a:solidFill>
          <a:schemeClr val="tx1"/>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764AF4-DC76-040F-7F3B-393C800CFFE6}"/>
              </a:ext>
            </a:extLst>
          </p:cNvPr>
          <p:cNvSpPr/>
          <p:nvPr userDrawn="1"/>
        </p:nvSpPr>
        <p:spPr>
          <a:xfrm>
            <a:off x="6730950" y="2976067"/>
            <a:ext cx="3207355" cy="3881932"/>
          </a:xfrm>
          <a:prstGeom prst="rect">
            <a:avLst/>
          </a:prstGeom>
          <a:solidFill>
            <a:srgbClr val="7500C0"/>
          </a:solidFill>
          <a:ln>
            <a:noFill/>
          </a:ln>
        </p:spPr>
        <p:style>
          <a:lnRef idx="2">
            <a:schemeClr val="accent1">
              <a:shade val="50000"/>
            </a:schemeClr>
          </a:lnRef>
          <a:fillRef idx="1">
            <a:schemeClr val="accent1"/>
          </a:fillRef>
          <a:effectRef idx="0">
            <a:schemeClr val="accent1"/>
          </a:effectRef>
          <a:fontRef idx="minor">
            <a:schemeClr val="lt1"/>
          </a:fontRef>
        </p:style>
        <p:txBody>
          <a:bodyPr tIns="97536" bIns="97536" rtlCol="0" anchor="ctr"/>
          <a:lstStyle/>
          <a:p>
            <a:pPr algn="ctr"/>
            <a:endParaRPr lang="en-US" sz="2339" err="1"/>
          </a:p>
        </p:txBody>
      </p:sp>
      <p:sp>
        <p:nvSpPr>
          <p:cNvPr id="5" name="Rectangle 4">
            <a:extLst>
              <a:ext uri="{FF2B5EF4-FFF2-40B4-BE49-F238E27FC236}">
                <a16:creationId xmlns:a16="http://schemas.microsoft.com/office/drawing/2014/main" id="{BC813D5C-B200-03E1-0309-707A457AA933}"/>
              </a:ext>
            </a:extLst>
          </p:cNvPr>
          <p:cNvSpPr/>
          <p:nvPr userDrawn="1"/>
        </p:nvSpPr>
        <p:spPr>
          <a:xfrm>
            <a:off x="0" y="1"/>
            <a:ext cx="6771453" cy="2974598"/>
          </a:xfrm>
          <a:prstGeom prst="rect">
            <a:avLst/>
          </a:prstGeom>
          <a:solidFill>
            <a:srgbClr val="7500C0"/>
          </a:solidFill>
          <a:ln>
            <a:noFill/>
          </a:ln>
        </p:spPr>
        <p:style>
          <a:lnRef idx="2">
            <a:schemeClr val="accent1">
              <a:shade val="50000"/>
            </a:schemeClr>
          </a:lnRef>
          <a:fillRef idx="1">
            <a:schemeClr val="accent1"/>
          </a:fillRef>
          <a:effectRef idx="0">
            <a:schemeClr val="accent1"/>
          </a:effectRef>
          <a:fontRef idx="minor">
            <a:schemeClr val="lt1"/>
          </a:fontRef>
        </p:style>
        <p:txBody>
          <a:bodyPr tIns="97536" bIns="97536" rtlCol="0" anchor="ctr"/>
          <a:lstStyle/>
          <a:p>
            <a:pPr algn="ctr"/>
            <a:endParaRPr lang="en-US" sz="2339" err="1"/>
          </a:p>
        </p:txBody>
      </p:sp>
      <p:sp>
        <p:nvSpPr>
          <p:cNvPr id="35" name="Picture Placeholder 34">
            <a:extLst>
              <a:ext uri="{FF2B5EF4-FFF2-40B4-BE49-F238E27FC236}">
                <a16:creationId xmlns:a16="http://schemas.microsoft.com/office/drawing/2014/main" id="{F2C17B76-F778-2627-DEC1-20CC13A6DBF4}"/>
              </a:ext>
            </a:extLst>
          </p:cNvPr>
          <p:cNvSpPr>
            <a:spLocks noGrp="1"/>
          </p:cNvSpPr>
          <p:nvPr>
            <p:ph type="pic" sz="quarter" idx="10"/>
          </p:nvPr>
        </p:nvSpPr>
        <p:spPr>
          <a:xfrm>
            <a:off x="21034" y="2976341"/>
            <a:ext cx="6740122" cy="3875539"/>
          </a:xfrm>
          <a:solidFill>
            <a:schemeClr val="tx1">
              <a:lumMod val="95000"/>
            </a:schemeClr>
          </a:solidFill>
        </p:spPr>
        <p:txBody>
          <a:bodyPr/>
          <a:lstStyle/>
          <a:p>
            <a:endParaRPr lang="en-US"/>
          </a:p>
        </p:txBody>
      </p:sp>
      <p:sp>
        <p:nvSpPr>
          <p:cNvPr id="3" name="Picture Placeholder 34">
            <a:extLst>
              <a:ext uri="{FF2B5EF4-FFF2-40B4-BE49-F238E27FC236}">
                <a16:creationId xmlns:a16="http://schemas.microsoft.com/office/drawing/2014/main" id="{5E4FE031-9091-8938-4EDF-260DFEFB13CE}"/>
              </a:ext>
            </a:extLst>
          </p:cNvPr>
          <p:cNvSpPr>
            <a:spLocks noGrp="1"/>
          </p:cNvSpPr>
          <p:nvPr>
            <p:ph type="pic" sz="quarter" idx="11"/>
          </p:nvPr>
        </p:nvSpPr>
        <p:spPr>
          <a:xfrm>
            <a:off x="6772250" y="6121"/>
            <a:ext cx="5398719" cy="2970214"/>
          </a:xfrm>
          <a:solidFill>
            <a:schemeClr val="tx1">
              <a:lumMod val="95000"/>
            </a:schemeClr>
          </a:solidFill>
        </p:spPr>
        <p:txBody>
          <a:bodyPr/>
          <a:lstStyle/>
          <a:p>
            <a:endParaRPr lang="en-US"/>
          </a:p>
        </p:txBody>
      </p:sp>
      <p:sp>
        <p:nvSpPr>
          <p:cNvPr id="8" name="Title 1">
            <a:extLst>
              <a:ext uri="{FF2B5EF4-FFF2-40B4-BE49-F238E27FC236}">
                <a16:creationId xmlns:a16="http://schemas.microsoft.com/office/drawing/2014/main" id="{131B3895-321B-8CAC-83C2-50F886A2CDA3}"/>
              </a:ext>
            </a:extLst>
          </p:cNvPr>
          <p:cNvSpPr>
            <a:spLocks noGrp="1"/>
          </p:cNvSpPr>
          <p:nvPr>
            <p:ph type="title" hasCustomPrompt="1"/>
          </p:nvPr>
        </p:nvSpPr>
        <p:spPr>
          <a:xfrm>
            <a:off x="546982" y="1073592"/>
            <a:ext cx="5521659" cy="1329595"/>
          </a:xfrm>
          <a:prstGeom prst="rect">
            <a:avLst/>
          </a:prstGeom>
        </p:spPr>
        <p:txBody>
          <a:bodyPr anchor="b"/>
          <a:lstStyle>
            <a:lvl1pPr algn="l">
              <a:lnSpc>
                <a:spcPct val="90000"/>
              </a:lnSpc>
              <a:defRPr sz="4800" spc="-80" baseline="0">
                <a:solidFill>
                  <a:schemeClr val="tx1"/>
                </a:solidFill>
              </a:defRPr>
            </a:lvl1pPr>
          </a:lstStyle>
          <a:p>
            <a:r>
              <a:rPr lang="en-US"/>
              <a:t>Moment/ Topic </a:t>
            </a:r>
            <a:br>
              <a:rPr lang="en-US"/>
            </a:br>
            <a:r>
              <a:rPr lang="en-US"/>
              <a:t>goes here </a:t>
            </a:r>
          </a:p>
        </p:txBody>
      </p:sp>
      <p:sp>
        <p:nvSpPr>
          <p:cNvPr id="10" name="Graphic 17">
            <a:extLst>
              <a:ext uri="{FF2B5EF4-FFF2-40B4-BE49-F238E27FC236}">
                <a16:creationId xmlns:a16="http://schemas.microsoft.com/office/drawing/2014/main" id="{E3871E5A-E0C3-B128-FC59-BD11547FEA55}"/>
              </a:ext>
            </a:extLst>
          </p:cNvPr>
          <p:cNvSpPr/>
          <p:nvPr userDrawn="1"/>
        </p:nvSpPr>
        <p:spPr>
          <a:xfrm>
            <a:off x="10787697" y="4593205"/>
            <a:ext cx="544056" cy="641808"/>
          </a:xfrm>
          <a:custGeom>
            <a:avLst/>
            <a:gdLst>
              <a:gd name="connsiteX0" fmla="*/ 0 w 679999"/>
              <a:gd name="connsiteY0" fmla="*/ 746251 h 746250"/>
              <a:gd name="connsiteX1" fmla="*/ 680000 w 679999"/>
              <a:gd name="connsiteY1" fmla="*/ 470551 h 746250"/>
              <a:gd name="connsiteX2" fmla="*/ 680000 w 679999"/>
              <a:gd name="connsiteY2" fmla="*/ 275700 h 746250"/>
              <a:gd name="connsiteX3" fmla="*/ 0 w 679999"/>
              <a:gd name="connsiteY3" fmla="*/ 0 h 746250"/>
              <a:gd name="connsiteX4" fmla="*/ 0 w 679999"/>
              <a:gd name="connsiteY4" fmla="*/ 194852 h 746250"/>
              <a:gd name="connsiteX5" fmla="*/ 439703 w 679999"/>
              <a:gd name="connsiteY5" fmla="*/ 373126 h 746250"/>
              <a:gd name="connsiteX6" fmla="*/ 0 w 679999"/>
              <a:gd name="connsiteY6" fmla="*/ 551399 h 746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9999" h="746250">
                <a:moveTo>
                  <a:pt x="0" y="746251"/>
                </a:moveTo>
                <a:lnTo>
                  <a:pt x="680000" y="470551"/>
                </a:lnTo>
                <a:lnTo>
                  <a:pt x="680000" y="275700"/>
                </a:lnTo>
                <a:lnTo>
                  <a:pt x="0" y="0"/>
                </a:lnTo>
                <a:lnTo>
                  <a:pt x="0" y="194852"/>
                </a:lnTo>
                <a:lnTo>
                  <a:pt x="439703" y="373126"/>
                </a:lnTo>
                <a:lnTo>
                  <a:pt x="0" y="551399"/>
                </a:lnTo>
                <a:close/>
              </a:path>
            </a:pathLst>
          </a:custGeom>
          <a:solidFill>
            <a:schemeClr val="tx2"/>
          </a:solidFill>
          <a:ln w="2062" cap="flat">
            <a:noFill/>
            <a:prstDash val="solid"/>
            <a:miter/>
          </a:ln>
        </p:spPr>
        <p:txBody>
          <a:bodyPr rtlCol="0" anchor="ctr"/>
          <a:lstStyle/>
          <a:p>
            <a:endParaRPr lang="en-CR" sz="1316"/>
          </a:p>
        </p:txBody>
      </p:sp>
      <p:sp>
        <p:nvSpPr>
          <p:cNvPr id="2" name="Subtitle 2">
            <a:extLst>
              <a:ext uri="{FF2B5EF4-FFF2-40B4-BE49-F238E27FC236}">
                <a16:creationId xmlns:a16="http://schemas.microsoft.com/office/drawing/2014/main" id="{54F08984-5A5F-2074-4481-4456FF813168}"/>
              </a:ext>
            </a:extLst>
          </p:cNvPr>
          <p:cNvSpPr>
            <a:spLocks noGrp="1"/>
          </p:cNvSpPr>
          <p:nvPr>
            <p:ph type="subTitle" idx="1" hasCustomPrompt="1"/>
          </p:nvPr>
        </p:nvSpPr>
        <p:spPr>
          <a:xfrm>
            <a:off x="7201931" y="3954223"/>
            <a:ext cx="2264549" cy="2173028"/>
          </a:xfrm>
          <a:prstGeom prst="rect">
            <a:avLst/>
          </a:prstGeom>
        </p:spPr>
        <p:txBody>
          <a:bodyPr anchor="t"/>
          <a:lstStyle>
            <a:lvl1pPr marL="0" indent="0" algn="l">
              <a:lnSpc>
                <a:spcPct val="90000"/>
              </a:lnSpc>
              <a:spcAft>
                <a:spcPts val="0"/>
              </a:spcAft>
              <a:buNone/>
              <a:defRPr sz="2240" b="0" i="0" spc="0">
                <a:solidFill>
                  <a:schemeClr val="tx1"/>
                </a:solidFill>
                <a:latin typeface="Graphik" panose="020B0503030202060203" pitchFamily="34" charset="77"/>
              </a:defRPr>
            </a:lvl1pPr>
            <a:lvl2pPr marL="365752" indent="0" algn="ctr">
              <a:buNone/>
              <a:defRPr sz="1600"/>
            </a:lvl2pPr>
            <a:lvl3pPr marL="731500" indent="0" algn="ctr">
              <a:buNone/>
              <a:defRPr sz="1440"/>
            </a:lvl3pPr>
            <a:lvl4pPr marL="1097249" indent="0" algn="ctr">
              <a:buNone/>
              <a:defRPr sz="1280"/>
            </a:lvl4pPr>
            <a:lvl5pPr marL="1462999" indent="0" algn="ctr">
              <a:buNone/>
              <a:defRPr sz="1280"/>
            </a:lvl5pPr>
            <a:lvl6pPr marL="1828749" indent="0" algn="ctr">
              <a:buNone/>
              <a:defRPr sz="1280"/>
            </a:lvl6pPr>
            <a:lvl7pPr marL="2194498" indent="0" algn="ctr">
              <a:buNone/>
              <a:defRPr sz="1280"/>
            </a:lvl7pPr>
            <a:lvl8pPr marL="2560249" indent="0" algn="ctr">
              <a:buNone/>
              <a:defRPr sz="1280"/>
            </a:lvl8pPr>
            <a:lvl9pPr marL="2925999" indent="0" algn="ctr">
              <a:buNone/>
              <a:defRPr sz="1280"/>
            </a:lvl9pPr>
          </a:lstStyle>
          <a:p>
            <a:pPr marL="0" lvl="0" indent="0" algn="l" defTabSz="731500" rtl="0" eaLnBrk="1" latinLnBrk="0" hangingPunct="1">
              <a:lnSpc>
                <a:spcPct val="100000"/>
              </a:lnSpc>
              <a:spcBef>
                <a:spcPts val="0"/>
              </a:spcBef>
              <a:spcAft>
                <a:spcPts val="0"/>
              </a:spcAft>
              <a:buFont typeface="Graphik" panose="020B0604020202020204" pitchFamily="34" charset="0"/>
              <a:buNone/>
            </a:pPr>
            <a:r>
              <a:rPr lang="en-GB"/>
              <a:t>Reinvention message goes here</a:t>
            </a:r>
            <a:endParaRPr lang="en-US"/>
          </a:p>
        </p:txBody>
      </p:sp>
    </p:spTree>
    <p:extLst>
      <p:ext uri="{BB962C8B-B14F-4D97-AF65-F5344CB8AC3E}">
        <p14:creationId xmlns:p14="http://schemas.microsoft.com/office/powerpoint/2010/main" val="48600740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884">
          <p15:clr>
            <a:srgbClr val="C35EA4"/>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userDrawn="1">
  <p:cSld name="Salutation: gradient">
    <p:bg>
      <p:bgPr>
        <a:solidFill>
          <a:schemeClr val="accent2"/>
        </a:solidFill>
        <a:effectLst/>
      </p:bgPr>
    </p:bg>
    <p:spTree>
      <p:nvGrpSpPr>
        <p:cNvPr id="1" name=""/>
        <p:cNvGrpSpPr/>
        <p:nvPr/>
      </p:nvGrpSpPr>
      <p:grpSpPr>
        <a:xfrm>
          <a:off x="0" y="0"/>
          <a:ext cx="0" cy="0"/>
          <a:chOff x="0" y="0"/>
          <a:chExt cx="0" cy="0"/>
        </a:xfrm>
      </p:grpSpPr>
      <p:pic>
        <p:nvPicPr>
          <p:cNvPr id="9" name="Picture 8" descr="A purple and black background&#10;&#10;AI-generated content may be incorrect.">
            <a:extLst>
              <a:ext uri="{FF2B5EF4-FFF2-40B4-BE49-F238E27FC236}">
                <a16:creationId xmlns:a16="http://schemas.microsoft.com/office/drawing/2014/main" id="{1E54F49D-2B2F-7CDD-DC94-B6FF9A694BD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5400000">
            <a:off x="2667000" y="-2667000"/>
            <a:ext cx="6858000" cy="12192000"/>
          </a:xfrm>
          <a:prstGeom prst="rect">
            <a:avLst/>
          </a:prstGeom>
        </p:spPr>
      </p:pic>
      <p:sp>
        <p:nvSpPr>
          <p:cNvPr id="2" name="copyright">
            <a:extLst>
              <a:ext uri="{FF2B5EF4-FFF2-40B4-BE49-F238E27FC236}">
                <a16:creationId xmlns:a16="http://schemas.microsoft.com/office/drawing/2014/main" id="{8F090878-FDCB-E32E-7E4D-4A1D113FA508}"/>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US" sz="800" dirty="0">
                <a:solidFill>
                  <a:schemeClr val="tx1">
                    <a:lumMod val="85000"/>
                    <a:alpha val="75000"/>
                  </a:schemeClr>
                </a:solidFill>
                <a:latin typeface="Graphik" panose="020B0503030202060203" pitchFamily="34" charset="77"/>
              </a:rPr>
              <a:t>Copyright © 2026 Accenture. All rights reserved.</a:t>
            </a:r>
            <a:endParaRPr lang="en-US" sz="1351" noProof="0" dirty="0">
              <a:solidFill>
                <a:schemeClr val="tx1">
                  <a:lumMod val="85000"/>
                  <a:alpha val="75000"/>
                </a:schemeClr>
              </a:solidFill>
              <a:latin typeface="Graphik" panose="020B0503030202060203" pitchFamily="34" charset="77"/>
            </a:endParaRPr>
          </a:p>
        </p:txBody>
      </p:sp>
      <p:sp>
        <p:nvSpPr>
          <p:cNvPr id="4" name="slide number automatic">
            <a:extLst>
              <a:ext uri="{FF2B5EF4-FFF2-40B4-BE49-F238E27FC236}">
                <a16:creationId xmlns:a16="http://schemas.microsoft.com/office/drawing/2014/main" id="{6DD78C6E-A2CA-C7D3-D53E-97A08AAAEAD8}"/>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tx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tx1">
                  <a:lumMod val="85000"/>
                  <a:alpha val="75000"/>
                </a:schemeClr>
              </a:solidFill>
              <a:latin typeface="+mj-lt"/>
            </a:endParaRPr>
          </a:p>
        </p:txBody>
      </p:sp>
      <p:sp>
        <p:nvSpPr>
          <p:cNvPr id="8" name="Title 1">
            <a:extLst>
              <a:ext uri="{FF2B5EF4-FFF2-40B4-BE49-F238E27FC236}">
                <a16:creationId xmlns:a16="http://schemas.microsoft.com/office/drawing/2014/main" id="{4772D35A-1963-BF72-AA80-2201D2B0173F}"/>
              </a:ext>
            </a:extLst>
          </p:cNvPr>
          <p:cNvSpPr>
            <a:spLocks noGrp="1"/>
          </p:cNvSpPr>
          <p:nvPr>
            <p:ph type="title"/>
          </p:nvPr>
        </p:nvSpPr>
        <p:spPr>
          <a:xfrm>
            <a:off x="1191348" y="3429000"/>
            <a:ext cx="6046527" cy="984885"/>
          </a:xfrm>
          <a:prstGeom prst="rect">
            <a:avLst/>
          </a:prstGeom>
        </p:spPr>
        <p:txBody>
          <a:bodyPr wrap="none" anchor="ctr"/>
          <a:lstStyle>
            <a:lvl1pPr algn="l">
              <a:defRPr sz="8000">
                <a:solidFill>
                  <a:schemeClr val="tx1"/>
                </a:solidFill>
              </a:defRPr>
            </a:lvl1pPr>
          </a:lstStyle>
          <a:p>
            <a:r>
              <a:rPr lang="en-US"/>
              <a:t>Click to edit Master title style</a:t>
            </a:r>
          </a:p>
        </p:txBody>
      </p:sp>
      <p:sp>
        <p:nvSpPr>
          <p:cNvPr id="10" name="GTS_WH">
            <a:extLst>
              <a:ext uri="{FF2B5EF4-FFF2-40B4-BE49-F238E27FC236}">
                <a16:creationId xmlns:a16="http://schemas.microsoft.com/office/drawing/2014/main" id="{79093C77-020A-31D2-4F4F-DA77DEFA8E84}"/>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726607555"/>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620">
          <p15:clr>
            <a:srgbClr val="C35EA4"/>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Agenda option 4">
    <p:bg>
      <p:bgPr>
        <a:solidFill>
          <a:schemeClr val="bg1"/>
        </a:solidFill>
        <a:effectLst/>
      </p:bgPr>
    </p:bg>
    <p:spTree>
      <p:nvGrpSpPr>
        <p:cNvPr id="1" name=""/>
        <p:cNvGrpSpPr/>
        <p:nvPr/>
      </p:nvGrpSpPr>
      <p:grpSpPr>
        <a:xfrm>
          <a:off x="0" y="0"/>
          <a:ext cx="0" cy="0"/>
          <a:chOff x="0" y="0"/>
          <a:chExt cx="0" cy="0"/>
        </a:xfrm>
      </p:grpSpPr>
      <p:sp>
        <p:nvSpPr>
          <p:cNvPr id="72" name="Text Placeholder 44">
            <a:extLst>
              <a:ext uri="{FF2B5EF4-FFF2-40B4-BE49-F238E27FC236}">
                <a16:creationId xmlns:a16="http://schemas.microsoft.com/office/drawing/2014/main" id="{FDE571CC-167D-47E3-8000-11E1185523A8}"/>
              </a:ext>
            </a:extLst>
          </p:cNvPr>
          <p:cNvSpPr>
            <a:spLocks noGrp="1"/>
          </p:cNvSpPr>
          <p:nvPr>
            <p:ph type="body" sz="quarter" idx="34" hasCustomPrompt="1"/>
          </p:nvPr>
        </p:nvSpPr>
        <p:spPr>
          <a:xfrm>
            <a:off x="5410716" y="3580468"/>
            <a:ext cx="1572616" cy="699189"/>
          </a:xfrm>
          <a:prstGeom prst="rect">
            <a:avLst/>
          </a:prstGeom>
        </p:spPr>
        <p:txBody>
          <a:bodyPr anchor="b">
            <a:normAutofit/>
          </a:bodyPr>
          <a:lstStyle>
            <a:lvl1pPr>
              <a:defRPr sz="3200">
                <a:solidFill>
                  <a:schemeClr val="tx1"/>
                </a:solidFill>
                <a:latin typeface="+mj-lt"/>
              </a:defRPr>
            </a:lvl1pPr>
          </a:lstStyle>
          <a:p>
            <a:pPr lvl="0"/>
            <a:r>
              <a:rPr lang="en-US"/>
              <a:t>#</a:t>
            </a:r>
            <a:endParaRPr lang="en-GB"/>
          </a:p>
        </p:txBody>
      </p:sp>
      <p:sp>
        <p:nvSpPr>
          <p:cNvPr id="73" name="Text Placeholder 44">
            <a:extLst>
              <a:ext uri="{FF2B5EF4-FFF2-40B4-BE49-F238E27FC236}">
                <a16:creationId xmlns:a16="http://schemas.microsoft.com/office/drawing/2014/main" id="{67D8E360-3B8E-42E3-A131-BBB8259C20D9}"/>
              </a:ext>
            </a:extLst>
          </p:cNvPr>
          <p:cNvSpPr>
            <a:spLocks noGrp="1"/>
          </p:cNvSpPr>
          <p:nvPr>
            <p:ph type="body" sz="quarter" idx="35" hasCustomPrompt="1"/>
          </p:nvPr>
        </p:nvSpPr>
        <p:spPr>
          <a:xfrm>
            <a:off x="7824549" y="3583562"/>
            <a:ext cx="1572616" cy="699189"/>
          </a:xfrm>
          <a:prstGeom prst="rect">
            <a:avLst/>
          </a:prstGeom>
        </p:spPr>
        <p:txBody>
          <a:bodyPr anchor="b">
            <a:normAutofit/>
          </a:bodyPr>
          <a:lstStyle>
            <a:lvl1pPr>
              <a:defRPr sz="3200">
                <a:solidFill>
                  <a:schemeClr val="tx1"/>
                </a:solidFill>
                <a:latin typeface="+mj-lt"/>
              </a:defRPr>
            </a:lvl1pPr>
          </a:lstStyle>
          <a:p>
            <a:pPr lvl="0"/>
            <a:r>
              <a:rPr lang="en-US"/>
              <a:t>#</a:t>
            </a:r>
            <a:endParaRPr lang="en-GB"/>
          </a:p>
        </p:txBody>
      </p:sp>
      <p:sp>
        <p:nvSpPr>
          <p:cNvPr id="74" name="Text Placeholder 44">
            <a:extLst>
              <a:ext uri="{FF2B5EF4-FFF2-40B4-BE49-F238E27FC236}">
                <a16:creationId xmlns:a16="http://schemas.microsoft.com/office/drawing/2014/main" id="{95023161-89C9-4A6B-93C9-5CCEA219CEE8}"/>
              </a:ext>
            </a:extLst>
          </p:cNvPr>
          <p:cNvSpPr>
            <a:spLocks noGrp="1"/>
          </p:cNvSpPr>
          <p:nvPr>
            <p:ph type="body" sz="quarter" idx="36" hasCustomPrompt="1"/>
          </p:nvPr>
        </p:nvSpPr>
        <p:spPr>
          <a:xfrm>
            <a:off x="10238384" y="3588203"/>
            <a:ext cx="1572616" cy="699189"/>
          </a:xfrm>
          <a:prstGeom prst="rect">
            <a:avLst/>
          </a:prstGeom>
        </p:spPr>
        <p:txBody>
          <a:bodyPr anchor="b">
            <a:normAutofit/>
          </a:bodyPr>
          <a:lstStyle>
            <a:lvl1pPr>
              <a:defRPr sz="3200">
                <a:solidFill>
                  <a:schemeClr val="tx1"/>
                </a:solidFill>
                <a:latin typeface="+mj-lt"/>
              </a:defRPr>
            </a:lvl1pPr>
          </a:lstStyle>
          <a:p>
            <a:pPr lvl="0"/>
            <a:r>
              <a:rPr lang="en-US"/>
              <a:t>#</a:t>
            </a:r>
            <a:endParaRPr lang="en-GB"/>
          </a:p>
        </p:txBody>
      </p:sp>
      <p:sp>
        <p:nvSpPr>
          <p:cNvPr id="77" name="Text Placeholder 44">
            <a:extLst>
              <a:ext uri="{FF2B5EF4-FFF2-40B4-BE49-F238E27FC236}">
                <a16:creationId xmlns:a16="http://schemas.microsoft.com/office/drawing/2014/main" id="{3D1567CD-545E-4481-AA52-EAB26F307DE5}"/>
              </a:ext>
            </a:extLst>
          </p:cNvPr>
          <p:cNvSpPr>
            <a:spLocks noGrp="1"/>
          </p:cNvSpPr>
          <p:nvPr>
            <p:ph type="body" sz="quarter" idx="44" hasCustomPrompt="1"/>
          </p:nvPr>
        </p:nvSpPr>
        <p:spPr>
          <a:xfrm>
            <a:off x="5410716" y="1597537"/>
            <a:ext cx="1572616" cy="699189"/>
          </a:xfrm>
          <a:prstGeom prst="rect">
            <a:avLst/>
          </a:prstGeom>
        </p:spPr>
        <p:txBody>
          <a:bodyPr anchor="b">
            <a:normAutofit/>
          </a:bodyPr>
          <a:lstStyle>
            <a:lvl1pPr>
              <a:defRPr sz="3200">
                <a:solidFill>
                  <a:schemeClr val="tx1"/>
                </a:solidFill>
                <a:latin typeface="+mj-lt"/>
              </a:defRPr>
            </a:lvl1pPr>
          </a:lstStyle>
          <a:p>
            <a:pPr lvl="0"/>
            <a:r>
              <a:rPr lang="en-US"/>
              <a:t>#</a:t>
            </a:r>
            <a:endParaRPr lang="en-GB"/>
          </a:p>
        </p:txBody>
      </p:sp>
      <p:sp>
        <p:nvSpPr>
          <p:cNvPr id="78" name="Text Placeholder 44">
            <a:extLst>
              <a:ext uri="{FF2B5EF4-FFF2-40B4-BE49-F238E27FC236}">
                <a16:creationId xmlns:a16="http://schemas.microsoft.com/office/drawing/2014/main" id="{C4A7E19B-BA4C-4167-B678-685C3673D0E0}"/>
              </a:ext>
            </a:extLst>
          </p:cNvPr>
          <p:cNvSpPr>
            <a:spLocks noGrp="1"/>
          </p:cNvSpPr>
          <p:nvPr>
            <p:ph type="body" sz="quarter" idx="45" hasCustomPrompt="1"/>
          </p:nvPr>
        </p:nvSpPr>
        <p:spPr>
          <a:xfrm>
            <a:off x="7824549" y="1600631"/>
            <a:ext cx="1572616" cy="699189"/>
          </a:xfrm>
          <a:prstGeom prst="rect">
            <a:avLst/>
          </a:prstGeom>
        </p:spPr>
        <p:txBody>
          <a:bodyPr anchor="b">
            <a:normAutofit/>
          </a:bodyPr>
          <a:lstStyle>
            <a:lvl1pPr>
              <a:defRPr sz="3200">
                <a:solidFill>
                  <a:schemeClr val="tx1"/>
                </a:solidFill>
                <a:latin typeface="+mj-lt"/>
              </a:defRPr>
            </a:lvl1pPr>
          </a:lstStyle>
          <a:p>
            <a:pPr lvl="0"/>
            <a:r>
              <a:rPr lang="en-US"/>
              <a:t>#</a:t>
            </a:r>
            <a:endParaRPr lang="en-GB"/>
          </a:p>
        </p:txBody>
      </p:sp>
      <p:sp>
        <p:nvSpPr>
          <p:cNvPr id="79" name="Text Placeholder 44">
            <a:extLst>
              <a:ext uri="{FF2B5EF4-FFF2-40B4-BE49-F238E27FC236}">
                <a16:creationId xmlns:a16="http://schemas.microsoft.com/office/drawing/2014/main" id="{33092D62-8436-4A51-8071-52D0BA46EF8C}"/>
              </a:ext>
            </a:extLst>
          </p:cNvPr>
          <p:cNvSpPr>
            <a:spLocks noGrp="1"/>
          </p:cNvSpPr>
          <p:nvPr>
            <p:ph type="body" sz="quarter" idx="46" hasCustomPrompt="1"/>
          </p:nvPr>
        </p:nvSpPr>
        <p:spPr>
          <a:xfrm>
            <a:off x="10238384" y="1605272"/>
            <a:ext cx="1572616" cy="699189"/>
          </a:xfrm>
          <a:prstGeom prst="rect">
            <a:avLst/>
          </a:prstGeom>
        </p:spPr>
        <p:txBody>
          <a:bodyPr anchor="b">
            <a:normAutofit/>
          </a:bodyPr>
          <a:lstStyle>
            <a:lvl1pPr>
              <a:defRPr sz="3200">
                <a:solidFill>
                  <a:schemeClr val="tx1"/>
                </a:solidFill>
                <a:latin typeface="+mj-lt"/>
              </a:defRPr>
            </a:lvl1pPr>
          </a:lstStyle>
          <a:p>
            <a:pPr lvl="0"/>
            <a:r>
              <a:rPr lang="en-US"/>
              <a:t>#</a:t>
            </a:r>
            <a:endParaRPr lang="en-GB"/>
          </a:p>
        </p:txBody>
      </p:sp>
      <p:sp>
        <p:nvSpPr>
          <p:cNvPr id="82" name="Text Placeholder 2">
            <a:extLst>
              <a:ext uri="{FF2B5EF4-FFF2-40B4-BE49-F238E27FC236}">
                <a16:creationId xmlns:a16="http://schemas.microsoft.com/office/drawing/2014/main" id="{722F4D46-D274-4F10-ABA0-DD9EA3E92016}"/>
              </a:ext>
            </a:extLst>
          </p:cNvPr>
          <p:cNvSpPr>
            <a:spLocks noGrp="1"/>
          </p:cNvSpPr>
          <p:nvPr>
            <p:ph type="body" sz="quarter" idx="54" hasCustomPrompt="1"/>
          </p:nvPr>
        </p:nvSpPr>
        <p:spPr>
          <a:xfrm>
            <a:off x="5402461" y="2304462"/>
            <a:ext cx="1580870" cy="833145"/>
          </a:xfrm>
          <a:prstGeom prst="rect">
            <a:avLst/>
          </a:prstGeom>
        </p:spPr>
        <p:txBody>
          <a:bodyPr>
            <a:normAutofit/>
          </a:bodyPr>
          <a:lstStyle>
            <a:lvl1pPr>
              <a:lnSpc>
                <a:spcPct val="100000"/>
              </a:lnSpc>
              <a:defRPr sz="1800" b="0" cap="none">
                <a:solidFill>
                  <a:schemeClr val="tx1"/>
                </a:solidFill>
                <a:latin typeface="+mn-lt"/>
              </a:defRPr>
            </a:lvl1pPr>
            <a:lvl2pPr marL="55562" indent="0">
              <a:buNone/>
              <a:defRPr>
                <a:latin typeface="Graphik Regular" panose="020B0503030202060203" pitchFamily="34" charset="0"/>
              </a:defRPr>
            </a:lvl2pPr>
            <a:lvl3pPr>
              <a:defRPr>
                <a:latin typeface="Graphik Regular" panose="020B0503030202060203" pitchFamily="34" charset="0"/>
              </a:defRPr>
            </a:lvl3pPr>
            <a:lvl4pPr>
              <a:defRPr>
                <a:latin typeface="Graphik Regular" panose="020B0503030202060203" pitchFamily="34" charset="0"/>
              </a:defRPr>
            </a:lvl4pPr>
            <a:lvl5pPr>
              <a:defRPr>
                <a:latin typeface="Graphik Regular" panose="020B0503030202060203" pitchFamily="34" charset="0"/>
              </a:defRPr>
            </a:lvl5pPr>
          </a:lstStyle>
          <a:p>
            <a:pPr lvl="0"/>
            <a:r>
              <a:rPr lang="en-US"/>
              <a:t>Click to add Title at 18 </a:t>
            </a:r>
            <a:r>
              <a:rPr lang="en-US" err="1"/>
              <a:t>pt</a:t>
            </a:r>
            <a:r>
              <a:rPr lang="en-US"/>
              <a:t> or less</a:t>
            </a:r>
          </a:p>
        </p:txBody>
      </p:sp>
      <p:sp>
        <p:nvSpPr>
          <p:cNvPr id="83" name="Text Placeholder 2">
            <a:extLst>
              <a:ext uri="{FF2B5EF4-FFF2-40B4-BE49-F238E27FC236}">
                <a16:creationId xmlns:a16="http://schemas.microsoft.com/office/drawing/2014/main" id="{9F91BFBD-9636-4FD4-8F52-6E39E26F0721}"/>
              </a:ext>
            </a:extLst>
          </p:cNvPr>
          <p:cNvSpPr>
            <a:spLocks noGrp="1"/>
          </p:cNvSpPr>
          <p:nvPr>
            <p:ph type="body" sz="quarter" idx="55" hasCustomPrompt="1"/>
          </p:nvPr>
        </p:nvSpPr>
        <p:spPr>
          <a:xfrm>
            <a:off x="7824549" y="2288696"/>
            <a:ext cx="1572616" cy="833145"/>
          </a:xfrm>
          <a:prstGeom prst="rect">
            <a:avLst/>
          </a:prstGeom>
        </p:spPr>
        <p:txBody>
          <a:bodyPr>
            <a:normAutofit/>
          </a:bodyPr>
          <a:lstStyle>
            <a:lvl1pPr>
              <a:lnSpc>
                <a:spcPct val="100000"/>
              </a:lnSpc>
              <a:defRPr sz="1800" b="0" cap="none">
                <a:solidFill>
                  <a:schemeClr val="tx1"/>
                </a:solidFill>
                <a:latin typeface="+mn-lt"/>
              </a:defRPr>
            </a:lvl1pPr>
            <a:lvl2pPr marL="55562" indent="0">
              <a:buNone/>
              <a:defRPr>
                <a:latin typeface="Graphik Regular" panose="020B0503030202060203" pitchFamily="34" charset="0"/>
              </a:defRPr>
            </a:lvl2pPr>
            <a:lvl3pPr>
              <a:defRPr>
                <a:latin typeface="Graphik Regular" panose="020B0503030202060203" pitchFamily="34" charset="0"/>
              </a:defRPr>
            </a:lvl3pPr>
            <a:lvl4pPr>
              <a:defRPr>
                <a:latin typeface="Graphik Regular" panose="020B0503030202060203" pitchFamily="34" charset="0"/>
              </a:defRPr>
            </a:lvl4pPr>
            <a:lvl5pPr>
              <a:defRPr>
                <a:latin typeface="Graphik Regular" panose="020B0503030202060203" pitchFamily="34" charset="0"/>
              </a:defRPr>
            </a:lvl5pPr>
          </a:lstStyle>
          <a:p>
            <a:pPr lvl="0"/>
            <a:r>
              <a:rPr lang="en-US"/>
              <a:t>Click to add Title at 18 </a:t>
            </a:r>
            <a:r>
              <a:rPr lang="en-US" err="1"/>
              <a:t>pt</a:t>
            </a:r>
            <a:r>
              <a:rPr lang="en-US"/>
              <a:t> or less</a:t>
            </a:r>
          </a:p>
        </p:txBody>
      </p:sp>
      <p:sp>
        <p:nvSpPr>
          <p:cNvPr id="84" name="Text Placeholder 2">
            <a:extLst>
              <a:ext uri="{FF2B5EF4-FFF2-40B4-BE49-F238E27FC236}">
                <a16:creationId xmlns:a16="http://schemas.microsoft.com/office/drawing/2014/main" id="{F01AF8C0-E88B-47D4-9C57-68C82E55FF5F}"/>
              </a:ext>
            </a:extLst>
          </p:cNvPr>
          <p:cNvSpPr>
            <a:spLocks noGrp="1"/>
          </p:cNvSpPr>
          <p:nvPr>
            <p:ph type="body" sz="quarter" idx="56" hasCustomPrompt="1"/>
          </p:nvPr>
        </p:nvSpPr>
        <p:spPr>
          <a:xfrm>
            <a:off x="10238382" y="2286854"/>
            <a:ext cx="1572616" cy="833145"/>
          </a:xfrm>
          <a:prstGeom prst="rect">
            <a:avLst/>
          </a:prstGeom>
        </p:spPr>
        <p:txBody>
          <a:bodyPr>
            <a:normAutofit/>
          </a:bodyPr>
          <a:lstStyle>
            <a:lvl1pPr>
              <a:lnSpc>
                <a:spcPct val="100000"/>
              </a:lnSpc>
              <a:defRPr sz="1800" b="0" cap="none">
                <a:solidFill>
                  <a:schemeClr val="tx1"/>
                </a:solidFill>
                <a:latin typeface="+mn-lt"/>
              </a:defRPr>
            </a:lvl1pPr>
            <a:lvl2pPr marL="55562" indent="0">
              <a:buNone/>
              <a:defRPr>
                <a:latin typeface="Graphik Regular" panose="020B0503030202060203" pitchFamily="34" charset="0"/>
              </a:defRPr>
            </a:lvl2pPr>
            <a:lvl3pPr>
              <a:defRPr>
                <a:latin typeface="Graphik Regular" panose="020B0503030202060203" pitchFamily="34" charset="0"/>
              </a:defRPr>
            </a:lvl3pPr>
            <a:lvl4pPr>
              <a:defRPr>
                <a:latin typeface="Graphik Regular" panose="020B0503030202060203" pitchFamily="34" charset="0"/>
              </a:defRPr>
            </a:lvl4pPr>
            <a:lvl5pPr>
              <a:defRPr>
                <a:latin typeface="Graphik Regular" panose="020B0503030202060203" pitchFamily="34" charset="0"/>
              </a:defRPr>
            </a:lvl5pPr>
          </a:lstStyle>
          <a:p>
            <a:pPr lvl="0"/>
            <a:r>
              <a:rPr lang="en-US"/>
              <a:t>Click to add Title at 18 </a:t>
            </a:r>
            <a:r>
              <a:rPr lang="en-US" err="1"/>
              <a:t>pt</a:t>
            </a:r>
            <a:r>
              <a:rPr lang="en-US"/>
              <a:t> or less</a:t>
            </a:r>
          </a:p>
        </p:txBody>
      </p:sp>
      <p:sp>
        <p:nvSpPr>
          <p:cNvPr id="87" name="Text Placeholder 2">
            <a:extLst>
              <a:ext uri="{FF2B5EF4-FFF2-40B4-BE49-F238E27FC236}">
                <a16:creationId xmlns:a16="http://schemas.microsoft.com/office/drawing/2014/main" id="{FC4FC8D5-B96C-437B-A281-3F7C9C7D71C8}"/>
              </a:ext>
            </a:extLst>
          </p:cNvPr>
          <p:cNvSpPr>
            <a:spLocks noGrp="1"/>
          </p:cNvSpPr>
          <p:nvPr>
            <p:ph type="body" sz="quarter" idx="59" hasCustomPrompt="1"/>
          </p:nvPr>
        </p:nvSpPr>
        <p:spPr>
          <a:xfrm>
            <a:off x="5394206" y="4287392"/>
            <a:ext cx="1580870" cy="833145"/>
          </a:xfrm>
          <a:prstGeom prst="rect">
            <a:avLst/>
          </a:prstGeom>
        </p:spPr>
        <p:txBody>
          <a:bodyPr>
            <a:normAutofit/>
          </a:bodyPr>
          <a:lstStyle>
            <a:lvl1pPr>
              <a:lnSpc>
                <a:spcPct val="100000"/>
              </a:lnSpc>
              <a:defRPr sz="1800" b="0" cap="none">
                <a:solidFill>
                  <a:schemeClr val="tx1"/>
                </a:solidFill>
                <a:latin typeface="+mn-lt"/>
              </a:defRPr>
            </a:lvl1pPr>
            <a:lvl2pPr marL="55562" indent="0">
              <a:buNone/>
              <a:defRPr>
                <a:latin typeface="Graphik Regular" panose="020B0503030202060203" pitchFamily="34" charset="0"/>
              </a:defRPr>
            </a:lvl2pPr>
            <a:lvl3pPr>
              <a:defRPr>
                <a:latin typeface="Graphik Regular" panose="020B0503030202060203" pitchFamily="34" charset="0"/>
              </a:defRPr>
            </a:lvl3pPr>
            <a:lvl4pPr>
              <a:defRPr>
                <a:latin typeface="Graphik Regular" panose="020B0503030202060203" pitchFamily="34" charset="0"/>
              </a:defRPr>
            </a:lvl4pPr>
            <a:lvl5pPr>
              <a:defRPr>
                <a:latin typeface="Graphik Regular" panose="020B0503030202060203" pitchFamily="34" charset="0"/>
              </a:defRPr>
            </a:lvl5pPr>
          </a:lstStyle>
          <a:p>
            <a:pPr lvl="0"/>
            <a:r>
              <a:rPr lang="en-US"/>
              <a:t>Click to add Title at 18 </a:t>
            </a:r>
            <a:r>
              <a:rPr lang="en-US" err="1"/>
              <a:t>pt</a:t>
            </a:r>
            <a:r>
              <a:rPr lang="en-US"/>
              <a:t> or less</a:t>
            </a:r>
          </a:p>
        </p:txBody>
      </p:sp>
      <p:sp>
        <p:nvSpPr>
          <p:cNvPr id="88" name="Text Placeholder 2">
            <a:extLst>
              <a:ext uri="{FF2B5EF4-FFF2-40B4-BE49-F238E27FC236}">
                <a16:creationId xmlns:a16="http://schemas.microsoft.com/office/drawing/2014/main" id="{8FD560F8-78FC-4428-9882-3934D9CBB659}"/>
              </a:ext>
            </a:extLst>
          </p:cNvPr>
          <p:cNvSpPr>
            <a:spLocks noGrp="1"/>
          </p:cNvSpPr>
          <p:nvPr>
            <p:ph type="body" sz="quarter" idx="60" hasCustomPrompt="1"/>
          </p:nvPr>
        </p:nvSpPr>
        <p:spPr>
          <a:xfrm>
            <a:off x="7816294" y="4271626"/>
            <a:ext cx="1572616" cy="833145"/>
          </a:xfrm>
          <a:prstGeom prst="rect">
            <a:avLst/>
          </a:prstGeom>
        </p:spPr>
        <p:txBody>
          <a:bodyPr>
            <a:normAutofit/>
          </a:bodyPr>
          <a:lstStyle>
            <a:lvl1pPr>
              <a:lnSpc>
                <a:spcPct val="100000"/>
              </a:lnSpc>
              <a:defRPr sz="1800" b="0" cap="none">
                <a:solidFill>
                  <a:schemeClr val="tx1"/>
                </a:solidFill>
                <a:latin typeface="+mn-lt"/>
              </a:defRPr>
            </a:lvl1pPr>
            <a:lvl2pPr marL="55562" indent="0">
              <a:buNone/>
              <a:defRPr>
                <a:latin typeface="Graphik Regular" panose="020B0503030202060203" pitchFamily="34" charset="0"/>
              </a:defRPr>
            </a:lvl2pPr>
            <a:lvl3pPr>
              <a:defRPr>
                <a:latin typeface="Graphik Regular" panose="020B0503030202060203" pitchFamily="34" charset="0"/>
              </a:defRPr>
            </a:lvl3pPr>
            <a:lvl4pPr>
              <a:defRPr>
                <a:latin typeface="Graphik Regular" panose="020B0503030202060203" pitchFamily="34" charset="0"/>
              </a:defRPr>
            </a:lvl4pPr>
            <a:lvl5pPr>
              <a:defRPr>
                <a:latin typeface="Graphik Regular" panose="020B0503030202060203" pitchFamily="34" charset="0"/>
              </a:defRPr>
            </a:lvl5pPr>
          </a:lstStyle>
          <a:p>
            <a:pPr lvl="0"/>
            <a:r>
              <a:rPr lang="en-US"/>
              <a:t>Click to add Title at 18 </a:t>
            </a:r>
            <a:r>
              <a:rPr lang="en-US" err="1"/>
              <a:t>pt</a:t>
            </a:r>
            <a:r>
              <a:rPr lang="en-US"/>
              <a:t> or less</a:t>
            </a:r>
          </a:p>
        </p:txBody>
      </p:sp>
      <p:sp>
        <p:nvSpPr>
          <p:cNvPr id="89" name="Text Placeholder 2">
            <a:extLst>
              <a:ext uri="{FF2B5EF4-FFF2-40B4-BE49-F238E27FC236}">
                <a16:creationId xmlns:a16="http://schemas.microsoft.com/office/drawing/2014/main" id="{176CA42E-BDE9-4A57-B993-296EED1BCB46}"/>
              </a:ext>
            </a:extLst>
          </p:cNvPr>
          <p:cNvSpPr>
            <a:spLocks noGrp="1"/>
          </p:cNvSpPr>
          <p:nvPr>
            <p:ph type="body" sz="quarter" idx="61" hasCustomPrompt="1"/>
          </p:nvPr>
        </p:nvSpPr>
        <p:spPr>
          <a:xfrm>
            <a:off x="10230127" y="4269784"/>
            <a:ext cx="1572616" cy="833145"/>
          </a:xfrm>
          <a:prstGeom prst="rect">
            <a:avLst/>
          </a:prstGeom>
        </p:spPr>
        <p:txBody>
          <a:bodyPr>
            <a:normAutofit/>
          </a:bodyPr>
          <a:lstStyle>
            <a:lvl1pPr>
              <a:lnSpc>
                <a:spcPct val="100000"/>
              </a:lnSpc>
              <a:defRPr sz="1800" b="0" cap="none">
                <a:solidFill>
                  <a:schemeClr val="tx1"/>
                </a:solidFill>
                <a:latin typeface="+mn-lt"/>
              </a:defRPr>
            </a:lvl1pPr>
            <a:lvl2pPr marL="55562" indent="0">
              <a:buNone/>
              <a:defRPr>
                <a:latin typeface="Graphik Regular" panose="020B0503030202060203" pitchFamily="34" charset="0"/>
              </a:defRPr>
            </a:lvl2pPr>
            <a:lvl3pPr>
              <a:defRPr>
                <a:latin typeface="Graphik Regular" panose="020B0503030202060203" pitchFamily="34" charset="0"/>
              </a:defRPr>
            </a:lvl3pPr>
            <a:lvl4pPr>
              <a:defRPr>
                <a:latin typeface="Graphik Regular" panose="020B0503030202060203" pitchFamily="34" charset="0"/>
              </a:defRPr>
            </a:lvl4pPr>
            <a:lvl5pPr>
              <a:defRPr>
                <a:latin typeface="Graphik Regular" panose="020B0503030202060203" pitchFamily="34" charset="0"/>
              </a:defRPr>
            </a:lvl5pPr>
          </a:lstStyle>
          <a:p>
            <a:pPr lvl="0"/>
            <a:r>
              <a:rPr lang="en-US"/>
              <a:t>Click to add Title at 18 </a:t>
            </a:r>
            <a:r>
              <a:rPr lang="en-US" err="1"/>
              <a:t>pt</a:t>
            </a:r>
            <a:r>
              <a:rPr lang="en-US"/>
              <a:t> or less</a:t>
            </a:r>
          </a:p>
        </p:txBody>
      </p:sp>
      <p:sp>
        <p:nvSpPr>
          <p:cNvPr id="18" name="Footer Placeholder 6">
            <a:extLst>
              <a:ext uri="{FF2B5EF4-FFF2-40B4-BE49-F238E27FC236}">
                <a16:creationId xmlns:a16="http://schemas.microsoft.com/office/drawing/2014/main" id="{FC8AB6A1-27E9-4726-8EED-1379C2B79DD0}"/>
              </a:ext>
            </a:extLst>
          </p:cNvPr>
          <p:cNvSpPr>
            <a:spLocks noGrp="1"/>
          </p:cNvSpPr>
          <p:nvPr>
            <p:ph type="ftr" sz="quarter" idx="16"/>
          </p:nvPr>
        </p:nvSpPr>
        <p:spPr>
          <a:xfrm>
            <a:off x="381002" y="6519009"/>
            <a:ext cx="5714999" cy="206375"/>
          </a:xfrm>
          <a:prstGeom prst="rect">
            <a:avLst/>
          </a:prstGeom>
        </p:spPr>
        <p:txBody>
          <a:bodyPr lIns="0"/>
          <a:lstStyle>
            <a:lvl1pPr>
              <a:defRPr sz="800">
                <a:solidFill>
                  <a:schemeClr val="tx1">
                    <a:alpha val="40000"/>
                  </a:schemeClr>
                </a:solidFill>
              </a:defRPr>
            </a:lvl1pPr>
          </a:lstStyle>
          <a:p>
            <a:r>
              <a:rPr lang="en-US" dirty="0"/>
              <a:t>Copyright © 2020 Accenture. All rights reserved.</a:t>
            </a:r>
          </a:p>
        </p:txBody>
      </p:sp>
      <p:sp>
        <p:nvSpPr>
          <p:cNvPr id="20" name="Slide Number Placeholder 9">
            <a:extLst>
              <a:ext uri="{FF2B5EF4-FFF2-40B4-BE49-F238E27FC236}">
                <a16:creationId xmlns:a16="http://schemas.microsoft.com/office/drawing/2014/main" id="{99EB2F96-A524-4376-ABC5-3FEBABEBAAB8}"/>
              </a:ext>
            </a:extLst>
          </p:cNvPr>
          <p:cNvSpPr>
            <a:spLocks noGrp="1"/>
          </p:cNvSpPr>
          <p:nvPr>
            <p:ph type="sldNum" sz="quarter" idx="17"/>
          </p:nvPr>
        </p:nvSpPr>
        <p:spPr>
          <a:xfrm>
            <a:off x="11506202" y="6519009"/>
            <a:ext cx="385711" cy="206375"/>
          </a:xfrm>
          <a:prstGeom prst="rect">
            <a:avLst/>
          </a:prstGeom>
        </p:spPr>
        <p:txBody>
          <a:bodyPr/>
          <a:lstStyle>
            <a:lvl1pPr>
              <a:defRPr sz="800">
                <a:solidFill>
                  <a:schemeClr val="tx1">
                    <a:alpha val="40000"/>
                  </a:schemeClr>
                </a:solidFill>
              </a:defRPr>
            </a:lvl1pPr>
          </a:lstStyle>
          <a:p>
            <a:fld id="{4F9AC08D-23A9-440E-BCB9-AA1E9877CC38}" type="slidenum">
              <a:rPr lang="en-US" smtClean="0"/>
              <a:pPr/>
              <a:t>‹#›</a:t>
            </a:fld>
            <a:endParaRPr lang="en-US" dirty="0"/>
          </a:p>
        </p:txBody>
      </p:sp>
      <p:sp>
        <p:nvSpPr>
          <p:cNvPr id="17" name="Text Placeholder 2">
            <a:extLst>
              <a:ext uri="{FF2B5EF4-FFF2-40B4-BE49-F238E27FC236}">
                <a16:creationId xmlns:a16="http://schemas.microsoft.com/office/drawing/2014/main" id="{174109FF-31FD-44DD-9BFD-B595E095CCA3}"/>
              </a:ext>
            </a:extLst>
          </p:cNvPr>
          <p:cNvSpPr>
            <a:spLocks noGrp="1"/>
          </p:cNvSpPr>
          <p:nvPr>
            <p:ph type="body" sz="quarter" idx="10" hasCustomPrompt="1"/>
          </p:nvPr>
        </p:nvSpPr>
        <p:spPr>
          <a:xfrm>
            <a:off x="369776" y="1597537"/>
            <a:ext cx="4395264" cy="3523001"/>
          </a:xfrm>
          <a:prstGeom prst="rect">
            <a:avLst/>
          </a:prstGeom>
        </p:spPr>
        <p:txBody>
          <a:bodyPr tIns="0" bIns="0" anchor="b">
            <a:normAutofit/>
          </a:bodyPr>
          <a:lstStyle>
            <a:lvl1pPr>
              <a:lnSpc>
                <a:spcPct val="70000"/>
              </a:lnSpc>
              <a:defRPr sz="7200">
                <a:solidFill>
                  <a:schemeClr val="accent1"/>
                </a:solidFill>
              </a:defRPr>
            </a:lvl1pPr>
            <a:lvl2pPr>
              <a:defRPr sz="6000"/>
            </a:lvl2pPr>
            <a:lvl3pPr>
              <a:defRPr sz="6000"/>
            </a:lvl3pPr>
            <a:lvl4pPr>
              <a:defRPr sz="6000"/>
            </a:lvl4pPr>
            <a:lvl5pPr>
              <a:defRPr sz="6000"/>
            </a:lvl5pPr>
          </a:lstStyle>
          <a:p>
            <a:pPr lvl="0"/>
            <a:r>
              <a:rPr lang="en-US"/>
              <a:t>Agenda</a:t>
            </a:r>
          </a:p>
        </p:txBody>
      </p:sp>
    </p:spTree>
    <p:extLst>
      <p:ext uri="{BB962C8B-B14F-4D97-AF65-F5344CB8AC3E}">
        <p14:creationId xmlns:p14="http://schemas.microsoft.com/office/powerpoint/2010/main" val="3127318474"/>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Agenda Option 5">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3BA67B93-5503-49C7-ADB5-EF3AECD1A8D5}"/>
              </a:ext>
            </a:extLst>
          </p:cNvPr>
          <p:cNvSpPr>
            <a:spLocks noGrp="1"/>
          </p:cNvSpPr>
          <p:nvPr>
            <p:ph type="body" sz="quarter" idx="10"/>
          </p:nvPr>
        </p:nvSpPr>
        <p:spPr>
          <a:xfrm>
            <a:off x="381003" y="377805"/>
            <a:ext cx="11421740" cy="1565295"/>
          </a:xfrm>
        </p:spPr>
        <p:txBody>
          <a:bodyPr tIns="0" bIns="0" anchor="t">
            <a:normAutofit/>
          </a:bodyPr>
          <a:lstStyle>
            <a:lvl1pPr>
              <a:lnSpc>
                <a:spcPct val="80000"/>
              </a:lnSpc>
              <a:defRPr sz="6000" cap="none">
                <a:solidFill>
                  <a:schemeClr val="tx1"/>
                </a:solidFill>
              </a:defRPr>
            </a:lvl1pPr>
            <a:lvl2pPr>
              <a:defRPr sz="6000"/>
            </a:lvl2pPr>
            <a:lvl3pPr>
              <a:defRPr sz="6000"/>
            </a:lvl3pPr>
            <a:lvl4pPr>
              <a:defRPr sz="6000"/>
            </a:lvl4pPr>
            <a:lvl5pPr>
              <a:defRPr sz="6000"/>
            </a:lvl5pPr>
          </a:lstStyle>
          <a:p>
            <a:pPr lvl="0"/>
            <a:r>
              <a:rPr lang="en-US"/>
              <a:t>Click to edit Master text styles</a:t>
            </a:r>
          </a:p>
        </p:txBody>
      </p:sp>
      <p:sp>
        <p:nvSpPr>
          <p:cNvPr id="70" name="Text Placeholder 44">
            <a:extLst>
              <a:ext uri="{FF2B5EF4-FFF2-40B4-BE49-F238E27FC236}">
                <a16:creationId xmlns:a16="http://schemas.microsoft.com/office/drawing/2014/main" id="{62554568-01B3-4431-8A8E-3067ECE43FA1}"/>
              </a:ext>
            </a:extLst>
          </p:cNvPr>
          <p:cNvSpPr>
            <a:spLocks noGrp="1"/>
          </p:cNvSpPr>
          <p:nvPr>
            <p:ph type="body" sz="quarter" idx="32" hasCustomPrompt="1"/>
          </p:nvPr>
        </p:nvSpPr>
        <p:spPr>
          <a:xfrm>
            <a:off x="397512" y="4346013"/>
            <a:ext cx="1572616" cy="699189"/>
          </a:xfrm>
        </p:spPr>
        <p:txBody>
          <a:bodyPr anchor="b">
            <a:normAutofit/>
          </a:bodyPr>
          <a:lstStyle>
            <a:lvl1pPr>
              <a:defRPr sz="3200">
                <a:solidFill>
                  <a:schemeClr val="accent1"/>
                </a:solidFill>
                <a:latin typeface="+mj-lt"/>
              </a:defRPr>
            </a:lvl1pPr>
          </a:lstStyle>
          <a:p>
            <a:pPr lvl="0"/>
            <a:r>
              <a:rPr lang="en-US"/>
              <a:t>06</a:t>
            </a:r>
            <a:endParaRPr lang="en-GB"/>
          </a:p>
        </p:txBody>
      </p:sp>
      <p:sp>
        <p:nvSpPr>
          <p:cNvPr id="71" name="Text Placeholder 44">
            <a:extLst>
              <a:ext uri="{FF2B5EF4-FFF2-40B4-BE49-F238E27FC236}">
                <a16:creationId xmlns:a16="http://schemas.microsoft.com/office/drawing/2014/main" id="{CCA78229-FDF4-4DB6-B436-CBCFEF931441}"/>
              </a:ext>
            </a:extLst>
          </p:cNvPr>
          <p:cNvSpPr>
            <a:spLocks noGrp="1"/>
          </p:cNvSpPr>
          <p:nvPr>
            <p:ph type="body" sz="quarter" idx="33" hasCustomPrompt="1"/>
          </p:nvPr>
        </p:nvSpPr>
        <p:spPr>
          <a:xfrm>
            <a:off x="2857730" y="4346013"/>
            <a:ext cx="1572616" cy="699189"/>
          </a:xfrm>
        </p:spPr>
        <p:txBody>
          <a:bodyPr anchor="b">
            <a:normAutofit/>
          </a:bodyPr>
          <a:lstStyle>
            <a:lvl1pPr>
              <a:defRPr sz="3200">
                <a:solidFill>
                  <a:schemeClr val="accent1"/>
                </a:solidFill>
                <a:latin typeface="+mj-lt"/>
              </a:defRPr>
            </a:lvl1pPr>
          </a:lstStyle>
          <a:p>
            <a:pPr lvl="0"/>
            <a:r>
              <a:rPr lang="en-US"/>
              <a:t>07</a:t>
            </a:r>
            <a:endParaRPr lang="en-GB"/>
          </a:p>
        </p:txBody>
      </p:sp>
      <p:sp>
        <p:nvSpPr>
          <p:cNvPr id="72" name="Text Placeholder 44">
            <a:extLst>
              <a:ext uri="{FF2B5EF4-FFF2-40B4-BE49-F238E27FC236}">
                <a16:creationId xmlns:a16="http://schemas.microsoft.com/office/drawing/2014/main" id="{FDE571CC-167D-47E3-8000-11E1185523A8}"/>
              </a:ext>
            </a:extLst>
          </p:cNvPr>
          <p:cNvSpPr>
            <a:spLocks noGrp="1"/>
          </p:cNvSpPr>
          <p:nvPr>
            <p:ph type="body" sz="quarter" idx="34" hasCustomPrompt="1"/>
          </p:nvPr>
        </p:nvSpPr>
        <p:spPr>
          <a:xfrm>
            <a:off x="5317948" y="4346013"/>
            <a:ext cx="1572616" cy="699189"/>
          </a:xfrm>
        </p:spPr>
        <p:txBody>
          <a:bodyPr anchor="b">
            <a:normAutofit/>
          </a:bodyPr>
          <a:lstStyle>
            <a:lvl1pPr>
              <a:defRPr sz="3200">
                <a:solidFill>
                  <a:schemeClr val="accent1"/>
                </a:solidFill>
                <a:latin typeface="+mj-lt"/>
              </a:defRPr>
            </a:lvl1pPr>
          </a:lstStyle>
          <a:p>
            <a:pPr lvl="0"/>
            <a:r>
              <a:rPr lang="en-US"/>
              <a:t>08</a:t>
            </a:r>
            <a:endParaRPr lang="en-GB"/>
          </a:p>
        </p:txBody>
      </p:sp>
      <p:sp>
        <p:nvSpPr>
          <p:cNvPr id="73" name="Text Placeholder 44">
            <a:extLst>
              <a:ext uri="{FF2B5EF4-FFF2-40B4-BE49-F238E27FC236}">
                <a16:creationId xmlns:a16="http://schemas.microsoft.com/office/drawing/2014/main" id="{67D8E360-3B8E-42E3-A131-BBB8259C20D9}"/>
              </a:ext>
            </a:extLst>
          </p:cNvPr>
          <p:cNvSpPr>
            <a:spLocks noGrp="1"/>
          </p:cNvSpPr>
          <p:nvPr>
            <p:ph type="body" sz="quarter" idx="35" hasCustomPrompt="1"/>
          </p:nvPr>
        </p:nvSpPr>
        <p:spPr>
          <a:xfrm>
            <a:off x="7778166" y="4346013"/>
            <a:ext cx="1572616" cy="699189"/>
          </a:xfrm>
        </p:spPr>
        <p:txBody>
          <a:bodyPr anchor="b">
            <a:normAutofit/>
          </a:bodyPr>
          <a:lstStyle>
            <a:lvl1pPr>
              <a:defRPr sz="3200">
                <a:solidFill>
                  <a:schemeClr val="accent1"/>
                </a:solidFill>
                <a:latin typeface="+mj-lt"/>
              </a:defRPr>
            </a:lvl1pPr>
          </a:lstStyle>
          <a:p>
            <a:pPr lvl="0"/>
            <a:r>
              <a:rPr lang="en-US"/>
              <a:t>09</a:t>
            </a:r>
            <a:endParaRPr lang="en-GB"/>
          </a:p>
        </p:txBody>
      </p:sp>
      <p:sp>
        <p:nvSpPr>
          <p:cNvPr id="74" name="Text Placeholder 44">
            <a:extLst>
              <a:ext uri="{FF2B5EF4-FFF2-40B4-BE49-F238E27FC236}">
                <a16:creationId xmlns:a16="http://schemas.microsoft.com/office/drawing/2014/main" id="{95023161-89C9-4A6B-93C9-5CCEA219CEE8}"/>
              </a:ext>
            </a:extLst>
          </p:cNvPr>
          <p:cNvSpPr>
            <a:spLocks noGrp="1"/>
          </p:cNvSpPr>
          <p:nvPr>
            <p:ph type="body" sz="quarter" idx="36" hasCustomPrompt="1"/>
          </p:nvPr>
        </p:nvSpPr>
        <p:spPr>
          <a:xfrm>
            <a:off x="10238384" y="4346013"/>
            <a:ext cx="1572616" cy="699189"/>
          </a:xfrm>
        </p:spPr>
        <p:txBody>
          <a:bodyPr anchor="b">
            <a:normAutofit/>
          </a:bodyPr>
          <a:lstStyle>
            <a:lvl1pPr>
              <a:defRPr sz="3200">
                <a:solidFill>
                  <a:schemeClr val="accent1"/>
                </a:solidFill>
                <a:latin typeface="+mj-lt"/>
              </a:defRPr>
            </a:lvl1pPr>
          </a:lstStyle>
          <a:p>
            <a:pPr lvl="0"/>
            <a:r>
              <a:rPr lang="en-US"/>
              <a:t>10</a:t>
            </a:r>
            <a:endParaRPr lang="en-GB"/>
          </a:p>
        </p:txBody>
      </p:sp>
      <p:sp>
        <p:nvSpPr>
          <p:cNvPr id="75" name="Text Placeholder 44">
            <a:extLst>
              <a:ext uri="{FF2B5EF4-FFF2-40B4-BE49-F238E27FC236}">
                <a16:creationId xmlns:a16="http://schemas.microsoft.com/office/drawing/2014/main" id="{D012A4F1-1A7B-4861-AAD0-9C8C48E69A0B}"/>
              </a:ext>
            </a:extLst>
          </p:cNvPr>
          <p:cNvSpPr>
            <a:spLocks noGrp="1"/>
          </p:cNvSpPr>
          <p:nvPr>
            <p:ph type="body" sz="quarter" idx="42" hasCustomPrompt="1"/>
          </p:nvPr>
        </p:nvSpPr>
        <p:spPr>
          <a:xfrm>
            <a:off x="397512" y="2363082"/>
            <a:ext cx="1572616" cy="699189"/>
          </a:xfrm>
        </p:spPr>
        <p:txBody>
          <a:bodyPr anchor="b">
            <a:normAutofit/>
          </a:bodyPr>
          <a:lstStyle>
            <a:lvl1pPr>
              <a:defRPr sz="3200">
                <a:solidFill>
                  <a:schemeClr val="accent1"/>
                </a:solidFill>
                <a:latin typeface="+mj-lt"/>
              </a:defRPr>
            </a:lvl1pPr>
          </a:lstStyle>
          <a:p>
            <a:pPr lvl="0"/>
            <a:r>
              <a:rPr lang="en-US"/>
              <a:t>01</a:t>
            </a:r>
            <a:endParaRPr lang="en-GB"/>
          </a:p>
        </p:txBody>
      </p:sp>
      <p:sp>
        <p:nvSpPr>
          <p:cNvPr id="76" name="Text Placeholder 44">
            <a:extLst>
              <a:ext uri="{FF2B5EF4-FFF2-40B4-BE49-F238E27FC236}">
                <a16:creationId xmlns:a16="http://schemas.microsoft.com/office/drawing/2014/main" id="{87432211-FA1B-4912-9E9D-1B7D1089CA20}"/>
              </a:ext>
            </a:extLst>
          </p:cNvPr>
          <p:cNvSpPr>
            <a:spLocks noGrp="1"/>
          </p:cNvSpPr>
          <p:nvPr>
            <p:ph type="body" sz="quarter" idx="43" hasCustomPrompt="1"/>
          </p:nvPr>
        </p:nvSpPr>
        <p:spPr>
          <a:xfrm>
            <a:off x="2857730" y="2363082"/>
            <a:ext cx="1572616" cy="699189"/>
          </a:xfrm>
        </p:spPr>
        <p:txBody>
          <a:bodyPr anchor="b">
            <a:normAutofit/>
          </a:bodyPr>
          <a:lstStyle>
            <a:lvl1pPr>
              <a:defRPr sz="3200">
                <a:solidFill>
                  <a:schemeClr val="accent1"/>
                </a:solidFill>
                <a:latin typeface="+mj-lt"/>
              </a:defRPr>
            </a:lvl1pPr>
          </a:lstStyle>
          <a:p>
            <a:pPr lvl="0"/>
            <a:r>
              <a:rPr lang="en-US"/>
              <a:t>02</a:t>
            </a:r>
            <a:endParaRPr lang="en-GB"/>
          </a:p>
        </p:txBody>
      </p:sp>
      <p:sp>
        <p:nvSpPr>
          <p:cNvPr id="77" name="Text Placeholder 44">
            <a:extLst>
              <a:ext uri="{FF2B5EF4-FFF2-40B4-BE49-F238E27FC236}">
                <a16:creationId xmlns:a16="http://schemas.microsoft.com/office/drawing/2014/main" id="{3D1567CD-545E-4481-AA52-EAB26F307DE5}"/>
              </a:ext>
            </a:extLst>
          </p:cNvPr>
          <p:cNvSpPr>
            <a:spLocks noGrp="1"/>
          </p:cNvSpPr>
          <p:nvPr>
            <p:ph type="body" sz="quarter" idx="44" hasCustomPrompt="1"/>
          </p:nvPr>
        </p:nvSpPr>
        <p:spPr>
          <a:xfrm>
            <a:off x="5317948" y="2363082"/>
            <a:ext cx="1572616" cy="699189"/>
          </a:xfrm>
        </p:spPr>
        <p:txBody>
          <a:bodyPr anchor="b">
            <a:normAutofit/>
          </a:bodyPr>
          <a:lstStyle>
            <a:lvl1pPr>
              <a:defRPr sz="3200">
                <a:solidFill>
                  <a:schemeClr val="accent1"/>
                </a:solidFill>
                <a:latin typeface="+mj-lt"/>
              </a:defRPr>
            </a:lvl1pPr>
          </a:lstStyle>
          <a:p>
            <a:pPr lvl="0"/>
            <a:r>
              <a:rPr lang="en-US"/>
              <a:t>03</a:t>
            </a:r>
            <a:endParaRPr lang="en-GB"/>
          </a:p>
        </p:txBody>
      </p:sp>
      <p:sp>
        <p:nvSpPr>
          <p:cNvPr id="78" name="Text Placeholder 44">
            <a:extLst>
              <a:ext uri="{FF2B5EF4-FFF2-40B4-BE49-F238E27FC236}">
                <a16:creationId xmlns:a16="http://schemas.microsoft.com/office/drawing/2014/main" id="{C4A7E19B-BA4C-4167-B678-685C3673D0E0}"/>
              </a:ext>
            </a:extLst>
          </p:cNvPr>
          <p:cNvSpPr>
            <a:spLocks noGrp="1"/>
          </p:cNvSpPr>
          <p:nvPr>
            <p:ph type="body" sz="quarter" idx="45" hasCustomPrompt="1"/>
          </p:nvPr>
        </p:nvSpPr>
        <p:spPr>
          <a:xfrm>
            <a:off x="7778166" y="2363082"/>
            <a:ext cx="1572616" cy="699189"/>
          </a:xfrm>
        </p:spPr>
        <p:txBody>
          <a:bodyPr anchor="b">
            <a:normAutofit/>
          </a:bodyPr>
          <a:lstStyle>
            <a:lvl1pPr>
              <a:defRPr sz="3200">
                <a:solidFill>
                  <a:schemeClr val="accent1"/>
                </a:solidFill>
                <a:latin typeface="+mj-lt"/>
              </a:defRPr>
            </a:lvl1pPr>
          </a:lstStyle>
          <a:p>
            <a:pPr lvl="0"/>
            <a:r>
              <a:rPr lang="en-US"/>
              <a:t>04</a:t>
            </a:r>
            <a:endParaRPr lang="en-GB"/>
          </a:p>
        </p:txBody>
      </p:sp>
      <p:sp>
        <p:nvSpPr>
          <p:cNvPr id="79" name="Text Placeholder 44">
            <a:extLst>
              <a:ext uri="{FF2B5EF4-FFF2-40B4-BE49-F238E27FC236}">
                <a16:creationId xmlns:a16="http://schemas.microsoft.com/office/drawing/2014/main" id="{33092D62-8436-4A51-8071-52D0BA46EF8C}"/>
              </a:ext>
            </a:extLst>
          </p:cNvPr>
          <p:cNvSpPr>
            <a:spLocks noGrp="1"/>
          </p:cNvSpPr>
          <p:nvPr>
            <p:ph type="body" sz="quarter" idx="46" hasCustomPrompt="1"/>
          </p:nvPr>
        </p:nvSpPr>
        <p:spPr>
          <a:xfrm>
            <a:off x="10238384" y="2363082"/>
            <a:ext cx="1572616" cy="699189"/>
          </a:xfrm>
        </p:spPr>
        <p:txBody>
          <a:bodyPr anchor="b">
            <a:normAutofit/>
          </a:bodyPr>
          <a:lstStyle>
            <a:lvl1pPr>
              <a:defRPr sz="3200">
                <a:solidFill>
                  <a:schemeClr val="accent1"/>
                </a:solidFill>
                <a:latin typeface="+mj-lt"/>
              </a:defRPr>
            </a:lvl1pPr>
          </a:lstStyle>
          <a:p>
            <a:pPr lvl="0"/>
            <a:r>
              <a:rPr lang="en-US"/>
              <a:t>05</a:t>
            </a:r>
            <a:endParaRPr lang="en-GB"/>
          </a:p>
        </p:txBody>
      </p:sp>
      <p:sp>
        <p:nvSpPr>
          <p:cNvPr id="80" name="Text Placeholder 2">
            <a:extLst>
              <a:ext uri="{FF2B5EF4-FFF2-40B4-BE49-F238E27FC236}">
                <a16:creationId xmlns:a16="http://schemas.microsoft.com/office/drawing/2014/main" id="{439731EE-FBBF-4749-8E58-161D1BD24B6E}"/>
              </a:ext>
            </a:extLst>
          </p:cNvPr>
          <p:cNvSpPr>
            <a:spLocks noGrp="1"/>
          </p:cNvSpPr>
          <p:nvPr>
            <p:ph type="body" sz="quarter" idx="13" hasCustomPrompt="1"/>
          </p:nvPr>
        </p:nvSpPr>
        <p:spPr>
          <a:xfrm>
            <a:off x="397512" y="3159475"/>
            <a:ext cx="1580870" cy="963004"/>
          </a:xfrm>
        </p:spPr>
        <p:txBody>
          <a:bodyPr>
            <a:normAutofit/>
          </a:bodyPr>
          <a:lstStyle>
            <a:lvl1pPr>
              <a:lnSpc>
                <a:spcPct val="90000"/>
              </a:lnSpc>
              <a:defRPr sz="1600" b="0" cap="none">
                <a:solidFill>
                  <a:schemeClr val="tx1"/>
                </a:solidFill>
                <a:latin typeface="+mn-lt"/>
              </a:defRPr>
            </a:lvl1pPr>
            <a:lvl2pPr marL="55562" indent="0">
              <a:buNone/>
              <a:defRPr>
                <a:latin typeface="Graphik Regular" panose="020B0503030202060203" pitchFamily="34" charset="0"/>
              </a:defRPr>
            </a:lvl2pPr>
            <a:lvl3pPr>
              <a:defRPr>
                <a:latin typeface="Graphik Regular" panose="020B0503030202060203" pitchFamily="34" charset="0"/>
              </a:defRPr>
            </a:lvl3pPr>
            <a:lvl4pPr>
              <a:defRPr>
                <a:latin typeface="Graphik Regular" panose="020B0503030202060203" pitchFamily="34" charset="0"/>
              </a:defRPr>
            </a:lvl4pPr>
            <a:lvl5pPr>
              <a:defRPr>
                <a:latin typeface="Graphik Regular" panose="020B0503030202060203" pitchFamily="34" charset="0"/>
              </a:defRPr>
            </a:lvl5pPr>
          </a:lstStyle>
          <a:p>
            <a:pPr lvl="0"/>
            <a:r>
              <a:rPr lang="en-US"/>
              <a:t>Click to edit master text styles</a:t>
            </a:r>
          </a:p>
        </p:txBody>
      </p:sp>
      <p:sp>
        <p:nvSpPr>
          <p:cNvPr id="81" name="Text Placeholder 2">
            <a:extLst>
              <a:ext uri="{FF2B5EF4-FFF2-40B4-BE49-F238E27FC236}">
                <a16:creationId xmlns:a16="http://schemas.microsoft.com/office/drawing/2014/main" id="{53987512-4428-45A6-9E5A-ECC62C5A7845}"/>
              </a:ext>
            </a:extLst>
          </p:cNvPr>
          <p:cNvSpPr>
            <a:spLocks noGrp="1"/>
          </p:cNvSpPr>
          <p:nvPr>
            <p:ph type="body" sz="quarter" idx="53" hasCustomPrompt="1"/>
          </p:nvPr>
        </p:nvSpPr>
        <p:spPr>
          <a:xfrm>
            <a:off x="2861856" y="3143709"/>
            <a:ext cx="1572616" cy="963004"/>
          </a:xfrm>
        </p:spPr>
        <p:txBody>
          <a:bodyPr>
            <a:normAutofit/>
          </a:bodyPr>
          <a:lstStyle>
            <a:lvl1pPr>
              <a:lnSpc>
                <a:spcPct val="90000"/>
              </a:lnSpc>
              <a:defRPr sz="1600" b="0" cap="none">
                <a:solidFill>
                  <a:schemeClr val="tx1"/>
                </a:solidFill>
                <a:latin typeface="+mn-lt"/>
              </a:defRPr>
            </a:lvl1pPr>
            <a:lvl2pPr marL="55562" indent="0">
              <a:buNone/>
              <a:defRPr>
                <a:latin typeface="Graphik Regular" panose="020B0503030202060203" pitchFamily="34" charset="0"/>
              </a:defRPr>
            </a:lvl2pPr>
            <a:lvl3pPr>
              <a:defRPr>
                <a:latin typeface="Graphik Regular" panose="020B0503030202060203" pitchFamily="34" charset="0"/>
              </a:defRPr>
            </a:lvl3pPr>
            <a:lvl4pPr>
              <a:defRPr>
                <a:latin typeface="Graphik Regular" panose="020B0503030202060203" pitchFamily="34" charset="0"/>
              </a:defRPr>
            </a:lvl4pPr>
            <a:lvl5pPr>
              <a:defRPr>
                <a:latin typeface="Graphik Regular" panose="020B0503030202060203" pitchFamily="34" charset="0"/>
              </a:defRPr>
            </a:lvl5pPr>
          </a:lstStyle>
          <a:p>
            <a:pPr lvl="0"/>
            <a:r>
              <a:rPr lang="en-US"/>
              <a:t>Click to edit master text styles</a:t>
            </a:r>
          </a:p>
        </p:txBody>
      </p:sp>
      <p:sp>
        <p:nvSpPr>
          <p:cNvPr id="82" name="Text Placeholder 2">
            <a:extLst>
              <a:ext uri="{FF2B5EF4-FFF2-40B4-BE49-F238E27FC236}">
                <a16:creationId xmlns:a16="http://schemas.microsoft.com/office/drawing/2014/main" id="{722F4D46-D274-4F10-ABA0-DD9EA3E92016}"/>
              </a:ext>
            </a:extLst>
          </p:cNvPr>
          <p:cNvSpPr>
            <a:spLocks noGrp="1"/>
          </p:cNvSpPr>
          <p:nvPr>
            <p:ph type="body" sz="quarter" idx="54" hasCustomPrompt="1"/>
          </p:nvPr>
        </p:nvSpPr>
        <p:spPr>
          <a:xfrm>
            <a:off x="5317946" y="3162634"/>
            <a:ext cx="1580870" cy="963004"/>
          </a:xfrm>
        </p:spPr>
        <p:txBody>
          <a:bodyPr>
            <a:normAutofit/>
          </a:bodyPr>
          <a:lstStyle>
            <a:lvl1pPr>
              <a:lnSpc>
                <a:spcPct val="90000"/>
              </a:lnSpc>
              <a:defRPr sz="1600" b="0" cap="none">
                <a:solidFill>
                  <a:schemeClr val="tx1"/>
                </a:solidFill>
                <a:latin typeface="+mn-lt"/>
              </a:defRPr>
            </a:lvl1pPr>
            <a:lvl2pPr marL="55562" indent="0">
              <a:buNone/>
              <a:defRPr>
                <a:latin typeface="Graphik Regular" panose="020B0503030202060203" pitchFamily="34" charset="0"/>
              </a:defRPr>
            </a:lvl2pPr>
            <a:lvl3pPr>
              <a:defRPr>
                <a:latin typeface="Graphik Regular" panose="020B0503030202060203" pitchFamily="34" charset="0"/>
              </a:defRPr>
            </a:lvl3pPr>
            <a:lvl4pPr>
              <a:defRPr>
                <a:latin typeface="Graphik Regular" panose="020B0503030202060203" pitchFamily="34" charset="0"/>
              </a:defRPr>
            </a:lvl4pPr>
            <a:lvl5pPr>
              <a:defRPr>
                <a:latin typeface="Graphik Regular" panose="020B0503030202060203" pitchFamily="34" charset="0"/>
              </a:defRPr>
            </a:lvl5pPr>
          </a:lstStyle>
          <a:p>
            <a:pPr lvl="0"/>
            <a:r>
              <a:rPr lang="en-US"/>
              <a:t>Click to edit master text styles</a:t>
            </a:r>
          </a:p>
        </p:txBody>
      </p:sp>
      <p:sp>
        <p:nvSpPr>
          <p:cNvPr id="83" name="Text Placeholder 2">
            <a:extLst>
              <a:ext uri="{FF2B5EF4-FFF2-40B4-BE49-F238E27FC236}">
                <a16:creationId xmlns:a16="http://schemas.microsoft.com/office/drawing/2014/main" id="{9F91BFBD-9636-4FD4-8F52-6E39E26F0721}"/>
              </a:ext>
            </a:extLst>
          </p:cNvPr>
          <p:cNvSpPr>
            <a:spLocks noGrp="1"/>
          </p:cNvSpPr>
          <p:nvPr>
            <p:ph type="body" sz="quarter" idx="55" hasCustomPrompt="1"/>
          </p:nvPr>
        </p:nvSpPr>
        <p:spPr>
          <a:xfrm>
            <a:off x="7782290" y="3146868"/>
            <a:ext cx="1572616" cy="963004"/>
          </a:xfrm>
        </p:spPr>
        <p:txBody>
          <a:bodyPr>
            <a:normAutofit/>
          </a:bodyPr>
          <a:lstStyle>
            <a:lvl1pPr>
              <a:lnSpc>
                <a:spcPct val="90000"/>
              </a:lnSpc>
              <a:defRPr sz="1600" b="0" cap="none">
                <a:solidFill>
                  <a:schemeClr val="tx1"/>
                </a:solidFill>
                <a:latin typeface="+mn-lt"/>
              </a:defRPr>
            </a:lvl1pPr>
            <a:lvl2pPr marL="55562" indent="0">
              <a:buNone/>
              <a:defRPr>
                <a:latin typeface="Graphik Regular" panose="020B0503030202060203" pitchFamily="34" charset="0"/>
              </a:defRPr>
            </a:lvl2pPr>
            <a:lvl3pPr>
              <a:defRPr>
                <a:latin typeface="Graphik Regular" panose="020B0503030202060203" pitchFamily="34" charset="0"/>
              </a:defRPr>
            </a:lvl3pPr>
            <a:lvl4pPr>
              <a:defRPr>
                <a:latin typeface="Graphik Regular" panose="020B0503030202060203" pitchFamily="34" charset="0"/>
              </a:defRPr>
            </a:lvl4pPr>
            <a:lvl5pPr>
              <a:defRPr>
                <a:latin typeface="Graphik Regular" panose="020B0503030202060203" pitchFamily="34" charset="0"/>
              </a:defRPr>
            </a:lvl5pPr>
          </a:lstStyle>
          <a:p>
            <a:pPr lvl="0"/>
            <a:r>
              <a:rPr lang="en-US"/>
              <a:t>Click to edit master text styles</a:t>
            </a:r>
          </a:p>
        </p:txBody>
      </p:sp>
      <p:sp>
        <p:nvSpPr>
          <p:cNvPr id="84" name="Text Placeholder 2">
            <a:extLst>
              <a:ext uri="{FF2B5EF4-FFF2-40B4-BE49-F238E27FC236}">
                <a16:creationId xmlns:a16="http://schemas.microsoft.com/office/drawing/2014/main" id="{F01AF8C0-E88B-47D4-9C57-68C82E55FF5F}"/>
              </a:ext>
            </a:extLst>
          </p:cNvPr>
          <p:cNvSpPr>
            <a:spLocks noGrp="1"/>
          </p:cNvSpPr>
          <p:nvPr>
            <p:ph type="body" sz="quarter" idx="56" hasCustomPrompt="1"/>
          </p:nvPr>
        </p:nvSpPr>
        <p:spPr>
          <a:xfrm>
            <a:off x="10238382" y="3145026"/>
            <a:ext cx="1572616" cy="963004"/>
          </a:xfrm>
        </p:spPr>
        <p:txBody>
          <a:bodyPr>
            <a:normAutofit/>
          </a:bodyPr>
          <a:lstStyle>
            <a:lvl1pPr>
              <a:lnSpc>
                <a:spcPct val="90000"/>
              </a:lnSpc>
              <a:defRPr sz="1600" b="0" cap="none">
                <a:solidFill>
                  <a:schemeClr val="tx1"/>
                </a:solidFill>
                <a:latin typeface="+mn-lt"/>
              </a:defRPr>
            </a:lvl1pPr>
            <a:lvl2pPr marL="55562" indent="0">
              <a:buNone/>
              <a:defRPr>
                <a:latin typeface="Graphik Regular" panose="020B0503030202060203" pitchFamily="34" charset="0"/>
              </a:defRPr>
            </a:lvl2pPr>
            <a:lvl3pPr>
              <a:defRPr>
                <a:latin typeface="Graphik Regular" panose="020B0503030202060203" pitchFamily="34" charset="0"/>
              </a:defRPr>
            </a:lvl3pPr>
            <a:lvl4pPr>
              <a:defRPr>
                <a:latin typeface="Graphik Regular" panose="020B0503030202060203" pitchFamily="34" charset="0"/>
              </a:defRPr>
            </a:lvl4pPr>
            <a:lvl5pPr>
              <a:defRPr>
                <a:latin typeface="Graphik Regular" panose="020B0503030202060203" pitchFamily="34" charset="0"/>
              </a:defRPr>
            </a:lvl5pPr>
          </a:lstStyle>
          <a:p>
            <a:pPr lvl="0"/>
            <a:r>
              <a:rPr lang="en-US"/>
              <a:t>Click to edit master text styles</a:t>
            </a:r>
          </a:p>
        </p:txBody>
      </p:sp>
      <p:sp>
        <p:nvSpPr>
          <p:cNvPr id="85" name="Text Placeholder 2">
            <a:extLst>
              <a:ext uri="{FF2B5EF4-FFF2-40B4-BE49-F238E27FC236}">
                <a16:creationId xmlns:a16="http://schemas.microsoft.com/office/drawing/2014/main" id="{02847DEE-A5F9-4C29-B154-1544212CE4E9}"/>
              </a:ext>
            </a:extLst>
          </p:cNvPr>
          <p:cNvSpPr>
            <a:spLocks noGrp="1"/>
          </p:cNvSpPr>
          <p:nvPr>
            <p:ph type="body" sz="quarter" idx="57" hasCustomPrompt="1"/>
          </p:nvPr>
        </p:nvSpPr>
        <p:spPr>
          <a:xfrm>
            <a:off x="389257" y="5142405"/>
            <a:ext cx="1580870" cy="963004"/>
          </a:xfrm>
        </p:spPr>
        <p:txBody>
          <a:bodyPr>
            <a:normAutofit/>
          </a:bodyPr>
          <a:lstStyle>
            <a:lvl1pPr>
              <a:lnSpc>
                <a:spcPct val="90000"/>
              </a:lnSpc>
              <a:defRPr sz="1600" b="0" cap="none">
                <a:solidFill>
                  <a:schemeClr val="tx1"/>
                </a:solidFill>
                <a:latin typeface="+mn-lt"/>
              </a:defRPr>
            </a:lvl1pPr>
            <a:lvl2pPr marL="55562" indent="0">
              <a:buNone/>
              <a:defRPr>
                <a:latin typeface="Graphik Regular" panose="020B0503030202060203" pitchFamily="34" charset="0"/>
              </a:defRPr>
            </a:lvl2pPr>
            <a:lvl3pPr>
              <a:defRPr>
                <a:latin typeface="Graphik Regular" panose="020B0503030202060203" pitchFamily="34" charset="0"/>
              </a:defRPr>
            </a:lvl3pPr>
            <a:lvl4pPr>
              <a:defRPr>
                <a:latin typeface="Graphik Regular" panose="020B0503030202060203" pitchFamily="34" charset="0"/>
              </a:defRPr>
            </a:lvl4pPr>
            <a:lvl5pPr>
              <a:defRPr>
                <a:latin typeface="Graphik Regular" panose="020B0503030202060203" pitchFamily="34" charset="0"/>
              </a:defRPr>
            </a:lvl5pPr>
          </a:lstStyle>
          <a:p>
            <a:pPr lvl="0"/>
            <a:r>
              <a:rPr lang="en-US"/>
              <a:t>Click to edit master text styles</a:t>
            </a:r>
          </a:p>
        </p:txBody>
      </p:sp>
      <p:sp>
        <p:nvSpPr>
          <p:cNvPr id="86" name="Text Placeholder 2">
            <a:extLst>
              <a:ext uri="{FF2B5EF4-FFF2-40B4-BE49-F238E27FC236}">
                <a16:creationId xmlns:a16="http://schemas.microsoft.com/office/drawing/2014/main" id="{8FDB1794-F8AB-4138-AAA1-A52DD6E79A3A}"/>
              </a:ext>
            </a:extLst>
          </p:cNvPr>
          <p:cNvSpPr>
            <a:spLocks noGrp="1"/>
          </p:cNvSpPr>
          <p:nvPr>
            <p:ph type="body" sz="quarter" idx="58" hasCustomPrompt="1"/>
          </p:nvPr>
        </p:nvSpPr>
        <p:spPr>
          <a:xfrm>
            <a:off x="2853601" y="5126639"/>
            <a:ext cx="1572616" cy="963004"/>
          </a:xfrm>
        </p:spPr>
        <p:txBody>
          <a:bodyPr>
            <a:normAutofit/>
          </a:bodyPr>
          <a:lstStyle>
            <a:lvl1pPr>
              <a:lnSpc>
                <a:spcPct val="90000"/>
              </a:lnSpc>
              <a:defRPr sz="1600" b="0" cap="none">
                <a:solidFill>
                  <a:schemeClr val="tx1"/>
                </a:solidFill>
                <a:latin typeface="+mn-lt"/>
              </a:defRPr>
            </a:lvl1pPr>
            <a:lvl2pPr marL="55562" indent="0">
              <a:buNone/>
              <a:defRPr>
                <a:latin typeface="Graphik Regular" panose="020B0503030202060203" pitchFamily="34" charset="0"/>
              </a:defRPr>
            </a:lvl2pPr>
            <a:lvl3pPr>
              <a:defRPr>
                <a:latin typeface="Graphik Regular" panose="020B0503030202060203" pitchFamily="34" charset="0"/>
              </a:defRPr>
            </a:lvl3pPr>
            <a:lvl4pPr>
              <a:defRPr>
                <a:latin typeface="Graphik Regular" panose="020B0503030202060203" pitchFamily="34" charset="0"/>
              </a:defRPr>
            </a:lvl4pPr>
            <a:lvl5pPr>
              <a:defRPr>
                <a:latin typeface="Graphik Regular" panose="020B0503030202060203" pitchFamily="34" charset="0"/>
              </a:defRPr>
            </a:lvl5pPr>
          </a:lstStyle>
          <a:p>
            <a:pPr lvl="0"/>
            <a:r>
              <a:rPr lang="en-US"/>
              <a:t>Click to edit master text styles</a:t>
            </a:r>
          </a:p>
        </p:txBody>
      </p:sp>
      <p:sp>
        <p:nvSpPr>
          <p:cNvPr id="87" name="Text Placeholder 2">
            <a:extLst>
              <a:ext uri="{FF2B5EF4-FFF2-40B4-BE49-F238E27FC236}">
                <a16:creationId xmlns:a16="http://schemas.microsoft.com/office/drawing/2014/main" id="{FC4FC8D5-B96C-437B-A281-3F7C9C7D71C8}"/>
              </a:ext>
            </a:extLst>
          </p:cNvPr>
          <p:cNvSpPr>
            <a:spLocks noGrp="1"/>
          </p:cNvSpPr>
          <p:nvPr>
            <p:ph type="body" sz="quarter" idx="59" hasCustomPrompt="1"/>
          </p:nvPr>
        </p:nvSpPr>
        <p:spPr>
          <a:xfrm>
            <a:off x="5309691" y="5145564"/>
            <a:ext cx="1580870" cy="963004"/>
          </a:xfrm>
        </p:spPr>
        <p:txBody>
          <a:bodyPr>
            <a:normAutofit/>
          </a:bodyPr>
          <a:lstStyle>
            <a:lvl1pPr>
              <a:lnSpc>
                <a:spcPct val="90000"/>
              </a:lnSpc>
              <a:defRPr sz="1600" b="0" cap="none">
                <a:solidFill>
                  <a:schemeClr val="tx1"/>
                </a:solidFill>
                <a:latin typeface="+mn-lt"/>
              </a:defRPr>
            </a:lvl1pPr>
            <a:lvl2pPr marL="55562" indent="0">
              <a:buNone/>
              <a:defRPr>
                <a:latin typeface="Graphik Regular" panose="020B0503030202060203" pitchFamily="34" charset="0"/>
              </a:defRPr>
            </a:lvl2pPr>
            <a:lvl3pPr>
              <a:defRPr>
                <a:latin typeface="Graphik Regular" panose="020B0503030202060203" pitchFamily="34" charset="0"/>
              </a:defRPr>
            </a:lvl3pPr>
            <a:lvl4pPr>
              <a:defRPr>
                <a:latin typeface="Graphik Regular" panose="020B0503030202060203" pitchFamily="34" charset="0"/>
              </a:defRPr>
            </a:lvl4pPr>
            <a:lvl5pPr>
              <a:defRPr>
                <a:latin typeface="Graphik Regular" panose="020B0503030202060203" pitchFamily="34" charset="0"/>
              </a:defRPr>
            </a:lvl5pPr>
          </a:lstStyle>
          <a:p>
            <a:pPr lvl="0"/>
            <a:r>
              <a:rPr lang="en-US"/>
              <a:t>Click to edit master text styles</a:t>
            </a:r>
          </a:p>
        </p:txBody>
      </p:sp>
      <p:sp>
        <p:nvSpPr>
          <p:cNvPr id="88" name="Text Placeholder 2">
            <a:extLst>
              <a:ext uri="{FF2B5EF4-FFF2-40B4-BE49-F238E27FC236}">
                <a16:creationId xmlns:a16="http://schemas.microsoft.com/office/drawing/2014/main" id="{8FD560F8-78FC-4428-9882-3934D9CBB659}"/>
              </a:ext>
            </a:extLst>
          </p:cNvPr>
          <p:cNvSpPr>
            <a:spLocks noGrp="1"/>
          </p:cNvSpPr>
          <p:nvPr>
            <p:ph type="body" sz="quarter" idx="60" hasCustomPrompt="1"/>
          </p:nvPr>
        </p:nvSpPr>
        <p:spPr>
          <a:xfrm>
            <a:off x="7774035" y="5129798"/>
            <a:ext cx="1572616" cy="963004"/>
          </a:xfrm>
        </p:spPr>
        <p:txBody>
          <a:bodyPr>
            <a:normAutofit/>
          </a:bodyPr>
          <a:lstStyle>
            <a:lvl1pPr>
              <a:lnSpc>
                <a:spcPct val="90000"/>
              </a:lnSpc>
              <a:defRPr sz="1600" b="0" cap="none">
                <a:solidFill>
                  <a:schemeClr val="tx1"/>
                </a:solidFill>
                <a:latin typeface="+mn-lt"/>
              </a:defRPr>
            </a:lvl1pPr>
            <a:lvl2pPr marL="55562" indent="0">
              <a:buNone/>
              <a:defRPr>
                <a:latin typeface="Graphik Regular" panose="020B0503030202060203" pitchFamily="34" charset="0"/>
              </a:defRPr>
            </a:lvl2pPr>
            <a:lvl3pPr>
              <a:defRPr>
                <a:latin typeface="Graphik Regular" panose="020B0503030202060203" pitchFamily="34" charset="0"/>
              </a:defRPr>
            </a:lvl3pPr>
            <a:lvl4pPr>
              <a:defRPr>
                <a:latin typeface="Graphik Regular" panose="020B0503030202060203" pitchFamily="34" charset="0"/>
              </a:defRPr>
            </a:lvl4pPr>
            <a:lvl5pPr>
              <a:defRPr>
                <a:latin typeface="Graphik Regular" panose="020B0503030202060203" pitchFamily="34" charset="0"/>
              </a:defRPr>
            </a:lvl5pPr>
          </a:lstStyle>
          <a:p>
            <a:pPr lvl="0"/>
            <a:r>
              <a:rPr lang="en-US"/>
              <a:t>Click to edit master text styles</a:t>
            </a:r>
          </a:p>
        </p:txBody>
      </p:sp>
      <p:sp>
        <p:nvSpPr>
          <p:cNvPr id="89" name="Text Placeholder 2">
            <a:extLst>
              <a:ext uri="{FF2B5EF4-FFF2-40B4-BE49-F238E27FC236}">
                <a16:creationId xmlns:a16="http://schemas.microsoft.com/office/drawing/2014/main" id="{176CA42E-BDE9-4A57-B993-296EED1BCB46}"/>
              </a:ext>
            </a:extLst>
          </p:cNvPr>
          <p:cNvSpPr>
            <a:spLocks noGrp="1"/>
          </p:cNvSpPr>
          <p:nvPr>
            <p:ph type="body" sz="quarter" idx="61" hasCustomPrompt="1"/>
          </p:nvPr>
        </p:nvSpPr>
        <p:spPr>
          <a:xfrm>
            <a:off x="10230127" y="5127956"/>
            <a:ext cx="1572616" cy="963004"/>
          </a:xfrm>
        </p:spPr>
        <p:txBody>
          <a:bodyPr>
            <a:normAutofit/>
          </a:bodyPr>
          <a:lstStyle>
            <a:lvl1pPr>
              <a:lnSpc>
                <a:spcPct val="90000"/>
              </a:lnSpc>
              <a:defRPr sz="1600" b="0" cap="none">
                <a:solidFill>
                  <a:schemeClr val="tx1"/>
                </a:solidFill>
                <a:latin typeface="+mn-lt"/>
              </a:defRPr>
            </a:lvl1pPr>
            <a:lvl2pPr marL="55562" indent="0">
              <a:buNone/>
              <a:defRPr>
                <a:latin typeface="Graphik Regular" panose="020B0503030202060203" pitchFamily="34" charset="0"/>
              </a:defRPr>
            </a:lvl2pPr>
            <a:lvl3pPr>
              <a:defRPr>
                <a:latin typeface="Graphik Regular" panose="020B0503030202060203" pitchFamily="34" charset="0"/>
              </a:defRPr>
            </a:lvl3pPr>
            <a:lvl4pPr>
              <a:defRPr>
                <a:latin typeface="Graphik Regular" panose="020B0503030202060203" pitchFamily="34" charset="0"/>
              </a:defRPr>
            </a:lvl4pPr>
            <a:lvl5pPr>
              <a:defRPr>
                <a:latin typeface="Graphik Regular" panose="020B0503030202060203" pitchFamily="34" charset="0"/>
              </a:defRPr>
            </a:lvl5pPr>
          </a:lstStyle>
          <a:p>
            <a:pPr lvl="0"/>
            <a:r>
              <a:rPr lang="en-US"/>
              <a:t>Click to edit master text styles</a:t>
            </a:r>
          </a:p>
        </p:txBody>
      </p:sp>
      <p:sp>
        <p:nvSpPr>
          <p:cNvPr id="27" name="Footer Placeholder 6">
            <a:extLst>
              <a:ext uri="{FF2B5EF4-FFF2-40B4-BE49-F238E27FC236}">
                <a16:creationId xmlns:a16="http://schemas.microsoft.com/office/drawing/2014/main" id="{DF893CCF-7E5D-47A2-BEAA-290732009D83}"/>
              </a:ext>
            </a:extLst>
          </p:cNvPr>
          <p:cNvSpPr>
            <a:spLocks noGrp="1"/>
          </p:cNvSpPr>
          <p:nvPr>
            <p:ph type="ftr" sz="quarter" idx="16"/>
          </p:nvPr>
        </p:nvSpPr>
        <p:spPr>
          <a:xfrm>
            <a:off x="381002" y="6519009"/>
            <a:ext cx="5714999" cy="206375"/>
          </a:xfrm>
          <a:prstGeom prst="rect">
            <a:avLst/>
          </a:prstGeom>
        </p:spPr>
        <p:txBody>
          <a:bodyPr lIns="0"/>
          <a:lstStyle>
            <a:lvl1pPr>
              <a:defRPr sz="800">
                <a:solidFill>
                  <a:schemeClr val="tx1">
                    <a:alpha val="40000"/>
                  </a:schemeClr>
                </a:solidFill>
              </a:defRPr>
            </a:lvl1pPr>
          </a:lstStyle>
          <a:p>
            <a:r>
              <a:rPr lang="en-US" dirty="0"/>
              <a:t>Copyright © 2020 Accenture. All rights reserved.</a:t>
            </a:r>
          </a:p>
        </p:txBody>
      </p:sp>
      <p:sp>
        <p:nvSpPr>
          <p:cNvPr id="28" name="Slide Number Placeholder 9">
            <a:extLst>
              <a:ext uri="{FF2B5EF4-FFF2-40B4-BE49-F238E27FC236}">
                <a16:creationId xmlns:a16="http://schemas.microsoft.com/office/drawing/2014/main" id="{82929F35-82A7-4CD0-B264-4B8953C83B45}"/>
              </a:ext>
            </a:extLst>
          </p:cNvPr>
          <p:cNvSpPr>
            <a:spLocks noGrp="1"/>
          </p:cNvSpPr>
          <p:nvPr>
            <p:ph type="sldNum" sz="quarter" idx="17"/>
          </p:nvPr>
        </p:nvSpPr>
        <p:spPr>
          <a:xfrm>
            <a:off x="11506202" y="6519009"/>
            <a:ext cx="385711" cy="206375"/>
          </a:xfrm>
          <a:prstGeom prst="rect">
            <a:avLst/>
          </a:prstGeom>
        </p:spPr>
        <p:txBody>
          <a:bodyPr/>
          <a:lstStyle>
            <a:lvl1pPr>
              <a:defRPr sz="800">
                <a:solidFill>
                  <a:schemeClr val="tx1">
                    <a:alpha val="40000"/>
                  </a:schemeClr>
                </a:solidFill>
              </a:defRPr>
            </a:lvl1pPr>
          </a:lstStyle>
          <a:p>
            <a:fld id="{4F9AC08D-23A9-440E-BCB9-AA1E9877CC38}" type="slidenum">
              <a:rPr lang="en-US" smtClean="0"/>
              <a:pPr/>
              <a:t>‹#›</a:t>
            </a:fld>
            <a:endParaRPr lang="en-US" dirty="0"/>
          </a:p>
        </p:txBody>
      </p:sp>
    </p:spTree>
    <p:extLst>
      <p:ext uri="{BB962C8B-B14F-4D97-AF65-F5344CB8AC3E}">
        <p14:creationId xmlns:p14="http://schemas.microsoft.com/office/powerpoint/2010/main" val="3365527289"/>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One Column Layou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986EA-B600-4DE9-873A-47A5273447BD}"/>
              </a:ext>
            </a:extLst>
          </p:cNvPr>
          <p:cNvSpPr>
            <a:spLocks noGrp="1"/>
          </p:cNvSpPr>
          <p:nvPr>
            <p:ph type="body" sz="quarter" idx="10"/>
          </p:nvPr>
        </p:nvSpPr>
        <p:spPr>
          <a:xfrm>
            <a:off x="381000" y="1943100"/>
            <a:ext cx="8572500" cy="4284279"/>
          </a:xfrm>
          <a:prstGeom prst="rect">
            <a:avLst/>
          </a:prstGeom>
        </p:spPr>
        <p:txBody>
          <a:bodyPr/>
          <a:lstStyle>
            <a:lvl1pPr>
              <a:lnSpc>
                <a:spcPct val="100000"/>
              </a:lnSpc>
              <a:spcBef>
                <a:spcPts val="1200"/>
              </a:spcBef>
              <a:spcAft>
                <a:spcPts val="1200"/>
              </a:spcAft>
              <a:defRPr kumimoji="0" lang="en-US" sz="2800" b="1" i="0" u="none" strike="noStrike" kern="1200" cap="none" spc="0" normalizeH="0" baseline="0" dirty="0" smtClean="0">
                <a:ln>
                  <a:noFill/>
                </a:ln>
                <a:solidFill>
                  <a:schemeClr val="accent1"/>
                </a:solidFill>
                <a:effectLst/>
                <a:uLnTx/>
                <a:uFillTx/>
                <a:latin typeface="+mj-lt"/>
                <a:ea typeface="+mn-ea"/>
                <a:cs typeface="+mn-cs"/>
              </a:defRPr>
            </a:lvl1pPr>
            <a:lvl2pPr>
              <a:lnSpc>
                <a:spcPct val="100000"/>
              </a:lnSpc>
              <a:spcBef>
                <a:spcPts val="1200"/>
              </a:spcBef>
              <a:spcAft>
                <a:spcPts val="1200"/>
              </a:spcAft>
              <a:defRPr kumimoji="0" lang="en-US" sz="2200" b="0" i="0" u="none" strike="noStrike" kern="1200" cap="none" spc="0" normalizeH="0" baseline="0" dirty="0" smtClean="0">
                <a:ln>
                  <a:noFill/>
                </a:ln>
                <a:solidFill>
                  <a:sysClr val="windowText" lastClr="000000"/>
                </a:solidFill>
                <a:effectLst/>
                <a:uLnTx/>
                <a:uFillTx/>
                <a:latin typeface="+mn-lt"/>
                <a:ea typeface="+mn-ea"/>
                <a:cs typeface="+mn-cs"/>
              </a:defRPr>
            </a:lvl2pPr>
            <a:lvl3pPr marL="180975" indent="-180975">
              <a:lnSpc>
                <a:spcPct val="100000"/>
              </a:lnSpc>
              <a:spcBef>
                <a:spcPts val="1200"/>
              </a:spcBef>
              <a:spcAft>
                <a:spcPts val="1200"/>
              </a:spcAft>
              <a:buFont typeface="Arial" panose="020B0604020202020204" pitchFamily="34" charset="0"/>
              <a:buChar char="•"/>
              <a:defRPr kumimoji="0" lang="en-US" sz="1800" b="0" i="0" u="none" strike="noStrike" kern="1200" cap="none" spc="0" normalizeH="0" baseline="0" dirty="0" smtClean="0">
                <a:ln>
                  <a:noFill/>
                </a:ln>
                <a:solidFill>
                  <a:sysClr val="windowText" lastClr="000000"/>
                </a:solidFill>
                <a:effectLst/>
                <a:uLnTx/>
                <a:uFillTx/>
                <a:latin typeface="+mn-lt"/>
                <a:ea typeface="+mn-ea"/>
                <a:cs typeface="+mn-cs"/>
              </a:defRPr>
            </a:lvl3pPr>
            <a:lvl4pPr>
              <a:defRPr kumimoji="0" lang="en-US" sz="1800" b="0" i="0" u="none" strike="noStrike" kern="1200" cap="none" spc="0" normalizeH="0" baseline="0" dirty="0" smtClean="0">
                <a:ln>
                  <a:noFill/>
                </a:ln>
                <a:solidFill>
                  <a:sysClr val="windowText" lastClr="000000"/>
                </a:solidFill>
                <a:effectLst/>
                <a:uLnTx/>
                <a:uFillTx/>
                <a:latin typeface="Graphik"/>
                <a:ea typeface="+mn-ea"/>
                <a:cs typeface="+mn-cs"/>
              </a:defRPr>
            </a:lvl4pPr>
            <a:lvl5pPr>
              <a:defRPr kumimoji="0" lang="en-GB" sz="1800" b="0" i="0" u="none" strike="noStrike" kern="1200" cap="none" spc="0" normalizeH="0" baseline="0" dirty="0">
                <a:ln>
                  <a:noFill/>
                </a:ln>
                <a:solidFill>
                  <a:sysClr val="windowText" lastClr="000000"/>
                </a:solidFill>
                <a:effectLst/>
                <a:uLnTx/>
                <a:uFillTx/>
                <a:latin typeface="Graphik"/>
                <a:ea typeface="+mn-ea"/>
                <a:cs typeface="+mn-cs"/>
              </a:defRPr>
            </a:lvl5pPr>
          </a:lstStyle>
          <a:p>
            <a:pPr lvl="0"/>
            <a:r>
              <a:rPr lang="en-US"/>
              <a:t>Click to edit Master text styles</a:t>
            </a:r>
          </a:p>
          <a:p>
            <a:pPr lvl="1"/>
            <a:r>
              <a:rPr lang="en-US"/>
              <a:t>Second level</a:t>
            </a:r>
          </a:p>
          <a:p>
            <a:pPr lvl="2"/>
            <a:r>
              <a:rPr lang="en-US"/>
              <a:t>Third level</a:t>
            </a:r>
          </a:p>
        </p:txBody>
      </p:sp>
      <p:sp>
        <p:nvSpPr>
          <p:cNvPr id="6" name="Footer Placeholder 6">
            <a:extLst>
              <a:ext uri="{FF2B5EF4-FFF2-40B4-BE49-F238E27FC236}">
                <a16:creationId xmlns:a16="http://schemas.microsoft.com/office/drawing/2014/main" id="{2D7B9C33-7860-4A78-8365-326155D0DC4E}"/>
              </a:ext>
            </a:extLst>
          </p:cNvPr>
          <p:cNvSpPr>
            <a:spLocks noGrp="1"/>
          </p:cNvSpPr>
          <p:nvPr>
            <p:ph type="ftr" sz="quarter" idx="16"/>
          </p:nvPr>
        </p:nvSpPr>
        <p:spPr>
          <a:xfrm>
            <a:off x="381002" y="6519009"/>
            <a:ext cx="5714999" cy="206375"/>
          </a:xfrm>
          <a:prstGeom prst="rect">
            <a:avLst/>
          </a:prstGeom>
        </p:spPr>
        <p:txBody>
          <a:bodyPr lIns="0"/>
          <a:lstStyle>
            <a:lvl1pPr>
              <a:defRPr sz="800">
                <a:solidFill>
                  <a:schemeClr val="tx1">
                    <a:alpha val="40000"/>
                  </a:schemeClr>
                </a:solidFill>
              </a:defRPr>
            </a:lvl1pPr>
          </a:lstStyle>
          <a:p>
            <a:r>
              <a:rPr lang="en-US" dirty="0"/>
              <a:t>Copyright © 2020 Accenture. All rights reserved.</a:t>
            </a:r>
          </a:p>
        </p:txBody>
      </p:sp>
      <p:sp>
        <p:nvSpPr>
          <p:cNvPr id="8" name="Slide Number Placeholder 9">
            <a:extLst>
              <a:ext uri="{FF2B5EF4-FFF2-40B4-BE49-F238E27FC236}">
                <a16:creationId xmlns:a16="http://schemas.microsoft.com/office/drawing/2014/main" id="{75CA6DF9-3D47-44A0-9AE6-EE81F577848A}"/>
              </a:ext>
            </a:extLst>
          </p:cNvPr>
          <p:cNvSpPr>
            <a:spLocks noGrp="1"/>
          </p:cNvSpPr>
          <p:nvPr>
            <p:ph type="sldNum" sz="quarter" idx="17"/>
          </p:nvPr>
        </p:nvSpPr>
        <p:spPr>
          <a:xfrm>
            <a:off x="11506202" y="6519009"/>
            <a:ext cx="385711" cy="206375"/>
          </a:xfrm>
          <a:prstGeom prst="rect">
            <a:avLst/>
          </a:prstGeom>
        </p:spPr>
        <p:txBody>
          <a:bodyPr/>
          <a:lstStyle>
            <a:lvl1pPr>
              <a:defRPr sz="800">
                <a:solidFill>
                  <a:schemeClr val="tx1">
                    <a:alpha val="40000"/>
                  </a:schemeClr>
                </a:solidFill>
              </a:defRPr>
            </a:lvl1pPr>
          </a:lstStyle>
          <a:p>
            <a:fld id="{4F9AC08D-23A9-440E-BCB9-AA1E9877CC38}" type="slidenum">
              <a:rPr lang="en-US" smtClean="0"/>
              <a:pPr/>
              <a:t>‹#›</a:t>
            </a:fld>
            <a:endParaRPr lang="en-US" dirty="0"/>
          </a:p>
        </p:txBody>
      </p:sp>
      <p:sp>
        <p:nvSpPr>
          <p:cNvPr id="7" name="Title Placeholder 1">
            <a:extLst>
              <a:ext uri="{FF2B5EF4-FFF2-40B4-BE49-F238E27FC236}">
                <a16:creationId xmlns:a16="http://schemas.microsoft.com/office/drawing/2014/main" id="{F8D1DF11-64D7-450B-92C0-FFBB3964A60E}"/>
              </a:ext>
            </a:extLst>
          </p:cNvPr>
          <p:cNvSpPr>
            <a:spLocks noGrp="1"/>
          </p:cNvSpPr>
          <p:nvPr>
            <p:ph type="title" hasCustomPrompt="1"/>
          </p:nvPr>
        </p:nvSpPr>
        <p:spPr>
          <a:xfrm>
            <a:off x="381000" y="381002"/>
            <a:ext cx="11430000" cy="983263"/>
          </a:xfrm>
          <a:prstGeom prst="rect">
            <a:avLst/>
          </a:prstGeom>
        </p:spPr>
        <p:txBody>
          <a:bodyPr vert="horz" lIns="0" tIns="45720" rIns="0" bIns="0" rtlCol="0" anchor="t" anchorCtr="0">
            <a:normAutofit/>
          </a:bodyPr>
          <a:lstStyle>
            <a:lvl1pPr>
              <a:defRPr/>
            </a:lvl1pPr>
          </a:lstStyle>
          <a:p>
            <a:r>
              <a:rPr lang="en-US"/>
              <a:t>Insert Main Title at 36pt min 30pt</a:t>
            </a:r>
          </a:p>
        </p:txBody>
      </p:sp>
    </p:spTree>
    <p:extLst>
      <p:ext uri="{BB962C8B-B14F-4D97-AF65-F5344CB8AC3E}">
        <p14:creationId xmlns:p14="http://schemas.microsoft.com/office/powerpoint/2010/main" val="3794832106"/>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wo Columns Layou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41986EA-B600-4DE9-873A-47A5273447BD}"/>
              </a:ext>
            </a:extLst>
          </p:cNvPr>
          <p:cNvSpPr>
            <a:spLocks noGrp="1"/>
          </p:cNvSpPr>
          <p:nvPr>
            <p:ph type="body" sz="quarter" idx="10"/>
          </p:nvPr>
        </p:nvSpPr>
        <p:spPr>
          <a:xfrm>
            <a:off x="381000" y="1943100"/>
            <a:ext cx="5400000" cy="4284279"/>
          </a:xfrm>
          <a:prstGeom prst="rect">
            <a:avLst/>
          </a:prstGeom>
        </p:spPr>
        <p:txBody>
          <a:bodyPr/>
          <a:lstStyle>
            <a:lvl1pPr>
              <a:lnSpc>
                <a:spcPct val="100000"/>
              </a:lnSpc>
              <a:spcBef>
                <a:spcPts val="1200"/>
              </a:spcBef>
              <a:spcAft>
                <a:spcPts val="1200"/>
              </a:spcAft>
              <a:defRPr kumimoji="0" lang="en-US" sz="2800" b="1" i="0" u="none" strike="noStrike" kern="1200" cap="none" spc="0" normalizeH="0" baseline="0" dirty="0" smtClean="0">
                <a:ln>
                  <a:noFill/>
                </a:ln>
                <a:solidFill>
                  <a:schemeClr val="accent1"/>
                </a:solidFill>
                <a:effectLst/>
                <a:uLnTx/>
                <a:uFillTx/>
                <a:latin typeface="+mn-lt"/>
                <a:ea typeface="+mn-ea"/>
                <a:cs typeface="+mn-cs"/>
              </a:defRPr>
            </a:lvl1pPr>
            <a:lvl2pPr>
              <a:lnSpc>
                <a:spcPct val="100000"/>
              </a:lnSpc>
              <a:spcBef>
                <a:spcPts val="1200"/>
              </a:spcBef>
              <a:spcAft>
                <a:spcPts val="1200"/>
              </a:spcAft>
              <a:defRPr kumimoji="0" lang="en-US" sz="2200" b="0" i="0" u="none" strike="noStrike" kern="1200" cap="none" spc="0" normalizeH="0" baseline="0" dirty="0" smtClean="0">
                <a:ln>
                  <a:noFill/>
                </a:ln>
                <a:solidFill>
                  <a:sysClr val="windowText" lastClr="000000"/>
                </a:solidFill>
                <a:effectLst/>
                <a:uLnTx/>
                <a:uFillTx/>
                <a:latin typeface="+mn-lt"/>
                <a:ea typeface="+mn-ea"/>
                <a:cs typeface="+mn-cs"/>
              </a:defRPr>
            </a:lvl2pPr>
            <a:lvl3pPr marL="177800" indent="-177800">
              <a:lnSpc>
                <a:spcPct val="100000"/>
              </a:lnSpc>
              <a:spcBef>
                <a:spcPts val="1200"/>
              </a:spcBef>
              <a:spcAft>
                <a:spcPts val="1200"/>
              </a:spcAft>
              <a:buFont typeface="Arial" panose="020B0604020202020204" pitchFamily="34" charset="0"/>
              <a:buChar char="•"/>
              <a:defRPr kumimoji="0" lang="en-US" sz="1800" b="0" i="0" u="none" strike="noStrike" kern="1200" cap="none" spc="0" normalizeH="0" baseline="0" dirty="0" smtClean="0">
                <a:ln>
                  <a:noFill/>
                </a:ln>
                <a:solidFill>
                  <a:sysClr val="windowText" lastClr="000000"/>
                </a:solidFill>
                <a:effectLst/>
                <a:uLnTx/>
                <a:uFillTx/>
                <a:latin typeface="+mn-lt"/>
                <a:ea typeface="+mn-ea"/>
                <a:cs typeface="+mn-cs"/>
              </a:defRPr>
            </a:lvl3pPr>
            <a:lvl4pPr>
              <a:defRPr kumimoji="0" lang="en-US" sz="1800" b="0" i="0" u="none" strike="noStrike" kern="1200" cap="none" spc="0" normalizeH="0" baseline="0" dirty="0" smtClean="0">
                <a:ln>
                  <a:noFill/>
                </a:ln>
                <a:solidFill>
                  <a:sysClr val="windowText" lastClr="000000"/>
                </a:solidFill>
                <a:effectLst/>
                <a:uLnTx/>
                <a:uFillTx/>
                <a:latin typeface="Graphik"/>
                <a:ea typeface="+mn-ea"/>
                <a:cs typeface="+mn-cs"/>
              </a:defRPr>
            </a:lvl4pPr>
            <a:lvl5pPr>
              <a:defRPr kumimoji="0" lang="en-GB" sz="1800" b="0" i="0" u="none" strike="noStrike" kern="1200" cap="none" spc="0" normalizeH="0" baseline="0" dirty="0">
                <a:ln>
                  <a:noFill/>
                </a:ln>
                <a:solidFill>
                  <a:sysClr val="windowText" lastClr="000000"/>
                </a:solidFill>
                <a:effectLst/>
                <a:uLnTx/>
                <a:uFillTx/>
                <a:latin typeface="Graphik"/>
                <a:ea typeface="+mn-ea"/>
                <a:cs typeface="+mn-cs"/>
              </a:defRPr>
            </a:lvl5pPr>
          </a:lstStyle>
          <a:p>
            <a:pPr lvl="0"/>
            <a:r>
              <a:rPr lang="en-US"/>
              <a:t>Click to edit Master text styles</a:t>
            </a:r>
          </a:p>
          <a:p>
            <a:pPr lvl="1"/>
            <a:r>
              <a:rPr lang="en-US"/>
              <a:t>Second level</a:t>
            </a:r>
          </a:p>
          <a:p>
            <a:pPr lvl="2"/>
            <a:r>
              <a:rPr lang="en-US"/>
              <a:t>Third level</a:t>
            </a:r>
          </a:p>
        </p:txBody>
      </p:sp>
      <p:sp>
        <p:nvSpPr>
          <p:cNvPr id="6" name="Text Placeholder 3">
            <a:extLst>
              <a:ext uri="{FF2B5EF4-FFF2-40B4-BE49-F238E27FC236}">
                <a16:creationId xmlns:a16="http://schemas.microsoft.com/office/drawing/2014/main" id="{4538F56B-ECAD-430D-86B3-CA43CA930B13}"/>
              </a:ext>
            </a:extLst>
          </p:cNvPr>
          <p:cNvSpPr>
            <a:spLocks noGrp="1"/>
          </p:cNvSpPr>
          <p:nvPr>
            <p:ph type="body" sz="quarter" idx="64"/>
          </p:nvPr>
        </p:nvSpPr>
        <p:spPr>
          <a:xfrm>
            <a:off x="6411000" y="1945849"/>
            <a:ext cx="5400000" cy="4284279"/>
          </a:xfrm>
          <a:prstGeom prst="rect">
            <a:avLst/>
          </a:prstGeom>
        </p:spPr>
        <p:txBody>
          <a:bodyPr/>
          <a:lstStyle>
            <a:lvl1pPr>
              <a:lnSpc>
                <a:spcPct val="100000"/>
              </a:lnSpc>
              <a:spcBef>
                <a:spcPts val="1200"/>
              </a:spcBef>
              <a:spcAft>
                <a:spcPts val="1200"/>
              </a:spcAft>
              <a:defRPr kumimoji="0" lang="en-US" sz="2800" b="1" i="0" u="none" strike="noStrike" kern="1200" cap="none" spc="0" normalizeH="0" baseline="0" dirty="0" smtClean="0">
                <a:ln>
                  <a:noFill/>
                </a:ln>
                <a:solidFill>
                  <a:schemeClr val="accent1"/>
                </a:solidFill>
                <a:effectLst/>
                <a:uLnTx/>
                <a:uFillTx/>
                <a:latin typeface="+mn-lt"/>
                <a:ea typeface="+mn-ea"/>
                <a:cs typeface="+mn-cs"/>
              </a:defRPr>
            </a:lvl1pPr>
            <a:lvl2pPr>
              <a:lnSpc>
                <a:spcPct val="100000"/>
              </a:lnSpc>
              <a:spcBef>
                <a:spcPts val="1200"/>
              </a:spcBef>
              <a:spcAft>
                <a:spcPts val="1200"/>
              </a:spcAft>
              <a:defRPr kumimoji="0" lang="en-US" sz="2200" b="0" i="0" u="none" strike="noStrike" kern="1200" cap="none" spc="0" normalizeH="0" baseline="0" dirty="0" smtClean="0">
                <a:ln>
                  <a:noFill/>
                </a:ln>
                <a:solidFill>
                  <a:sysClr val="windowText" lastClr="000000"/>
                </a:solidFill>
                <a:effectLst/>
                <a:uLnTx/>
                <a:uFillTx/>
                <a:latin typeface="+mn-lt"/>
                <a:ea typeface="+mn-ea"/>
                <a:cs typeface="+mn-cs"/>
              </a:defRPr>
            </a:lvl2pPr>
            <a:lvl3pPr marL="177800" indent="-177800">
              <a:lnSpc>
                <a:spcPct val="100000"/>
              </a:lnSpc>
              <a:spcBef>
                <a:spcPts val="1200"/>
              </a:spcBef>
              <a:spcAft>
                <a:spcPts val="1200"/>
              </a:spcAft>
              <a:buFont typeface="Arial" panose="020B0604020202020204" pitchFamily="34" charset="0"/>
              <a:buChar char="•"/>
              <a:defRPr kumimoji="0" lang="en-US" sz="1800" b="0" i="0" u="none" strike="noStrike" kern="1200" cap="none" spc="0" normalizeH="0" baseline="0" dirty="0" smtClean="0">
                <a:ln>
                  <a:noFill/>
                </a:ln>
                <a:solidFill>
                  <a:sysClr val="windowText" lastClr="000000"/>
                </a:solidFill>
                <a:effectLst/>
                <a:uLnTx/>
                <a:uFillTx/>
                <a:latin typeface="+mn-lt"/>
                <a:ea typeface="+mn-ea"/>
                <a:cs typeface="+mn-cs"/>
              </a:defRPr>
            </a:lvl3pPr>
            <a:lvl4pPr>
              <a:defRPr kumimoji="0" lang="en-US" sz="1800" b="0" i="0" u="none" strike="noStrike" kern="1200" cap="none" spc="0" normalizeH="0" baseline="0" dirty="0" smtClean="0">
                <a:ln>
                  <a:noFill/>
                </a:ln>
                <a:solidFill>
                  <a:sysClr val="windowText" lastClr="000000"/>
                </a:solidFill>
                <a:effectLst/>
                <a:uLnTx/>
                <a:uFillTx/>
                <a:latin typeface="Graphik"/>
                <a:ea typeface="+mn-ea"/>
                <a:cs typeface="+mn-cs"/>
              </a:defRPr>
            </a:lvl4pPr>
            <a:lvl5pPr>
              <a:defRPr kumimoji="0" lang="en-GB" sz="1800" b="0" i="0" u="none" strike="noStrike" kern="1200" cap="none" spc="0" normalizeH="0" baseline="0" dirty="0">
                <a:ln>
                  <a:noFill/>
                </a:ln>
                <a:solidFill>
                  <a:sysClr val="windowText" lastClr="000000"/>
                </a:solidFill>
                <a:effectLst/>
                <a:uLnTx/>
                <a:uFillTx/>
                <a:latin typeface="Graphik"/>
                <a:ea typeface="+mn-ea"/>
                <a:cs typeface="+mn-cs"/>
              </a:defRPr>
            </a:lvl5pPr>
          </a:lstStyle>
          <a:p>
            <a:pPr lvl="0"/>
            <a:r>
              <a:rPr lang="en-US"/>
              <a:t>Click to edit Master text styles</a:t>
            </a:r>
          </a:p>
          <a:p>
            <a:pPr lvl="1"/>
            <a:r>
              <a:rPr lang="en-US"/>
              <a:t>Second level</a:t>
            </a:r>
          </a:p>
          <a:p>
            <a:pPr lvl="2"/>
            <a:r>
              <a:rPr lang="en-US"/>
              <a:t>Third level</a:t>
            </a:r>
          </a:p>
        </p:txBody>
      </p:sp>
      <p:sp>
        <p:nvSpPr>
          <p:cNvPr id="10" name="Footer Placeholder 6">
            <a:extLst>
              <a:ext uri="{FF2B5EF4-FFF2-40B4-BE49-F238E27FC236}">
                <a16:creationId xmlns:a16="http://schemas.microsoft.com/office/drawing/2014/main" id="{03EC794A-FC92-4AAF-AE86-050FA799F512}"/>
              </a:ext>
            </a:extLst>
          </p:cNvPr>
          <p:cNvSpPr>
            <a:spLocks noGrp="1"/>
          </p:cNvSpPr>
          <p:nvPr>
            <p:ph type="ftr" sz="quarter" idx="16"/>
          </p:nvPr>
        </p:nvSpPr>
        <p:spPr>
          <a:xfrm>
            <a:off x="381002" y="6519009"/>
            <a:ext cx="5714999" cy="206375"/>
          </a:xfrm>
          <a:prstGeom prst="rect">
            <a:avLst/>
          </a:prstGeom>
        </p:spPr>
        <p:txBody>
          <a:bodyPr lIns="0"/>
          <a:lstStyle>
            <a:lvl1pPr>
              <a:defRPr sz="800">
                <a:solidFill>
                  <a:schemeClr val="tx1">
                    <a:alpha val="40000"/>
                  </a:schemeClr>
                </a:solidFill>
              </a:defRPr>
            </a:lvl1pPr>
          </a:lstStyle>
          <a:p>
            <a:r>
              <a:rPr lang="en-US" dirty="0"/>
              <a:t>Copyright © 2020 Accenture. All rights reserved.</a:t>
            </a:r>
          </a:p>
        </p:txBody>
      </p:sp>
      <p:sp>
        <p:nvSpPr>
          <p:cNvPr id="11" name="Slide Number Placeholder 9">
            <a:extLst>
              <a:ext uri="{FF2B5EF4-FFF2-40B4-BE49-F238E27FC236}">
                <a16:creationId xmlns:a16="http://schemas.microsoft.com/office/drawing/2014/main" id="{31586DA7-028B-46B2-8DE5-CD490E3A7287}"/>
              </a:ext>
            </a:extLst>
          </p:cNvPr>
          <p:cNvSpPr>
            <a:spLocks noGrp="1"/>
          </p:cNvSpPr>
          <p:nvPr>
            <p:ph type="sldNum" sz="quarter" idx="17"/>
          </p:nvPr>
        </p:nvSpPr>
        <p:spPr>
          <a:xfrm>
            <a:off x="11506202" y="6519009"/>
            <a:ext cx="385711" cy="206375"/>
          </a:xfrm>
          <a:prstGeom prst="rect">
            <a:avLst/>
          </a:prstGeom>
        </p:spPr>
        <p:txBody>
          <a:bodyPr/>
          <a:lstStyle>
            <a:lvl1pPr>
              <a:defRPr sz="800">
                <a:solidFill>
                  <a:schemeClr val="tx1">
                    <a:alpha val="40000"/>
                  </a:schemeClr>
                </a:solidFill>
              </a:defRPr>
            </a:lvl1pPr>
          </a:lstStyle>
          <a:p>
            <a:fld id="{4F9AC08D-23A9-440E-BCB9-AA1E9877CC38}" type="slidenum">
              <a:rPr lang="en-US" smtClean="0"/>
              <a:pPr/>
              <a:t>‹#›</a:t>
            </a:fld>
            <a:endParaRPr lang="en-US" dirty="0"/>
          </a:p>
        </p:txBody>
      </p:sp>
      <p:sp>
        <p:nvSpPr>
          <p:cNvPr id="7" name="Title Placeholder 1">
            <a:extLst>
              <a:ext uri="{FF2B5EF4-FFF2-40B4-BE49-F238E27FC236}">
                <a16:creationId xmlns:a16="http://schemas.microsoft.com/office/drawing/2014/main" id="{DCAD60B4-85E8-4266-A468-73C7C71B2C64}"/>
              </a:ext>
            </a:extLst>
          </p:cNvPr>
          <p:cNvSpPr>
            <a:spLocks noGrp="1"/>
          </p:cNvSpPr>
          <p:nvPr>
            <p:ph type="title" hasCustomPrompt="1"/>
          </p:nvPr>
        </p:nvSpPr>
        <p:spPr>
          <a:xfrm>
            <a:off x="381000" y="381002"/>
            <a:ext cx="11430000" cy="983263"/>
          </a:xfrm>
          <a:prstGeom prst="rect">
            <a:avLst/>
          </a:prstGeom>
        </p:spPr>
        <p:txBody>
          <a:bodyPr vert="horz" lIns="0" tIns="45720" rIns="0" bIns="0" rtlCol="0" anchor="t" anchorCtr="0">
            <a:normAutofit/>
          </a:bodyPr>
          <a:lstStyle>
            <a:lvl1pPr>
              <a:defRPr/>
            </a:lvl1pPr>
          </a:lstStyle>
          <a:p>
            <a:r>
              <a:rPr lang="en-US"/>
              <a:t>Insert Main Title at 36pt min 30pt</a:t>
            </a:r>
          </a:p>
        </p:txBody>
      </p:sp>
    </p:spTree>
    <p:extLst>
      <p:ext uri="{BB962C8B-B14F-4D97-AF65-F5344CB8AC3E}">
        <p14:creationId xmlns:p14="http://schemas.microsoft.com/office/powerpoint/2010/main" val="3363966883"/>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Bullets Option 3">
    <p:spTree>
      <p:nvGrpSpPr>
        <p:cNvPr id="1" name=""/>
        <p:cNvGrpSpPr/>
        <p:nvPr/>
      </p:nvGrpSpPr>
      <p:grpSpPr>
        <a:xfrm>
          <a:off x="0" y="0"/>
          <a:ext cx="0" cy="0"/>
          <a:chOff x="0" y="0"/>
          <a:chExt cx="0" cy="0"/>
        </a:xfrm>
      </p:grpSpPr>
      <p:sp>
        <p:nvSpPr>
          <p:cNvPr id="17" name="Text Placeholder 25">
            <a:extLst>
              <a:ext uri="{FF2B5EF4-FFF2-40B4-BE49-F238E27FC236}">
                <a16:creationId xmlns:a16="http://schemas.microsoft.com/office/drawing/2014/main" id="{442A75EB-71CE-4543-ADEB-9A7264CF8BF0}"/>
              </a:ext>
            </a:extLst>
          </p:cNvPr>
          <p:cNvSpPr>
            <a:spLocks noGrp="1"/>
          </p:cNvSpPr>
          <p:nvPr>
            <p:ph type="body" sz="quarter" idx="21" hasCustomPrompt="1"/>
          </p:nvPr>
        </p:nvSpPr>
        <p:spPr>
          <a:xfrm>
            <a:off x="1003807" y="4699746"/>
            <a:ext cx="2467571" cy="1571520"/>
          </a:xfrm>
        </p:spPr>
        <p:txBody>
          <a:bodyPr>
            <a:normAutofit/>
          </a:bodyPr>
          <a:lstStyle>
            <a:lvl1pPr>
              <a:lnSpc>
                <a:spcPct val="100000"/>
              </a:lnSpc>
              <a:defRPr sz="1400" b="0" cap="none">
                <a:latin typeface="+mn-lt"/>
              </a:defRPr>
            </a:lvl1pPr>
          </a:lstStyle>
          <a:p>
            <a:r>
              <a:rPr lang="en-GB" sz="1400">
                <a:latin typeface="Graphik" panose="020B0503030202060203" pitchFamily="34" charset="77"/>
              </a:rPr>
              <a:t>Insert text here max</a:t>
            </a:r>
            <a:br>
              <a:rPr lang="en-GB" sz="1400">
                <a:latin typeface="Graphik" panose="020B0503030202060203" pitchFamily="34" charset="77"/>
              </a:rPr>
            </a:br>
            <a:r>
              <a:rPr lang="en-GB" sz="1400">
                <a:latin typeface="Graphik" panose="020B0503030202060203" pitchFamily="34" charset="77"/>
              </a:rPr>
              <a:t>lines to the bottom of this text box, min 14 </a:t>
            </a:r>
            <a:r>
              <a:rPr lang="en-GB" sz="1400" err="1">
                <a:latin typeface="Graphik" panose="020B0503030202060203" pitchFamily="34" charset="77"/>
              </a:rPr>
              <a:t>pt</a:t>
            </a:r>
            <a:r>
              <a:rPr lang="en-GB" sz="1400">
                <a:latin typeface="Graphik" panose="020B0503030202060203" pitchFamily="34" charset="77"/>
              </a:rPr>
              <a:t> with paragraph spacing 1.0</a:t>
            </a:r>
          </a:p>
        </p:txBody>
      </p:sp>
      <p:sp>
        <p:nvSpPr>
          <p:cNvPr id="18" name="Text Placeholder 25">
            <a:extLst>
              <a:ext uri="{FF2B5EF4-FFF2-40B4-BE49-F238E27FC236}">
                <a16:creationId xmlns:a16="http://schemas.microsoft.com/office/drawing/2014/main" id="{BCD1C719-53DB-4DE0-999D-A83E05EEDF81}"/>
              </a:ext>
            </a:extLst>
          </p:cNvPr>
          <p:cNvSpPr>
            <a:spLocks noGrp="1"/>
          </p:cNvSpPr>
          <p:nvPr>
            <p:ph type="body" sz="quarter" idx="27" hasCustomPrompt="1"/>
          </p:nvPr>
        </p:nvSpPr>
        <p:spPr>
          <a:xfrm>
            <a:off x="3746803" y="4699746"/>
            <a:ext cx="2467571" cy="1571520"/>
          </a:xfrm>
        </p:spPr>
        <p:txBody>
          <a:bodyPr>
            <a:normAutofit/>
          </a:bodyPr>
          <a:lstStyle>
            <a:lvl1pPr>
              <a:lnSpc>
                <a:spcPct val="100000"/>
              </a:lnSpc>
              <a:defRPr sz="1400" b="0" cap="none">
                <a:latin typeface="+mn-lt"/>
              </a:defRPr>
            </a:lvl1pPr>
          </a:lstStyle>
          <a:p>
            <a:r>
              <a:rPr lang="en-GB" sz="1400">
                <a:latin typeface="Graphik" panose="020B0503030202060203" pitchFamily="34" charset="77"/>
              </a:rPr>
              <a:t>Insert text here max</a:t>
            </a:r>
            <a:br>
              <a:rPr lang="en-GB" sz="1400">
                <a:latin typeface="Graphik" panose="020B0503030202060203" pitchFamily="34" charset="77"/>
              </a:rPr>
            </a:br>
            <a:r>
              <a:rPr lang="en-GB" sz="1400">
                <a:latin typeface="Graphik" panose="020B0503030202060203" pitchFamily="34" charset="77"/>
              </a:rPr>
              <a:t>lines to the bottom of this text box, min 14 </a:t>
            </a:r>
            <a:r>
              <a:rPr lang="en-GB" sz="1400" err="1">
                <a:latin typeface="Graphik" panose="020B0503030202060203" pitchFamily="34" charset="77"/>
              </a:rPr>
              <a:t>pt</a:t>
            </a:r>
            <a:r>
              <a:rPr lang="en-GB" sz="1400">
                <a:latin typeface="Graphik" panose="020B0503030202060203" pitchFamily="34" charset="77"/>
              </a:rPr>
              <a:t> with paragraph spacing 1.0</a:t>
            </a:r>
          </a:p>
        </p:txBody>
      </p:sp>
      <p:sp>
        <p:nvSpPr>
          <p:cNvPr id="19" name="Text Placeholder 25">
            <a:extLst>
              <a:ext uri="{FF2B5EF4-FFF2-40B4-BE49-F238E27FC236}">
                <a16:creationId xmlns:a16="http://schemas.microsoft.com/office/drawing/2014/main" id="{933372D4-A8C3-4A0E-8BC4-35430C7D44C9}"/>
              </a:ext>
            </a:extLst>
          </p:cNvPr>
          <p:cNvSpPr>
            <a:spLocks noGrp="1"/>
          </p:cNvSpPr>
          <p:nvPr>
            <p:ph type="body" sz="quarter" idx="28" hasCustomPrompt="1"/>
          </p:nvPr>
        </p:nvSpPr>
        <p:spPr>
          <a:xfrm>
            <a:off x="6600432" y="4699746"/>
            <a:ext cx="2467571" cy="1571520"/>
          </a:xfrm>
        </p:spPr>
        <p:txBody>
          <a:bodyPr>
            <a:normAutofit/>
          </a:bodyPr>
          <a:lstStyle>
            <a:lvl1pPr>
              <a:lnSpc>
                <a:spcPct val="100000"/>
              </a:lnSpc>
              <a:defRPr sz="1400" b="0" cap="none">
                <a:latin typeface="+mn-lt"/>
              </a:defRPr>
            </a:lvl1pPr>
          </a:lstStyle>
          <a:p>
            <a:r>
              <a:rPr lang="en-GB" sz="1400">
                <a:latin typeface="Graphik" panose="020B0503030202060203" pitchFamily="34" charset="77"/>
              </a:rPr>
              <a:t>Insert text here max</a:t>
            </a:r>
            <a:br>
              <a:rPr lang="en-GB" sz="1400">
                <a:latin typeface="Graphik" panose="020B0503030202060203" pitchFamily="34" charset="77"/>
              </a:rPr>
            </a:br>
            <a:r>
              <a:rPr lang="en-GB" sz="1400">
                <a:latin typeface="Graphik" panose="020B0503030202060203" pitchFamily="34" charset="77"/>
              </a:rPr>
              <a:t>lines to the bottom of this text box, min 14 </a:t>
            </a:r>
            <a:r>
              <a:rPr lang="en-GB" sz="1400" err="1">
                <a:latin typeface="Graphik" panose="020B0503030202060203" pitchFamily="34" charset="77"/>
              </a:rPr>
              <a:t>pt</a:t>
            </a:r>
            <a:r>
              <a:rPr lang="en-GB" sz="1400">
                <a:latin typeface="Graphik" panose="020B0503030202060203" pitchFamily="34" charset="77"/>
              </a:rPr>
              <a:t> with paragraph spacing 1.0</a:t>
            </a:r>
          </a:p>
        </p:txBody>
      </p:sp>
      <p:sp>
        <p:nvSpPr>
          <p:cNvPr id="20" name="Text Placeholder 25">
            <a:extLst>
              <a:ext uri="{FF2B5EF4-FFF2-40B4-BE49-F238E27FC236}">
                <a16:creationId xmlns:a16="http://schemas.microsoft.com/office/drawing/2014/main" id="{12AE7316-6AEE-48C3-B262-F48CA4EEC2F6}"/>
              </a:ext>
            </a:extLst>
          </p:cNvPr>
          <p:cNvSpPr>
            <a:spLocks noGrp="1"/>
          </p:cNvSpPr>
          <p:nvPr>
            <p:ph type="body" sz="quarter" idx="29" hasCustomPrompt="1"/>
          </p:nvPr>
        </p:nvSpPr>
        <p:spPr>
          <a:xfrm>
            <a:off x="9343428" y="4699746"/>
            <a:ext cx="2467571" cy="1571520"/>
          </a:xfrm>
        </p:spPr>
        <p:txBody>
          <a:bodyPr>
            <a:normAutofit/>
          </a:bodyPr>
          <a:lstStyle>
            <a:lvl1pPr>
              <a:lnSpc>
                <a:spcPct val="100000"/>
              </a:lnSpc>
              <a:defRPr sz="1400" b="0" cap="none">
                <a:latin typeface="+mn-lt"/>
              </a:defRPr>
            </a:lvl1pPr>
          </a:lstStyle>
          <a:p>
            <a:r>
              <a:rPr lang="en-GB" sz="1400">
                <a:latin typeface="Graphik" panose="020B0503030202060203" pitchFamily="34" charset="77"/>
              </a:rPr>
              <a:t>Insert text here max</a:t>
            </a:r>
            <a:br>
              <a:rPr lang="en-GB" sz="1400">
                <a:latin typeface="Graphik" panose="020B0503030202060203" pitchFamily="34" charset="77"/>
              </a:rPr>
            </a:br>
            <a:r>
              <a:rPr lang="en-GB" sz="1400">
                <a:latin typeface="Graphik" panose="020B0503030202060203" pitchFamily="34" charset="77"/>
              </a:rPr>
              <a:t>lines to the bottom of this text box, min 14 </a:t>
            </a:r>
            <a:r>
              <a:rPr lang="en-GB" sz="1400" err="1">
                <a:latin typeface="Graphik" panose="020B0503030202060203" pitchFamily="34" charset="77"/>
              </a:rPr>
              <a:t>pt</a:t>
            </a:r>
            <a:r>
              <a:rPr lang="en-GB" sz="1400">
                <a:latin typeface="Graphik" panose="020B0503030202060203" pitchFamily="34" charset="77"/>
              </a:rPr>
              <a:t> with paragraph spacing 1.0</a:t>
            </a:r>
          </a:p>
        </p:txBody>
      </p:sp>
      <p:sp>
        <p:nvSpPr>
          <p:cNvPr id="23" name="Footer Placeholder 6">
            <a:extLst>
              <a:ext uri="{FF2B5EF4-FFF2-40B4-BE49-F238E27FC236}">
                <a16:creationId xmlns:a16="http://schemas.microsoft.com/office/drawing/2014/main" id="{309F3C08-340B-4262-BE8D-7E0EC29922EC}"/>
              </a:ext>
            </a:extLst>
          </p:cNvPr>
          <p:cNvSpPr>
            <a:spLocks noGrp="1"/>
          </p:cNvSpPr>
          <p:nvPr>
            <p:ph type="ftr" sz="quarter" idx="16"/>
          </p:nvPr>
        </p:nvSpPr>
        <p:spPr>
          <a:xfrm>
            <a:off x="381002" y="6519009"/>
            <a:ext cx="5714999" cy="206375"/>
          </a:xfrm>
          <a:prstGeom prst="rect">
            <a:avLst/>
          </a:prstGeom>
        </p:spPr>
        <p:txBody>
          <a:bodyPr lIns="0"/>
          <a:lstStyle>
            <a:lvl1pPr>
              <a:defRPr sz="800">
                <a:solidFill>
                  <a:schemeClr val="tx1">
                    <a:alpha val="40000"/>
                  </a:schemeClr>
                </a:solidFill>
              </a:defRPr>
            </a:lvl1pPr>
          </a:lstStyle>
          <a:p>
            <a:r>
              <a:rPr lang="en-US" dirty="0"/>
              <a:t>Copyright © 2020 Accenture. All rights reserved.</a:t>
            </a:r>
          </a:p>
        </p:txBody>
      </p:sp>
      <p:sp>
        <p:nvSpPr>
          <p:cNvPr id="24" name="Slide Number Placeholder 9">
            <a:extLst>
              <a:ext uri="{FF2B5EF4-FFF2-40B4-BE49-F238E27FC236}">
                <a16:creationId xmlns:a16="http://schemas.microsoft.com/office/drawing/2014/main" id="{D8EB1850-1114-408C-A2E4-09622ECAB106}"/>
              </a:ext>
            </a:extLst>
          </p:cNvPr>
          <p:cNvSpPr>
            <a:spLocks noGrp="1"/>
          </p:cNvSpPr>
          <p:nvPr>
            <p:ph type="sldNum" sz="quarter" idx="17"/>
          </p:nvPr>
        </p:nvSpPr>
        <p:spPr>
          <a:xfrm>
            <a:off x="11506202" y="6519009"/>
            <a:ext cx="385711" cy="206375"/>
          </a:xfrm>
          <a:prstGeom prst="rect">
            <a:avLst/>
          </a:prstGeom>
        </p:spPr>
        <p:txBody>
          <a:bodyPr/>
          <a:lstStyle>
            <a:lvl1pPr>
              <a:defRPr sz="800">
                <a:solidFill>
                  <a:schemeClr val="tx1">
                    <a:alpha val="40000"/>
                  </a:schemeClr>
                </a:solidFill>
              </a:defRPr>
            </a:lvl1pPr>
          </a:lstStyle>
          <a:p>
            <a:fld id="{4F9AC08D-23A9-440E-BCB9-AA1E9877CC38}" type="slidenum">
              <a:rPr lang="en-US" smtClean="0"/>
              <a:pPr/>
              <a:t>‹#›</a:t>
            </a:fld>
            <a:endParaRPr lang="en-US" dirty="0"/>
          </a:p>
        </p:txBody>
      </p:sp>
      <p:sp>
        <p:nvSpPr>
          <p:cNvPr id="25" name="Title 1">
            <a:extLst>
              <a:ext uri="{FF2B5EF4-FFF2-40B4-BE49-F238E27FC236}">
                <a16:creationId xmlns:a16="http://schemas.microsoft.com/office/drawing/2014/main" id="{3F77B05F-F630-4362-9489-073AAEA27D27}"/>
              </a:ext>
            </a:extLst>
          </p:cNvPr>
          <p:cNvSpPr>
            <a:spLocks noGrp="1"/>
          </p:cNvSpPr>
          <p:nvPr>
            <p:ph type="title" hasCustomPrompt="1"/>
          </p:nvPr>
        </p:nvSpPr>
        <p:spPr>
          <a:xfrm>
            <a:off x="381000" y="381001"/>
            <a:ext cx="11430000" cy="726439"/>
          </a:xfrm>
          <a:prstGeom prst="rect">
            <a:avLst/>
          </a:prstGeom>
        </p:spPr>
        <p:txBody>
          <a:bodyPr/>
          <a:lstStyle>
            <a:lvl1pPr>
              <a:lnSpc>
                <a:spcPct val="80000"/>
              </a:lnSpc>
              <a:defRPr/>
            </a:lvl1pPr>
          </a:lstStyle>
          <a:p>
            <a:r>
              <a:rPr lang="en-US"/>
              <a:t>Insert Main Title at 36pt min 30pt</a:t>
            </a:r>
          </a:p>
        </p:txBody>
      </p:sp>
      <p:sp>
        <p:nvSpPr>
          <p:cNvPr id="30" name="Text Placeholder 4">
            <a:extLst>
              <a:ext uri="{FF2B5EF4-FFF2-40B4-BE49-F238E27FC236}">
                <a16:creationId xmlns:a16="http://schemas.microsoft.com/office/drawing/2014/main" id="{D1F1FA6F-6B29-4B4E-AC66-C4BE76E3CE71}"/>
              </a:ext>
            </a:extLst>
          </p:cNvPr>
          <p:cNvSpPr>
            <a:spLocks noGrp="1"/>
          </p:cNvSpPr>
          <p:nvPr>
            <p:ph type="body" sz="quarter" idx="33" hasCustomPrompt="1"/>
          </p:nvPr>
        </p:nvSpPr>
        <p:spPr>
          <a:xfrm>
            <a:off x="663693" y="1851079"/>
            <a:ext cx="5179384" cy="537448"/>
          </a:xfrm>
        </p:spPr>
        <p:txBody>
          <a:bodyPr tIns="0" bIns="0" anchor="t">
            <a:normAutofit/>
          </a:bodyPr>
          <a:lstStyle>
            <a:lvl1pPr algn="ctr">
              <a:lnSpc>
                <a:spcPct val="90000"/>
              </a:lnSpc>
              <a:spcBef>
                <a:spcPts val="0"/>
              </a:spcBef>
              <a:defRPr sz="2200" b="1" i="0" cap="none">
                <a:solidFill>
                  <a:schemeClr val="tx1"/>
                </a:solidFill>
                <a:latin typeface="+mj-lt"/>
              </a:defRPr>
            </a:lvl1pPr>
            <a:lvl2pPr>
              <a:defRPr b="1" i="0">
                <a:solidFill>
                  <a:schemeClr val="accent1"/>
                </a:solidFill>
                <a:latin typeface="Graphik" panose="020B0503030202060203" pitchFamily="34" charset="77"/>
              </a:defRPr>
            </a:lvl2pPr>
            <a:lvl3pPr>
              <a:defRPr b="1" i="0">
                <a:solidFill>
                  <a:schemeClr val="accent1"/>
                </a:solidFill>
                <a:latin typeface="Graphik" panose="020B0503030202060203" pitchFamily="34" charset="77"/>
              </a:defRPr>
            </a:lvl3pPr>
            <a:lvl4pPr>
              <a:defRPr b="1" i="0">
                <a:solidFill>
                  <a:schemeClr val="accent1"/>
                </a:solidFill>
                <a:latin typeface="Graphik" panose="020B0503030202060203" pitchFamily="34" charset="77"/>
              </a:defRPr>
            </a:lvl4pPr>
            <a:lvl5pPr>
              <a:defRPr b="1" i="0">
                <a:solidFill>
                  <a:schemeClr val="accent1"/>
                </a:solidFill>
                <a:latin typeface="Graphik" panose="020B0503030202060203" pitchFamily="34" charset="77"/>
              </a:defRPr>
            </a:lvl5pPr>
          </a:lstStyle>
          <a:p>
            <a:pPr lvl="0"/>
            <a:r>
              <a:rPr lang="en-US"/>
              <a:t>Heading 22pt min 16pt</a:t>
            </a:r>
          </a:p>
        </p:txBody>
      </p:sp>
      <p:sp>
        <p:nvSpPr>
          <p:cNvPr id="31" name="Text Placeholder 4">
            <a:extLst>
              <a:ext uri="{FF2B5EF4-FFF2-40B4-BE49-F238E27FC236}">
                <a16:creationId xmlns:a16="http://schemas.microsoft.com/office/drawing/2014/main" id="{E4CAE9FD-CC6F-4B12-A12B-D279A44AE39D}"/>
              </a:ext>
            </a:extLst>
          </p:cNvPr>
          <p:cNvSpPr>
            <a:spLocks noGrp="1"/>
          </p:cNvSpPr>
          <p:nvPr>
            <p:ph type="body" sz="quarter" idx="34" hasCustomPrompt="1"/>
          </p:nvPr>
        </p:nvSpPr>
        <p:spPr>
          <a:xfrm>
            <a:off x="6288001" y="1851079"/>
            <a:ext cx="5179384" cy="537448"/>
          </a:xfrm>
        </p:spPr>
        <p:txBody>
          <a:bodyPr tIns="0" bIns="0" anchor="t">
            <a:normAutofit/>
          </a:bodyPr>
          <a:lstStyle>
            <a:lvl1pPr algn="ctr">
              <a:lnSpc>
                <a:spcPct val="90000"/>
              </a:lnSpc>
              <a:spcBef>
                <a:spcPts val="0"/>
              </a:spcBef>
              <a:defRPr sz="2200" b="1" i="0" cap="none">
                <a:solidFill>
                  <a:schemeClr val="tx1"/>
                </a:solidFill>
                <a:latin typeface="+mj-lt"/>
              </a:defRPr>
            </a:lvl1pPr>
            <a:lvl2pPr>
              <a:defRPr b="1" i="0">
                <a:solidFill>
                  <a:schemeClr val="accent1"/>
                </a:solidFill>
                <a:latin typeface="Graphik" panose="020B0503030202060203" pitchFamily="34" charset="77"/>
              </a:defRPr>
            </a:lvl2pPr>
            <a:lvl3pPr>
              <a:defRPr b="1" i="0">
                <a:solidFill>
                  <a:schemeClr val="accent1"/>
                </a:solidFill>
                <a:latin typeface="Graphik" panose="020B0503030202060203" pitchFamily="34" charset="77"/>
              </a:defRPr>
            </a:lvl3pPr>
            <a:lvl4pPr>
              <a:defRPr b="1" i="0">
                <a:solidFill>
                  <a:schemeClr val="accent1"/>
                </a:solidFill>
                <a:latin typeface="Graphik" panose="020B0503030202060203" pitchFamily="34" charset="77"/>
              </a:defRPr>
            </a:lvl4pPr>
            <a:lvl5pPr>
              <a:defRPr b="1" i="0">
                <a:solidFill>
                  <a:schemeClr val="accent1"/>
                </a:solidFill>
                <a:latin typeface="Graphik" panose="020B0503030202060203" pitchFamily="34" charset="77"/>
              </a:defRPr>
            </a:lvl5pPr>
          </a:lstStyle>
          <a:p>
            <a:pPr lvl="0"/>
            <a:r>
              <a:rPr lang="en-US"/>
              <a:t>Heading 22pt min 16pt</a:t>
            </a:r>
          </a:p>
        </p:txBody>
      </p:sp>
    </p:spTree>
    <p:extLst>
      <p:ext uri="{BB962C8B-B14F-4D97-AF65-F5344CB8AC3E}">
        <p14:creationId xmlns:p14="http://schemas.microsoft.com/office/powerpoint/2010/main" val="759272705"/>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Bullets Option 4">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11BE77C-A095-46CD-A1E6-D35129200CF4}"/>
              </a:ext>
            </a:extLst>
          </p:cNvPr>
          <p:cNvSpPr/>
          <p:nvPr/>
        </p:nvSpPr>
        <p:spPr>
          <a:xfrm>
            <a:off x="1" y="1928174"/>
            <a:ext cx="12191998" cy="4405274"/>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p>
        </p:txBody>
      </p:sp>
      <p:sp>
        <p:nvSpPr>
          <p:cNvPr id="21" name="Text Placeholder 41">
            <a:extLst>
              <a:ext uri="{FF2B5EF4-FFF2-40B4-BE49-F238E27FC236}">
                <a16:creationId xmlns:a16="http://schemas.microsoft.com/office/drawing/2014/main" id="{812566C2-550C-428D-9F25-97BA6ACC6D85}"/>
              </a:ext>
            </a:extLst>
          </p:cNvPr>
          <p:cNvSpPr>
            <a:spLocks noGrp="1"/>
          </p:cNvSpPr>
          <p:nvPr>
            <p:ph type="body" sz="quarter" idx="23" hasCustomPrompt="1"/>
          </p:nvPr>
        </p:nvSpPr>
        <p:spPr>
          <a:xfrm>
            <a:off x="1480215" y="2410216"/>
            <a:ext cx="4243162" cy="879766"/>
          </a:xfrm>
          <a:prstGeom prst="rect">
            <a:avLst/>
          </a:prstGeom>
        </p:spPr>
        <p:txBody>
          <a:bodyPr wrap="square" tIns="0" bIns="0">
            <a:normAutofit/>
          </a:bodyPr>
          <a:lstStyle>
            <a:lvl1pPr algn="l">
              <a:lnSpc>
                <a:spcPct val="100000"/>
              </a:lnSpc>
              <a:spcBef>
                <a:spcPts val="0"/>
              </a:spcBef>
              <a:spcAft>
                <a:spcPts val="600"/>
              </a:spcAft>
              <a:defRPr lang="en-US" sz="1400" b="0" kern="1200" cap="none" dirty="0">
                <a:solidFill>
                  <a:schemeClr val="tx1"/>
                </a:solidFill>
                <a:latin typeface="+mn-lt"/>
                <a:ea typeface="+mn-ea"/>
                <a:cs typeface="+mn-cs"/>
              </a:defRPr>
            </a:lvl1pPr>
            <a:lvl2pPr algn="l">
              <a:lnSpc>
                <a:spcPct val="100000"/>
              </a:lnSpc>
              <a:spcBef>
                <a:spcPts val="0"/>
              </a:spcBef>
              <a:spcAft>
                <a:spcPts val="0"/>
              </a:spcAft>
              <a:defRPr lang="en-US" sz="1400" b="0" kern="1200" dirty="0">
                <a:solidFill>
                  <a:schemeClr val="tx1"/>
                </a:solidFill>
                <a:latin typeface="Graphik" panose="020B0503030202060203" pitchFamily="34" charset="77"/>
                <a:ea typeface="+mn-ea"/>
                <a:cs typeface="+mn-cs"/>
              </a:defRPr>
            </a:lvl2pPr>
          </a:lstStyle>
          <a:p>
            <a:pPr lvl="0"/>
            <a:r>
              <a:rPr lang="da-DK"/>
              <a:t>Lorem ipsum dolor sit amet</a:t>
            </a:r>
            <a:endParaRPr lang="en-US"/>
          </a:p>
        </p:txBody>
      </p:sp>
      <p:sp>
        <p:nvSpPr>
          <p:cNvPr id="22" name="Text Placeholder 41">
            <a:extLst>
              <a:ext uri="{FF2B5EF4-FFF2-40B4-BE49-F238E27FC236}">
                <a16:creationId xmlns:a16="http://schemas.microsoft.com/office/drawing/2014/main" id="{50056D35-DC61-4D0F-B0C2-B062F0DD56A4}"/>
              </a:ext>
            </a:extLst>
          </p:cNvPr>
          <p:cNvSpPr>
            <a:spLocks noGrp="1"/>
          </p:cNvSpPr>
          <p:nvPr>
            <p:ph type="body" sz="quarter" idx="24" hasCustomPrompt="1"/>
          </p:nvPr>
        </p:nvSpPr>
        <p:spPr>
          <a:xfrm>
            <a:off x="444500" y="2410216"/>
            <a:ext cx="839889" cy="553998"/>
          </a:xfrm>
          <a:prstGeom prst="rect">
            <a:avLst/>
          </a:prstGeom>
        </p:spPr>
        <p:txBody>
          <a:bodyPr wrap="square" tIns="0" bIns="0">
            <a:normAutofit/>
          </a:bodyPr>
          <a:lstStyle>
            <a:lvl1pPr algn="l">
              <a:lnSpc>
                <a:spcPct val="100000"/>
              </a:lnSpc>
              <a:spcBef>
                <a:spcPts val="0"/>
              </a:spcBef>
              <a:spcAft>
                <a:spcPts val="0"/>
              </a:spcAft>
              <a:defRPr lang="en-US" sz="3600" b="1" kern="1200" dirty="0">
                <a:solidFill>
                  <a:schemeClr val="accent1"/>
                </a:solidFill>
                <a:latin typeface="+mj-lt"/>
                <a:ea typeface="+mn-ea"/>
                <a:cs typeface="+mn-cs"/>
              </a:defRPr>
            </a:lvl1pPr>
            <a:lvl2pPr algn="l">
              <a:lnSpc>
                <a:spcPct val="100000"/>
              </a:lnSpc>
              <a:spcBef>
                <a:spcPts val="0"/>
              </a:spcBef>
              <a:spcAft>
                <a:spcPts val="0"/>
              </a:spcAft>
              <a:defRPr lang="en-US" sz="1400" b="0" kern="1200" dirty="0">
                <a:solidFill>
                  <a:schemeClr val="tx1"/>
                </a:solidFill>
                <a:latin typeface="Graphik" panose="020B0503030202060203" pitchFamily="34" charset="77"/>
                <a:ea typeface="+mn-ea"/>
                <a:cs typeface="+mn-cs"/>
              </a:defRPr>
            </a:lvl2pPr>
          </a:lstStyle>
          <a:p>
            <a:pPr lvl="0"/>
            <a:r>
              <a:rPr lang="en-US"/>
              <a:t>#</a:t>
            </a:r>
          </a:p>
        </p:txBody>
      </p:sp>
      <p:sp>
        <p:nvSpPr>
          <p:cNvPr id="23" name="Text Placeholder 41">
            <a:extLst>
              <a:ext uri="{FF2B5EF4-FFF2-40B4-BE49-F238E27FC236}">
                <a16:creationId xmlns:a16="http://schemas.microsoft.com/office/drawing/2014/main" id="{4F54E055-BFC8-4967-AD47-F082AF139F1D}"/>
              </a:ext>
            </a:extLst>
          </p:cNvPr>
          <p:cNvSpPr>
            <a:spLocks noGrp="1"/>
          </p:cNvSpPr>
          <p:nvPr>
            <p:ph type="body" sz="quarter" idx="25" hasCustomPrompt="1"/>
          </p:nvPr>
        </p:nvSpPr>
        <p:spPr>
          <a:xfrm>
            <a:off x="1480215" y="3635687"/>
            <a:ext cx="4243162" cy="879766"/>
          </a:xfrm>
          <a:prstGeom prst="rect">
            <a:avLst/>
          </a:prstGeom>
        </p:spPr>
        <p:txBody>
          <a:bodyPr wrap="square" tIns="0" bIns="0">
            <a:normAutofit/>
          </a:bodyPr>
          <a:lstStyle>
            <a:lvl1pPr algn="l">
              <a:lnSpc>
                <a:spcPct val="100000"/>
              </a:lnSpc>
              <a:spcBef>
                <a:spcPts val="0"/>
              </a:spcBef>
              <a:spcAft>
                <a:spcPts val="600"/>
              </a:spcAft>
              <a:defRPr lang="en-US" sz="1400" b="0" kern="1200" cap="none" dirty="0">
                <a:solidFill>
                  <a:schemeClr val="tx1"/>
                </a:solidFill>
                <a:latin typeface="+mn-lt"/>
                <a:ea typeface="+mn-ea"/>
                <a:cs typeface="+mn-cs"/>
              </a:defRPr>
            </a:lvl1pPr>
            <a:lvl2pPr algn="l">
              <a:lnSpc>
                <a:spcPct val="100000"/>
              </a:lnSpc>
              <a:spcBef>
                <a:spcPts val="0"/>
              </a:spcBef>
              <a:spcAft>
                <a:spcPts val="0"/>
              </a:spcAft>
              <a:defRPr lang="en-US" sz="1400" b="0" kern="1200" dirty="0">
                <a:solidFill>
                  <a:schemeClr val="tx1"/>
                </a:solidFill>
                <a:latin typeface="Graphik" panose="020B0503030202060203" pitchFamily="34" charset="77"/>
                <a:ea typeface="+mn-ea"/>
                <a:cs typeface="+mn-cs"/>
              </a:defRPr>
            </a:lvl2pPr>
          </a:lstStyle>
          <a:p>
            <a:pPr lvl="0"/>
            <a:r>
              <a:rPr lang="da-DK"/>
              <a:t>Lorem ipsum dolor sit amet</a:t>
            </a:r>
          </a:p>
        </p:txBody>
      </p:sp>
      <p:sp>
        <p:nvSpPr>
          <p:cNvPr id="24" name="Text Placeholder 41">
            <a:extLst>
              <a:ext uri="{FF2B5EF4-FFF2-40B4-BE49-F238E27FC236}">
                <a16:creationId xmlns:a16="http://schemas.microsoft.com/office/drawing/2014/main" id="{17A9C8F1-2B45-4232-AB93-26450C462582}"/>
              </a:ext>
            </a:extLst>
          </p:cNvPr>
          <p:cNvSpPr>
            <a:spLocks noGrp="1"/>
          </p:cNvSpPr>
          <p:nvPr>
            <p:ph type="body" sz="quarter" idx="26" hasCustomPrompt="1"/>
          </p:nvPr>
        </p:nvSpPr>
        <p:spPr>
          <a:xfrm>
            <a:off x="444501" y="3635687"/>
            <a:ext cx="839888" cy="553998"/>
          </a:xfrm>
          <a:prstGeom prst="rect">
            <a:avLst/>
          </a:prstGeom>
        </p:spPr>
        <p:txBody>
          <a:bodyPr wrap="square" tIns="0" bIns="0">
            <a:normAutofit/>
          </a:bodyPr>
          <a:lstStyle>
            <a:lvl1pPr algn="l">
              <a:lnSpc>
                <a:spcPct val="100000"/>
              </a:lnSpc>
              <a:spcBef>
                <a:spcPts val="0"/>
              </a:spcBef>
              <a:spcAft>
                <a:spcPts val="0"/>
              </a:spcAft>
              <a:defRPr lang="en-US" sz="3600" b="1" kern="1200" dirty="0">
                <a:solidFill>
                  <a:schemeClr val="accent1"/>
                </a:solidFill>
                <a:latin typeface="+mj-lt"/>
                <a:ea typeface="+mn-ea"/>
                <a:cs typeface="+mn-cs"/>
              </a:defRPr>
            </a:lvl1pPr>
            <a:lvl2pPr algn="l">
              <a:lnSpc>
                <a:spcPct val="100000"/>
              </a:lnSpc>
              <a:spcBef>
                <a:spcPts val="0"/>
              </a:spcBef>
              <a:spcAft>
                <a:spcPts val="0"/>
              </a:spcAft>
              <a:defRPr lang="en-US" sz="1400" b="0" kern="1200" dirty="0">
                <a:solidFill>
                  <a:schemeClr val="tx1"/>
                </a:solidFill>
                <a:latin typeface="Graphik" panose="020B0503030202060203" pitchFamily="34" charset="77"/>
                <a:ea typeface="+mn-ea"/>
                <a:cs typeface="+mn-cs"/>
              </a:defRPr>
            </a:lvl2pPr>
          </a:lstStyle>
          <a:p>
            <a:pPr lvl="0"/>
            <a:r>
              <a:rPr lang="en-US"/>
              <a:t>#</a:t>
            </a:r>
          </a:p>
        </p:txBody>
      </p:sp>
      <p:sp>
        <p:nvSpPr>
          <p:cNvPr id="25" name="Text Placeholder 41">
            <a:extLst>
              <a:ext uri="{FF2B5EF4-FFF2-40B4-BE49-F238E27FC236}">
                <a16:creationId xmlns:a16="http://schemas.microsoft.com/office/drawing/2014/main" id="{D7F2FA40-8443-415A-BCEC-57907AD7C3D2}"/>
              </a:ext>
            </a:extLst>
          </p:cNvPr>
          <p:cNvSpPr>
            <a:spLocks noGrp="1"/>
          </p:cNvSpPr>
          <p:nvPr>
            <p:ph type="body" sz="quarter" idx="27" hasCustomPrompt="1"/>
          </p:nvPr>
        </p:nvSpPr>
        <p:spPr>
          <a:xfrm>
            <a:off x="1480215" y="4861158"/>
            <a:ext cx="4243162" cy="879766"/>
          </a:xfrm>
          <a:prstGeom prst="rect">
            <a:avLst/>
          </a:prstGeom>
        </p:spPr>
        <p:txBody>
          <a:bodyPr wrap="square" tIns="0" bIns="0">
            <a:normAutofit/>
          </a:bodyPr>
          <a:lstStyle>
            <a:lvl1pPr algn="l">
              <a:lnSpc>
                <a:spcPct val="100000"/>
              </a:lnSpc>
              <a:spcBef>
                <a:spcPts val="0"/>
              </a:spcBef>
              <a:spcAft>
                <a:spcPts val="600"/>
              </a:spcAft>
              <a:defRPr lang="en-US" sz="1400" b="0" kern="1200" cap="none" dirty="0">
                <a:solidFill>
                  <a:schemeClr val="tx1"/>
                </a:solidFill>
                <a:latin typeface="+mn-lt"/>
                <a:ea typeface="+mn-ea"/>
                <a:cs typeface="+mn-cs"/>
              </a:defRPr>
            </a:lvl1pPr>
            <a:lvl2pPr algn="l">
              <a:lnSpc>
                <a:spcPct val="100000"/>
              </a:lnSpc>
              <a:spcBef>
                <a:spcPts val="0"/>
              </a:spcBef>
              <a:spcAft>
                <a:spcPts val="0"/>
              </a:spcAft>
              <a:defRPr lang="en-US" sz="1400" b="0" kern="1200" dirty="0">
                <a:solidFill>
                  <a:schemeClr val="tx1"/>
                </a:solidFill>
                <a:latin typeface="Graphik" panose="020B0503030202060203" pitchFamily="34" charset="77"/>
                <a:ea typeface="+mn-ea"/>
                <a:cs typeface="+mn-cs"/>
              </a:defRPr>
            </a:lvl2pPr>
          </a:lstStyle>
          <a:p>
            <a:pPr lvl="0"/>
            <a:r>
              <a:rPr lang="da-DK"/>
              <a:t>Lorem ipsum dolor sit amet</a:t>
            </a:r>
          </a:p>
        </p:txBody>
      </p:sp>
      <p:sp>
        <p:nvSpPr>
          <p:cNvPr id="26" name="Text Placeholder 41">
            <a:extLst>
              <a:ext uri="{FF2B5EF4-FFF2-40B4-BE49-F238E27FC236}">
                <a16:creationId xmlns:a16="http://schemas.microsoft.com/office/drawing/2014/main" id="{4DFB22B2-7DED-4F30-9EEB-FB3AE9BC7459}"/>
              </a:ext>
            </a:extLst>
          </p:cNvPr>
          <p:cNvSpPr>
            <a:spLocks noGrp="1"/>
          </p:cNvSpPr>
          <p:nvPr>
            <p:ph type="body" sz="quarter" idx="28" hasCustomPrompt="1"/>
          </p:nvPr>
        </p:nvSpPr>
        <p:spPr>
          <a:xfrm>
            <a:off x="444501" y="4861158"/>
            <a:ext cx="839888" cy="553998"/>
          </a:xfrm>
          <a:prstGeom prst="rect">
            <a:avLst/>
          </a:prstGeom>
        </p:spPr>
        <p:txBody>
          <a:bodyPr wrap="square" tIns="0" bIns="0">
            <a:normAutofit/>
          </a:bodyPr>
          <a:lstStyle>
            <a:lvl1pPr algn="l">
              <a:lnSpc>
                <a:spcPct val="100000"/>
              </a:lnSpc>
              <a:spcBef>
                <a:spcPts val="0"/>
              </a:spcBef>
              <a:spcAft>
                <a:spcPts val="0"/>
              </a:spcAft>
              <a:defRPr lang="en-US" sz="3600" b="1" kern="1200" dirty="0">
                <a:solidFill>
                  <a:schemeClr val="accent1"/>
                </a:solidFill>
                <a:latin typeface="+mj-lt"/>
                <a:ea typeface="+mn-ea"/>
                <a:cs typeface="+mn-cs"/>
              </a:defRPr>
            </a:lvl1pPr>
            <a:lvl2pPr algn="l">
              <a:lnSpc>
                <a:spcPct val="100000"/>
              </a:lnSpc>
              <a:spcBef>
                <a:spcPts val="0"/>
              </a:spcBef>
              <a:spcAft>
                <a:spcPts val="0"/>
              </a:spcAft>
              <a:defRPr lang="en-US" sz="1400" b="0" kern="1200" dirty="0">
                <a:solidFill>
                  <a:schemeClr val="tx1"/>
                </a:solidFill>
                <a:latin typeface="Graphik" panose="020B0503030202060203" pitchFamily="34" charset="77"/>
                <a:ea typeface="+mn-ea"/>
                <a:cs typeface="+mn-cs"/>
              </a:defRPr>
            </a:lvl2pPr>
          </a:lstStyle>
          <a:p>
            <a:pPr lvl="0"/>
            <a:r>
              <a:rPr lang="en-US"/>
              <a:t>#</a:t>
            </a:r>
          </a:p>
        </p:txBody>
      </p:sp>
      <p:sp>
        <p:nvSpPr>
          <p:cNvPr id="33" name="Text Placeholder 41">
            <a:extLst>
              <a:ext uri="{FF2B5EF4-FFF2-40B4-BE49-F238E27FC236}">
                <a16:creationId xmlns:a16="http://schemas.microsoft.com/office/drawing/2014/main" id="{80618C3C-6BED-4F24-8BC3-0BA6574D0AA9}"/>
              </a:ext>
            </a:extLst>
          </p:cNvPr>
          <p:cNvSpPr>
            <a:spLocks noGrp="1"/>
          </p:cNvSpPr>
          <p:nvPr>
            <p:ph type="body" sz="quarter" idx="29" hasCustomPrompt="1"/>
          </p:nvPr>
        </p:nvSpPr>
        <p:spPr>
          <a:xfrm>
            <a:off x="7131715" y="2410216"/>
            <a:ext cx="4243162" cy="879766"/>
          </a:xfrm>
          <a:prstGeom prst="rect">
            <a:avLst/>
          </a:prstGeom>
        </p:spPr>
        <p:txBody>
          <a:bodyPr wrap="square" tIns="0" bIns="0">
            <a:normAutofit/>
          </a:bodyPr>
          <a:lstStyle>
            <a:lvl1pPr algn="l">
              <a:lnSpc>
                <a:spcPct val="100000"/>
              </a:lnSpc>
              <a:spcBef>
                <a:spcPts val="0"/>
              </a:spcBef>
              <a:spcAft>
                <a:spcPts val="600"/>
              </a:spcAft>
              <a:defRPr lang="en-US" sz="1400" b="0" kern="1200" cap="none" dirty="0">
                <a:solidFill>
                  <a:schemeClr val="tx1"/>
                </a:solidFill>
                <a:latin typeface="+mn-lt"/>
                <a:ea typeface="+mn-ea"/>
                <a:cs typeface="+mn-cs"/>
              </a:defRPr>
            </a:lvl1pPr>
            <a:lvl2pPr algn="l">
              <a:lnSpc>
                <a:spcPct val="100000"/>
              </a:lnSpc>
              <a:spcBef>
                <a:spcPts val="0"/>
              </a:spcBef>
              <a:spcAft>
                <a:spcPts val="0"/>
              </a:spcAft>
              <a:defRPr lang="en-US" sz="1400" b="0" kern="1200" dirty="0">
                <a:solidFill>
                  <a:schemeClr val="tx1"/>
                </a:solidFill>
                <a:latin typeface="Graphik" panose="020B0503030202060203" pitchFamily="34" charset="77"/>
                <a:ea typeface="+mn-ea"/>
                <a:cs typeface="+mn-cs"/>
              </a:defRPr>
            </a:lvl2pPr>
          </a:lstStyle>
          <a:p>
            <a:pPr lvl="0"/>
            <a:r>
              <a:rPr lang="da-DK"/>
              <a:t>Lorem ipsum dolor sit amet</a:t>
            </a:r>
          </a:p>
        </p:txBody>
      </p:sp>
      <p:sp>
        <p:nvSpPr>
          <p:cNvPr id="34" name="Text Placeholder 41">
            <a:extLst>
              <a:ext uri="{FF2B5EF4-FFF2-40B4-BE49-F238E27FC236}">
                <a16:creationId xmlns:a16="http://schemas.microsoft.com/office/drawing/2014/main" id="{18039CC1-2EA8-4C41-979B-4D20FB6809F8}"/>
              </a:ext>
            </a:extLst>
          </p:cNvPr>
          <p:cNvSpPr>
            <a:spLocks noGrp="1"/>
          </p:cNvSpPr>
          <p:nvPr>
            <p:ph type="body" sz="quarter" idx="30" hasCustomPrompt="1"/>
          </p:nvPr>
        </p:nvSpPr>
        <p:spPr>
          <a:xfrm>
            <a:off x="6096000" y="2410216"/>
            <a:ext cx="839889" cy="553998"/>
          </a:xfrm>
          <a:prstGeom prst="rect">
            <a:avLst/>
          </a:prstGeom>
        </p:spPr>
        <p:txBody>
          <a:bodyPr wrap="square" tIns="0" bIns="0">
            <a:normAutofit/>
          </a:bodyPr>
          <a:lstStyle>
            <a:lvl1pPr algn="l">
              <a:lnSpc>
                <a:spcPct val="100000"/>
              </a:lnSpc>
              <a:spcBef>
                <a:spcPts val="0"/>
              </a:spcBef>
              <a:spcAft>
                <a:spcPts val="0"/>
              </a:spcAft>
              <a:defRPr lang="en-US" sz="3600" b="1" kern="1200" dirty="0">
                <a:solidFill>
                  <a:schemeClr val="accent1"/>
                </a:solidFill>
                <a:latin typeface="+mj-lt"/>
                <a:ea typeface="+mn-ea"/>
                <a:cs typeface="+mn-cs"/>
              </a:defRPr>
            </a:lvl1pPr>
            <a:lvl2pPr algn="l">
              <a:lnSpc>
                <a:spcPct val="100000"/>
              </a:lnSpc>
              <a:spcBef>
                <a:spcPts val="0"/>
              </a:spcBef>
              <a:spcAft>
                <a:spcPts val="0"/>
              </a:spcAft>
              <a:defRPr lang="en-US" sz="1400" b="0" kern="1200" dirty="0">
                <a:solidFill>
                  <a:schemeClr val="tx1"/>
                </a:solidFill>
                <a:latin typeface="Graphik" panose="020B0503030202060203" pitchFamily="34" charset="77"/>
                <a:ea typeface="+mn-ea"/>
                <a:cs typeface="+mn-cs"/>
              </a:defRPr>
            </a:lvl2pPr>
          </a:lstStyle>
          <a:p>
            <a:pPr lvl="0"/>
            <a:r>
              <a:rPr lang="en-US"/>
              <a:t>#</a:t>
            </a:r>
          </a:p>
        </p:txBody>
      </p:sp>
      <p:sp>
        <p:nvSpPr>
          <p:cNvPr id="35" name="Text Placeholder 41">
            <a:extLst>
              <a:ext uri="{FF2B5EF4-FFF2-40B4-BE49-F238E27FC236}">
                <a16:creationId xmlns:a16="http://schemas.microsoft.com/office/drawing/2014/main" id="{5A1FF5E6-3D7C-4087-AFF1-48A99E04CE23}"/>
              </a:ext>
            </a:extLst>
          </p:cNvPr>
          <p:cNvSpPr>
            <a:spLocks noGrp="1"/>
          </p:cNvSpPr>
          <p:nvPr>
            <p:ph type="body" sz="quarter" idx="31" hasCustomPrompt="1"/>
          </p:nvPr>
        </p:nvSpPr>
        <p:spPr>
          <a:xfrm>
            <a:off x="7131715" y="3635687"/>
            <a:ext cx="4243162" cy="879766"/>
          </a:xfrm>
          <a:prstGeom prst="rect">
            <a:avLst/>
          </a:prstGeom>
        </p:spPr>
        <p:txBody>
          <a:bodyPr wrap="square" tIns="0" bIns="0">
            <a:normAutofit/>
          </a:bodyPr>
          <a:lstStyle>
            <a:lvl1pPr algn="l">
              <a:lnSpc>
                <a:spcPct val="100000"/>
              </a:lnSpc>
              <a:spcBef>
                <a:spcPts val="0"/>
              </a:spcBef>
              <a:spcAft>
                <a:spcPts val="600"/>
              </a:spcAft>
              <a:defRPr lang="en-US" sz="1400" b="0" kern="1200" cap="none" dirty="0">
                <a:solidFill>
                  <a:schemeClr val="tx1"/>
                </a:solidFill>
                <a:latin typeface="+mn-lt"/>
                <a:ea typeface="+mn-ea"/>
                <a:cs typeface="+mn-cs"/>
              </a:defRPr>
            </a:lvl1pPr>
            <a:lvl2pPr algn="l">
              <a:lnSpc>
                <a:spcPct val="100000"/>
              </a:lnSpc>
              <a:spcBef>
                <a:spcPts val="0"/>
              </a:spcBef>
              <a:spcAft>
                <a:spcPts val="0"/>
              </a:spcAft>
              <a:defRPr lang="en-US" sz="1400" b="0" kern="1200" dirty="0">
                <a:solidFill>
                  <a:schemeClr val="tx1"/>
                </a:solidFill>
                <a:latin typeface="Graphik" panose="020B0503030202060203" pitchFamily="34" charset="77"/>
                <a:ea typeface="+mn-ea"/>
                <a:cs typeface="+mn-cs"/>
              </a:defRPr>
            </a:lvl2pPr>
          </a:lstStyle>
          <a:p>
            <a:pPr lvl="0"/>
            <a:r>
              <a:rPr lang="da-DK"/>
              <a:t>Lorem ipsum dolor sit amet</a:t>
            </a:r>
          </a:p>
        </p:txBody>
      </p:sp>
      <p:sp>
        <p:nvSpPr>
          <p:cNvPr id="36" name="Text Placeholder 41">
            <a:extLst>
              <a:ext uri="{FF2B5EF4-FFF2-40B4-BE49-F238E27FC236}">
                <a16:creationId xmlns:a16="http://schemas.microsoft.com/office/drawing/2014/main" id="{BB2C9A29-68E9-4B62-8688-F3255D0DC6FC}"/>
              </a:ext>
            </a:extLst>
          </p:cNvPr>
          <p:cNvSpPr>
            <a:spLocks noGrp="1"/>
          </p:cNvSpPr>
          <p:nvPr>
            <p:ph type="body" sz="quarter" idx="32" hasCustomPrompt="1"/>
          </p:nvPr>
        </p:nvSpPr>
        <p:spPr>
          <a:xfrm>
            <a:off x="6096001" y="3635687"/>
            <a:ext cx="839888" cy="553998"/>
          </a:xfrm>
          <a:prstGeom prst="rect">
            <a:avLst/>
          </a:prstGeom>
        </p:spPr>
        <p:txBody>
          <a:bodyPr wrap="square" tIns="0" bIns="0">
            <a:normAutofit/>
          </a:bodyPr>
          <a:lstStyle>
            <a:lvl1pPr algn="l">
              <a:lnSpc>
                <a:spcPct val="100000"/>
              </a:lnSpc>
              <a:spcBef>
                <a:spcPts val="0"/>
              </a:spcBef>
              <a:spcAft>
                <a:spcPts val="0"/>
              </a:spcAft>
              <a:defRPr lang="en-US" sz="3600" b="1" kern="1200" dirty="0">
                <a:solidFill>
                  <a:schemeClr val="accent1"/>
                </a:solidFill>
                <a:latin typeface="+mj-lt"/>
                <a:ea typeface="+mn-ea"/>
                <a:cs typeface="+mn-cs"/>
              </a:defRPr>
            </a:lvl1pPr>
            <a:lvl2pPr algn="l">
              <a:lnSpc>
                <a:spcPct val="100000"/>
              </a:lnSpc>
              <a:spcBef>
                <a:spcPts val="0"/>
              </a:spcBef>
              <a:spcAft>
                <a:spcPts val="0"/>
              </a:spcAft>
              <a:defRPr lang="en-US" sz="1400" b="0" kern="1200" dirty="0">
                <a:solidFill>
                  <a:schemeClr val="tx1"/>
                </a:solidFill>
                <a:latin typeface="Graphik" panose="020B0503030202060203" pitchFamily="34" charset="77"/>
                <a:ea typeface="+mn-ea"/>
                <a:cs typeface="+mn-cs"/>
              </a:defRPr>
            </a:lvl2pPr>
          </a:lstStyle>
          <a:p>
            <a:pPr lvl="0"/>
            <a:r>
              <a:rPr lang="en-US"/>
              <a:t>#</a:t>
            </a:r>
          </a:p>
        </p:txBody>
      </p:sp>
      <p:sp>
        <p:nvSpPr>
          <p:cNvPr id="37" name="Text Placeholder 41">
            <a:extLst>
              <a:ext uri="{FF2B5EF4-FFF2-40B4-BE49-F238E27FC236}">
                <a16:creationId xmlns:a16="http://schemas.microsoft.com/office/drawing/2014/main" id="{353E4163-5423-4488-93B4-72E261A04E01}"/>
              </a:ext>
            </a:extLst>
          </p:cNvPr>
          <p:cNvSpPr>
            <a:spLocks noGrp="1"/>
          </p:cNvSpPr>
          <p:nvPr>
            <p:ph type="body" sz="quarter" idx="33" hasCustomPrompt="1"/>
          </p:nvPr>
        </p:nvSpPr>
        <p:spPr>
          <a:xfrm>
            <a:off x="7131715" y="4861158"/>
            <a:ext cx="4243162" cy="879766"/>
          </a:xfrm>
          <a:prstGeom prst="rect">
            <a:avLst/>
          </a:prstGeom>
        </p:spPr>
        <p:txBody>
          <a:bodyPr wrap="square" tIns="0" bIns="0">
            <a:normAutofit/>
          </a:bodyPr>
          <a:lstStyle>
            <a:lvl1pPr algn="l">
              <a:lnSpc>
                <a:spcPct val="100000"/>
              </a:lnSpc>
              <a:spcBef>
                <a:spcPts val="0"/>
              </a:spcBef>
              <a:spcAft>
                <a:spcPts val="600"/>
              </a:spcAft>
              <a:defRPr lang="en-US" sz="1400" b="0" kern="1200" cap="none" dirty="0">
                <a:solidFill>
                  <a:schemeClr val="tx1"/>
                </a:solidFill>
                <a:latin typeface="+mn-lt"/>
                <a:ea typeface="+mn-ea"/>
                <a:cs typeface="+mn-cs"/>
              </a:defRPr>
            </a:lvl1pPr>
            <a:lvl2pPr algn="l">
              <a:lnSpc>
                <a:spcPct val="100000"/>
              </a:lnSpc>
              <a:spcBef>
                <a:spcPts val="0"/>
              </a:spcBef>
              <a:spcAft>
                <a:spcPts val="0"/>
              </a:spcAft>
              <a:defRPr lang="en-US" sz="1400" b="0" kern="1200" dirty="0">
                <a:solidFill>
                  <a:schemeClr val="tx1"/>
                </a:solidFill>
                <a:latin typeface="Graphik" panose="020B0503030202060203" pitchFamily="34" charset="77"/>
                <a:ea typeface="+mn-ea"/>
                <a:cs typeface="+mn-cs"/>
              </a:defRPr>
            </a:lvl2pPr>
          </a:lstStyle>
          <a:p>
            <a:pPr lvl="0"/>
            <a:r>
              <a:rPr lang="da-DK"/>
              <a:t>Lorem ipsum dolor sit amet</a:t>
            </a:r>
          </a:p>
        </p:txBody>
      </p:sp>
      <p:sp>
        <p:nvSpPr>
          <p:cNvPr id="38" name="Text Placeholder 41">
            <a:extLst>
              <a:ext uri="{FF2B5EF4-FFF2-40B4-BE49-F238E27FC236}">
                <a16:creationId xmlns:a16="http://schemas.microsoft.com/office/drawing/2014/main" id="{EC5DB573-F8E8-4DEA-AEA6-9E4D218638CE}"/>
              </a:ext>
            </a:extLst>
          </p:cNvPr>
          <p:cNvSpPr>
            <a:spLocks noGrp="1"/>
          </p:cNvSpPr>
          <p:nvPr>
            <p:ph type="body" sz="quarter" idx="34" hasCustomPrompt="1"/>
          </p:nvPr>
        </p:nvSpPr>
        <p:spPr>
          <a:xfrm>
            <a:off x="6096001" y="4861158"/>
            <a:ext cx="839888" cy="553998"/>
          </a:xfrm>
          <a:prstGeom prst="rect">
            <a:avLst/>
          </a:prstGeom>
        </p:spPr>
        <p:txBody>
          <a:bodyPr wrap="square" tIns="0" bIns="0">
            <a:normAutofit/>
          </a:bodyPr>
          <a:lstStyle>
            <a:lvl1pPr algn="l">
              <a:lnSpc>
                <a:spcPct val="100000"/>
              </a:lnSpc>
              <a:spcBef>
                <a:spcPts val="0"/>
              </a:spcBef>
              <a:spcAft>
                <a:spcPts val="0"/>
              </a:spcAft>
              <a:defRPr lang="en-US" sz="3600" b="1" kern="1200" dirty="0">
                <a:solidFill>
                  <a:schemeClr val="accent1"/>
                </a:solidFill>
                <a:latin typeface="+mj-lt"/>
                <a:ea typeface="+mn-ea"/>
                <a:cs typeface="+mn-cs"/>
              </a:defRPr>
            </a:lvl1pPr>
            <a:lvl2pPr algn="l">
              <a:lnSpc>
                <a:spcPct val="100000"/>
              </a:lnSpc>
              <a:spcBef>
                <a:spcPts val="0"/>
              </a:spcBef>
              <a:spcAft>
                <a:spcPts val="0"/>
              </a:spcAft>
              <a:defRPr lang="en-US" sz="1400" b="0" kern="1200" dirty="0">
                <a:solidFill>
                  <a:schemeClr val="tx1"/>
                </a:solidFill>
                <a:latin typeface="Graphik" panose="020B0503030202060203" pitchFamily="34" charset="77"/>
                <a:ea typeface="+mn-ea"/>
                <a:cs typeface="+mn-cs"/>
              </a:defRPr>
            </a:lvl2pPr>
          </a:lstStyle>
          <a:p>
            <a:pPr lvl="0"/>
            <a:r>
              <a:rPr lang="en-US"/>
              <a:t>#</a:t>
            </a:r>
          </a:p>
        </p:txBody>
      </p:sp>
      <p:sp>
        <p:nvSpPr>
          <p:cNvPr id="18" name="Footer Placeholder 6">
            <a:extLst>
              <a:ext uri="{FF2B5EF4-FFF2-40B4-BE49-F238E27FC236}">
                <a16:creationId xmlns:a16="http://schemas.microsoft.com/office/drawing/2014/main" id="{1409C984-F547-42F7-B88C-526E030405E3}"/>
              </a:ext>
            </a:extLst>
          </p:cNvPr>
          <p:cNvSpPr>
            <a:spLocks noGrp="1"/>
          </p:cNvSpPr>
          <p:nvPr>
            <p:ph type="ftr" sz="quarter" idx="16"/>
          </p:nvPr>
        </p:nvSpPr>
        <p:spPr>
          <a:xfrm>
            <a:off x="381002" y="6519009"/>
            <a:ext cx="5714999" cy="206375"/>
          </a:xfrm>
          <a:prstGeom prst="rect">
            <a:avLst/>
          </a:prstGeom>
        </p:spPr>
        <p:txBody>
          <a:bodyPr lIns="0"/>
          <a:lstStyle>
            <a:lvl1pPr>
              <a:defRPr sz="800">
                <a:solidFill>
                  <a:schemeClr val="tx1">
                    <a:alpha val="40000"/>
                  </a:schemeClr>
                </a:solidFill>
              </a:defRPr>
            </a:lvl1pPr>
          </a:lstStyle>
          <a:p>
            <a:r>
              <a:rPr lang="en-US" dirty="0"/>
              <a:t>Copyright © 2020 Accenture. All rights reserved.</a:t>
            </a:r>
          </a:p>
        </p:txBody>
      </p:sp>
      <p:sp>
        <p:nvSpPr>
          <p:cNvPr id="28" name="Slide Number Placeholder 9">
            <a:extLst>
              <a:ext uri="{FF2B5EF4-FFF2-40B4-BE49-F238E27FC236}">
                <a16:creationId xmlns:a16="http://schemas.microsoft.com/office/drawing/2014/main" id="{829B10C9-5B15-4D0E-BE03-A02D6DD428A6}"/>
              </a:ext>
            </a:extLst>
          </p:cNvPr>
          <p:cNvSpPr>
            <a:spLocks noGrp="1"/>
          </p:cNvSpPr>
          <p:nvPr>
            <p:ph type="sldNum" sz="quarter" idx="17"/>
          </p:nvPr>
        </p:nvSpPr>
        <p:spPr>
          <a:xfrm>
            <a:off x="11506202" y="6519009"/>
            <a:ext cx="385711" cy="206375"/>
          </a:xfrm>
          <a:prstGeom prst="rect">
            <a:avLst/>
          </a:prstGeom>
        </p:spPr>
        <p:txBody>
          <a:bodyPr/>
          <a:lstStyle>
            <a:lvl1pPr>
              <a:defRPr sz="800">
                <a:solidFill>
                  <a:schemeClr val="tx1">
                    <a:alpha val="40000"/>
                  </a:schemeClr>
                </a:solidFill>
              </a:defRPr>
            </a:lvl1pPr>
          </a:lstStyle>
          <a:p>
            <a:fld id="{4F9AC08D-23A9-440E-BCB9-AA1E9877CC38}" type="slidenum">
              <a:rPr lang="en-US" smtClean="0"/>
              <a:pPr/>
              <a:t>‹#›</a:t>
            </a:fld>
            <a:endParaRPr lang="en-US" dirty="0"/>
          </a:p>
        </p:txBody>
      </p:sp>
      <p:sp>
        <p:nvSpPr>
          <p:cNvPr id="19" name="Title Placeholder 1">
            <a:extLst>
              <a:ext uri="{FF2B5EF4-FFF2-40B4-BE49-F238E27FC236}">
                <a16:creationId xmlns:a16="http://schemas.microsoft.com/office/drawing/2014/main" id="{A822CE51-5843-4191-8C13-33C560880596}"/>
              </a:ext>
            </a:extLst>
          </p:cNvPr>
          <p:cNvSpPr>
            <a:spLocks noGrp="1"/>
          </p:cNvSpPr>
          <p:nvPr>
            <p:ph type="title" hasCustomPrompt="1"/>
          </p:nvPr>
        </p:nvSpPr>
        <p:spPr>
          <a:xfrm>
            <a:off x="381000" y="381002"/>
            <a:ext cx="11430000" cy="983263"/>
          </a:xfrm>
          <a:prstGeom prst="rect">
            <a:avLst/>
          </a:prstGeom>
        </p:spPr>
        <p:txBody>
          <a:bodyPr vert="horz" lIns="0" tIns="45720" rIns="0" bIns="0" rtlCol="0" anchor="t" anchorCtr="0">
            <a:normAutofit/>
          </a:bodyPr>
          <a:lstStyle>
            <a:lvl1pPr>
              <a:defRPr/>
            </a:lvl1pPr>
          </a:lstStyle>
          <a:p>
            <a:r>
              <a:rPr lang="en-US"/>
              <a:t>Insert Main Title at 36pt min 30pt</a:t>
            </a:r>
          </a:p>
        </p:txBody>
      </p:sp>
    </p:spTree>
    <p:extLst>
      <p:ext uri="{BB962C8B-B14F-4D97-AF65-F5344CB8AC3E}">
        <p14:creationId xmlns:p14="http://schemas.microsoft.com/office/powerpoint/2010/main" val="3946602674"/>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Bullets Option 5">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11BE77C-A095-46CD-A1E6-D35129200CF4}"/>
              </a:ext>
            </a:extLst>
          </p:cNvPr>
          <p:cNvSpPr/>
          <p:nvPr/>
        </p:nvSpPr>
        <p:spPr>
          <a:xfrm>
            <a:off x="1" y="1754996"/>
            <a:ext cx="12191998" cy="4578452"/>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p>
        </p:txBody>
      </p:sp>
      <p:sp>
        <p:nvSpPr>
          <p:cNvPr id="18" name="Footer Placeholder 6">
            <a:extLst>
              <a:ext uri="{FF2B5EF4-FFF2-40B4-BE49-F238E27FC236}">
                <a16:creationId xmlns:a16="http://schemas.microsoft.com/office/drawing/2014/main" id="{1409C984-F547-42F7-B88C-526E030405E3}"/>
              </a:ext>
            </a:extLst>
          </p:cNvPr>
          <p:cNvSpPr>
            <a:spLocks noGrp="1"/>
          </p:cNvSpPr>
          <p:nvPr>
            <p:ph type="ftr" sz="quarter" idx="16"/>
          </p:nvPr>
        </p:nvSpPr>
        <p:spPr>
          <a:xfrm>
            <a:off x="381002" y="6519009"/>
            <a:ext cx="5714999" cy="206375"/>
          </a:xfrm>
          <a:prstGeom prst="rect">
            <a:avLst/>
          </a:prstGeom>
        </p:spPr>
        <p:txBody>
          <a:bodyPr lIns="0"/>
          <a:lstStyle>
            <a:lvl1pPr>
              <a:defRPr sz="800">
                <a:solidFill>
                  <a:schemeClr val="tx1">
                    <a:alpha val="40000"/>
                  </a:schemeClr>
                </a:solidFill>
              </a:defRPr>
            </a:lvl1pPr>
          </a:lstStyle>
          <a:p>
            <a:r>
              <a:rPr lang="en-US" dirty="0"/>
              <a:t>Copyright © 2020 Accenture. All rights reserved.</a:t>
            </a:r>
          </a:p>
        </p:txBody>
      </p:sp>
      <p:sp>
        <p:nvSpPr>
          <p:cNvPr id="28" name="Slide Number Placeholder 9">
            <a:extLst>
              <a:ext uri="{FF2B5EF4-FFF2-40B4-BE49-F238E27FC236}">
                <a16:creationId xmlns:a16="http://schemas.microsoft.com/office/drawing/2014/main" id="{829B10C9-5B15-4D0E-BE03-A02D6DD428A6}"/>
              </a:ext>
            </a:extLst>
          </p:cNvPr>
          <p:cNvSpPr>
            <a:spLocks noGrp="1"/>
          </p:cNvSpPr>
          <p:nvPr>
            <p:ph type="sldNum" sz="quarter" idx="17"/>
          </p:nvPr>
        </p:nvSpPr>
        <p:spPr>
          <a:xfrm>
            <a:off x="11506202" y="6519009"/>
            <a:ext cx="385711" cy="206375"/>
          </a:xfrm>
          <a:prstGeom prst="rect">
            <a:avLst/>
          </a:prstGeom>
        </p:spPr>
        <p:txBody>
          <a:bodyPr/>
          <a:lstStyle>
            <a:lvl1pPr>
              <a:defRPr sz="800">
                <a:solidFill>
                  <a:schemeClr val="tx1">
                    <a:alpha val="40000"/>
                  </a:schemeClr>
                </a:solidFill>
              </a:defRPr>
            </a:lvl1pPr>
          </a:lstStyle>
          <a:p>
            <a:fld id="{4F9AC08D-23A9-440E-BCB9-AA1E9877CC38}" type="slidenum">
              <a:rPr lang="en-US" smtClean="0"/>
              <a:pPr/>
              <a:t>‹#›</a:t>
            </a:fld>
            <a:endParaRPr lang="en-US" dirty="0"/>
          </a:p>
        </p:txBody>
      </p:sp>
      <p:sp>
        <p:nvSpPr>
          <p:cNvPr id="19" name="Title Placeholder 1">
            <a:extLst>
              <a:ext uri="{FF2B5EF4-FFF2-40B4-BE49-F238E27FC236}">
                <a16:creationId xmlns:a16="http://schemas.microsoft.com/office/drawing/2014/main" id="{FFD4091F-4540-47D0-9D89-6BCB0291E505}"/>
              </a:ext>
            </a:extLst>
          </p:cNvPr>
          <p:cNvSpPr>
            <a:spLocks noGrp="1"/>
          </p:cNvSpPr>
          <p:nvPr>
            <p:ph type="title" hasCustomPrompt="1"/>
          </p:nvPr>
        </p:nvSpPr>
        <p:spPr>
          <a:xfrm>
            <a:off x="381000" y="381002"/>
            <a:ext cx="11430000" cy="983263"/>
          </a:xfrm>
          <a:prstGeom prst="rect">
            <a:avLst/>
          </a:prstGeom>
        </p:spPr>
        <p:txBody>
          <a:bodyPr vert="horz" lIns="0" tIns="45720" rIns="0" bIns="0" rtlCol="0" anchor="t" anchorCtr="0">
            <a:normAutofit/>
          </a:bodyPr>
          <a:lstStyle>
            <a:lvl1pPr>
              <a:defRPr/>
            </a:lvl1pPr>
          </a:lstStyle>
          <a:p>
            <a:r>
              <a:rPr lang="en-US"/>
              <a:t>Insert Main Title at 36pt min 30pt</a:t>
            </a:r>
          </a:p>
        </p:txBody>
      </p:sp>
      <p:sp>
        <p:nvSpPr>
          <p:cNvPr id="32" name="Text Placeholder 41">
            <a:extLst>
              <a:ext uri="{FF2B5EF4-FFF2-40B4-BE49-F238E27FC236}">
                <a16:creationId xmlns:a16="http://schemas.microsoft.com/office/drawing/2014/main" id="{53346DC2-FD7B-49C4-8AAB-B359175B7BF5}"/>
              </a:ext>
            </a:extLst>
          </p:cNvPr>
          <p:cNvSpPr>
            <a:spLocks noGrp="1"/>
          </p:cNvSpPr>
          <p:nvPr>
            <p:ph type="body" sz="quarter" idx="24" hasCustomPrompt="1"/>
          </p:nvPr>
        </p:nvSpPr>
        <p:spPr>
          <a:xfrm>
            <a:off x="381001" y="2104386"/>
            <a:ext cx="5400000" cy="1162464"/>
          </a:xfrm>
          <a:prstGeom prst="rect">
            <a:avLst/>
          </a:prstGeom>
        </p:spPr>
        <p:txBody>
          <a:bodyPr wrap="square" tIns="0" bIns="0" anchor="t">
            <a:normAutofit/>
          </a:bodyPr>
          <a:lstStyle>
            <a:lvl1pPr marL="0" marR="0" indent="0" algn="l" defTabSz="914377" rtl="0" eaLnBrk="1" fontAlgn="auto" latinLnBrk="0" hangingPunct="1">
              <a:lnSpc>
                <a:spcPct val="100000"/>
              </a:lnSpc>
              <a:spcBef>
                <a:spcPts val="0"/>
              </a:spcBef>
              <a:spcAft>
                <a:spcPts val="1200"/>
              </a:spcAft>
              <a:buClrTx/>
              <a:buSzTx/>
              <a:buFont typeface="Arial" panose="020B0604020202020204" pitchFamily="34" charset="0"/>
              <a:buNone/>
              <a:tabLst/>
              <a:defRPr lang="en-US" sz="1800" b="1" kern="1200" dirty="0">
                <a:solidFill>
                  <a:schemeClr val="accent1"/>
                </a:solidFill>
                <a:latin typeface="+mj-lt"/>
                <a:ea typeface="+mn-ea"/>
                <a:cs typeface="+mn-cs"/>
              </a:defRPr>
            </a:lvl1pPr>
            <a:lvl2pPr algn="l">
              <a:lnSpc>
                <a:spcPct val="100000"/>
              </a:lnSpc>
              <a:spcBef>
                <a:spcPts val="0"/>
              </a:spcBef>
              <a:spcAft>
                <a:spcPts val="0"/>
              </a:spcAft>
              <a:defRPr lang="en-US" sz="1400" b="0" kern="1200" dirty="0">
                <a:solidFill>
                  <a:schemeClr val="tx1"/>
                </a:solidFill>
                <a:latin typeface="+mn-lt"/>
                <a:ea typeface="+mn-ea"/>
                <a:cs typeface="+mn-cs"/>
              </a:defRPr>
            </a:lvl2pPr>
          </a:lstStyle>
          <a:p>
            <a:pPr lvl="0"/>
            <a:r>
              <a:rPr lang="en-US"/>
              <a:t>Click to add subtitle</a:t>
            </a:r>
          </a:p>
          <a:p>
            <a:pPr marL="0" marR="0" lvl="1"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a-DK"/>
              <a:t>Lorem ipsum dolor sit amet</a:t>
            </a:r>
            <a:endParaRPr lang="en-US"/>
          </a:p>
          <a:p>
            <a:pPr lvl="0"/>
            <a:endParaRPr lang="en-US"/>
          </a:p>
        </p:txBody>
      </p:sp>
      <p:sp>
        <p:nvSpPr>
          <p:cNvPr id="33" name="Text Placeholder 41">
            <a:extLst>
              <a:ext uri="{FF2B5EF4-FFF2-40B4-BE49-F238E27FC236}">
                <a16:creationId xmlns:a16="http://schemas.microsoft.com/office/drawing/2014/main" id="{AC42A312-9979-4A01-9158-57CD4C8CA33D}"/>
              </a:ext>
            </a:extLst>
          </p:cNvPr>
          <p:cNvSpPr>
            <a:spLocks noGrp="1"/>
          </p:cNvSpPr>
          <p:nvPr>
            <p:ph type="body" sz="quarter" idx="45" hasCustomPrompt="1"/>
          </p:nvPr>
        </p:nvSpPr>
        <p:spPr>
          <a:xfrm>
            <a:off x="381000" y="3532780"/>
            <a:ext cx="5400000" cy="1162464"/>
          </a:xfrm>
          <a:prstGeom prst="rect">
            <a:avLst/>
          </a:prstGeom>
        </p:spPr>
        <p:txBody>
          <a:bodyPr wrap="square" tIns="0" bIns="0" anchor="t">
            <a:normAutofit/>
          </a:bodyPr>
          <a:lstStyle>
            <a:lvl1pPr marL="0" marR="0" indent="0" algn="l" defTabSz="914377" rtl="0" eaLnBrk="1" fontAlgn="auto" latinLnBrk="0" hangingPunct="1">
              <a:lnSpc>
                <a:spcPct val="100000"/>
              </a:lnSpc>
              <a:spcBef>
                <a:spcPts val="0"/>
              </a:spcBef>
              <a:spcAft>
                <a:spcPts val="1200"/>
              </a:spcAft>
              <a:buClrTx/>
              <a:buSzTx/>
              <a:buFont typeface="Arial" panose="020B0604020202020204" pitchFamily="34" charset="0"/>
              <a:buNone/>
              <a:tabLst/>
              <a:defRPr lang="en-US" sz="1800" b="1" kern="1200" dirty="0">
                <a:solidFill>
                  <a:schemeClr val="accent1"/>
                </a:solidFill>
                <a:latin typeface="+mj-lt"/>
                <a:ea typeface="+mn-ea"/>
                <a:cs typeface="+mn-cs"/>
              </a:defRPr>
            </a:lvl1pPr>
            <a:lvl2pPr algn="l">
              <a:lnSpc>
                <a:spcPct val="100000"/>
              </a:lnSpc>
              <a:spcBef>
                <a:spcPts val="0"/>
              </a:spcBef>
              <a:spcAft>
                <a:spcPts val="0"/>
              </a:spcAft>
              <a:defRPr lang="en-US" sz="1400" b="0" kern="1200" dirty="0">
                <a:solidFill>
                  <a:schemeClr val="tx1"/>
                </a:solidFill>
                <a:latin typeface="+mn-lt"/>
                <a:ea typeface="+mn-ea"/>
                <a:cs typeface="+mn-cs"/>
              </a:defRPr>
            </a:lvl2pPr>
          </a:lstStyle>
          <a:p>
            <a:pPr lvl="0"/>
            <a:r>
              <a:rPr lang="en-US"/>
              <a:t>Click to add subtitle</a:t>
            </a:r>
          </a:p>
          <a:p>
            <a:pPr marL="0" marR="0" lvl="1"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a-DK"/>
              <a:t>Lorem ipsum dolor sit amet</a:t>
            </a:r>
            <a:endParaRPr lang="en-US"/>
          </a:p>
          <a:p>
            <a:pPr lvl="0"/>
            <a:endParaRPr lang="en-US"/>
          </a:p>
        </p:txBody>
      </p:sp>
      <p:sp>
        <p:nvSpPr>
          <p:cNvPr id="34" name="Text Placeholder 41">
            <a:extLst>
              <a:ext uri="{FF2B5EF4-FFF2-40B4-BE49-F238E27FC236}">
                <a16:creationId xmlns:a16="http://schemas.microsoft.com/office/drawing/2014/main" id="{E6AD4056-7137-4DCF-A115-E508E36FD57C}"/>
              </a:ext>
            </a:extLst>
          </p:cNvPr>
          <p:cNvSpPr>
            <a:spLocks noGrp="1"/>
          </p:cNvSpPr>
          <p:nvPr>
            <p:ph type="body" sz="quarter" idx="46" hasCustomPrompt="1"/>
          </p:nvPr>
        </p:nvSpPr>
        <p:spPr>
          <a:xfrm>
            <a:off x="380999" y="4965814"/>
            <a:ext cx="5400000" cy="1162464"/>
          </a:xfrm>
          <a:prstGeom prst="rect">
            <a:avLst/>
          </a:prstGeom>
        </p:spPr>
        <p:txBody>
          <a:bodyPr wrap="square" tIns="0" bIns="0" anchor="t">
            <a:normAutofit/>
          </a:bodyPr>
          <a:lstStyle>
            <a:lvl1pPr marL="0" marR="0" indent="0" algn="l" defTabSz="914377" rtl="0" eaLnBrk="1" fontAlgn="auto" latinLnBrk="0" hangingPunct="1">
              <a:lnSpc>
                <a:spcPct val="100000"/>
              </a:lnSpc>
              <a:spcBef>
                <a:spcPts val="0"/>
              </a:spcBef>
              <a:spcAft>
                <a:spcPts val="1200"/>
              </a:spcAft>
              <a:buClrTx/>
              <a:buSzTx/>
              <a:buFont typeface="Arial" panose="020B0604020202020204" pitchFamily="34" charset="0"/>
              <a:buNone/>
              <a:tabLst/>
              <a:defRPr lang="en-US" sz="1800" b="1" kern="1200" dirty="0">
                <a:solidFill>
                  <a:schemeClr val="accent1"/>
                </a:solidFill>
                <a:latin typeface="+mj-lt"/>
                <a:ea typeface="+mn-ea"/>
                <a:cs typeface="+mn-cs"/>
              </a:defRPr>
            </a:lvl1pPr>
            <a:lvl2pPr algn="l">
              <a:lnSpc>
                <a:spcPct val="100000"/>
              </a:lnSpc>
              <a:spcBef>
                <a:spcPts val="0"/>
              </a:spcBef>
              <a:spcAft>
                <a:spcPts val="0"/>
              </a:spcAft>
              <a:defRPr lang="en-US" sz="1400" b="0" kern="1200" dirty="0">
                <a:solidFill>
                  <a:schemeClr val="tx1"/>
                </a:solidFill>
                <a:latin typeface="+mn-lt"/>
                <a:ea typeface="+mn-ea"/>
                <a:cs typeface="+mn-cs"/>
              </a:defRPr>
            </a:lvl2pPr>
          </a:lstStyle>
          <a:p>
            <a:pPr lvl="0"/>
            <a:r>
              <a:rPr lang="en-US"/>
              <a:t>Click to add subtitle</a:t>
            </a:r>
          </a:p>
          <a:p>
            <a:pPr marL="0" marR="0" lvl="1"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a-DK"/>
              <a:t>Lorem ipsum dolor sit amet</a:t>
            </a:r>
            <a:endParaRPr lang="en-US"/>
          </a:p>
          <a:p>
            <a:pPr lvl="0"/>
            <a:endParaRPr lang="en-US"/>
          </a:p>
        </p:txBody>
      </p:sp>
      <p:sp>
        <p:nvSpPr>
          <p:cNvPr id="35" name="Text Placeholder 41">
            <a:extLst>
              <a:ext uri="{FF2B5EF4-FFF2-40B4-BE49-F238E27FC236}">
                <a16:creationId xmlns:a16="http://schemas.microsoft.com/office/drawing/2014/main" id="{C209F1A0-3F27-4F19-87B3-B17D5D0FF7A5}"/>
              </a:ext>
            </a:extLst>
          </p:cNvPr>
          <p:cNvSpPr>
            <a:spLocks noGrp="1"/>
          </p:cNvSpPr>
          <p:nvPr>
            <p:ph type="body" sz="quarter" idx="47" hasCustomPrompt="1"/>
          </p:nvPr>
        </p:nvSpPr>
        <p:spPr>
          <a:xfrm>
            <a:off x="6103436" y="2104386"/>
            <a:ext cx="5400000" cy="1162464"/>
          </a:xfrm>
          <a:prstGeom prst="rect">
            <a:avLst/>
          </a:prstGeom>
        </p:spPr>
        <p:txBody>
          <a:bodyPr wrap="square" tIns="0" bIns="0" anchor="t">
            <a:normAutofit/>
          </a:bodyPr>
          <a:lstStyle>
            <a:lvl1pPr marL="0" marR="0" indent="0" algn="l" defTabSz="914377" rtl="0" eaLnBrk="1" fontAlgn="auto" latinLnBrk="0" hangingPunct="1">
              <a:lnSpc>
                <a:spcPct val="100000"/>
              </a:lnSpc>
              <a:spcBef>
                <a:spcPts val="0"/>
              </a:spcBef>
              <a:spcAft>
                <a:spcPts val="1200"/>
              </a:spcAft>
              <a:buClrTx/>
              <a:buSzTx/>
              <a:buFont typeface="Arial" panose="020B0604020202020204" pitchFamily="34" charset="0"/>
              <a:buNone/>
              <a:tabLst/>
              <a:defRPr lang="en-US" sz="1800" b="1" kern="1200" dirty="0">
                <a:solidFill>
                  <a:schemeClr val="accent1"/>
                </a:solidFill>
                <a:latin typeface="+mj-lt"/>
                <a:ea typeface="+mn-ea"/>
                <a:cs typeface="+mn-cs"/>
              </a:defRPr>
            </a:lvl1pPr>
            <a:lvl2pPr algn="l">
              <a:lnSpc>
                <a:spcPct val="100000"/>
              </a:lnSpc>
              <a:spcBef>
                <a:spcPts val="0"/>
              </a:spcBef>
              <a:spcAft>
                <a:spcPts val="0"/>
              </a:spcAft>
              <a:defRPr lang="en-US" sz="1400" b="0" kern="1200" dirty="0">
                <a:solidFill>
                  <a:schemeClr val="tx1"/>
                </a:solidFill>
                <a:latin typeface="+mn-lt"/>
                <a:ea typeface="+mn-ea"/>
                <a:cs typeface="+mn-cs"/>
              </a:defRPr>
            </a:lvl2pPr>
          </a:lstStyle>
          <a:p>
            <a:pPr lvl="0"/>
            <a:r>
              <a:rPr lang="en-US"/>
              <a:t>Click to add subtitle</a:t>
            </a:r>
          </a:p>
          <a:p>
            <a:pPr marL="0" marR="0" lvl="1"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a-DK"/>
              <a:t>Lorem ipsum dolor sit amet</a:t>
            </a:r>
            <a:endParaRPr lang="en-US"/>
          </a:p>
          <a:p>
            <a:pPr lvl="0"/>
            <a:endParaRPr lang="en-US"/>
          </a:p>
        </p:txBody>
      </p:sp>
      <p:sp>
        <p:nvSpPr>
          <p:cNvPr id="36" name="Text Placeholder 41">
            <a:extLst>
              <a:ext uri="{FF2B5EF4-FFF2-40B4-BE49-F238E27FC236}">
                <a16:creationId xmlns:a16="http://schemas.microsoft.com/office/drawing/2014/main" id="{8FD5C041-A388-41EA-ABD7-248D2E8C55D3}"/>
              </a:ext>
            </a:extLst>
          </p:cNvPr>
          <p:cNvSpPr>
            <a:spLocks noGrp="1"/>
          </p:cNvSpPr>
          <p:nvPr>
            <p:ph type="body" sz="quarter" idx="48" hasCustomPrompt="1"/>
          </p:nvPr>
        </p:nvSpPr>
        <p:spPr>
          <a:xfrm>
            <a:off x="6103435" y="3532780"/>
            <a:ext cx="5400000" cy="1162464"/>
          </a:xfrm>
          <a:prstGeom prst="rect">
            <a:avLst/>
          </a:prstGeom>
        </p:spPr>
        <p:txBody>
          <a:bodyPr wrap="square" tIns="0" bIns="0" anchor="t">
            <a:normAutofit/>
          </a:bodyPr>
          <a:lstStyle>
            <a:lvl1pPr marL="0" marR="0" indent="0" algn="l" defTabSz="914377" rtl="0" eaLnBrk="1" fontAlgn="auto" latinLnBrk="0" hangingPunct="1">
              <a:lnSpc>
                <a:spcPct val="100000"/>
              </a:lnSpc>
              <a:spcBef>
                <a:spcPts val="0"/>
              </a:spcBef>
              <a:spcAft>
                <a:spcPts val="1200"/>
              </a:spcAft>
              <a:buClrTx/>
              <a:buSzTx/>
              <a:buFont typeface="Arial" panose="020B0604020202020204" pitchFamily="34" charset="0"/>
              <a:buNone/>
              <a:tabLst/>
              <a:defRPr lang="en-US" sz="1800" b="1" kern="1200" dirty="0">
                <a:solidFill>
                  <a:schemeClr val="accent1"/>
                </a:solidFill>
                <a:latin typeface="+mj-lt"/>
                <a:ea typeface="+mn-ea"/>
                <a:cs typeface="+mn-cs"/>
              </a:defRPr>
            </a:lvl1pPr>
            <a:lvl2pPr algn="l">
              <a:lnSpc>
                <a:spcPct val="100000"/>
              </a:lnSpc>
              <a:spcBef>
                <a:spcPts val="0"/>
              </a:spcBef>
              <a:spcAft>
                <a:spcPts val="0"/>
              </a:spcAft>
              <a:defRPr lang="en-US" sz="1400" b="0" kern="1200" dirty="0">
                <a:solidFill>
                  <a:schemeClr val="tx1"/>
                </a:solidFill>
                <a:latin typeface="+mn-lt"/>
                <a:ea typeface="+mn-ea"/>
                <a:cs typeface="+mn-cs"/>
              </a:defRPr>
            </a:lvl2pPr>
          </a:lstStyle>
          <a:p>
            <a:pPr lvl="0"/>
            <a:r>
              <a:rPr lang="en-US"/>
              <a:t>Click to add subtitle</a:t>
            </a:r>
          </a:p>
          <a:p>
            <a:pPr marL="0" marR="0" lvl="1"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a-DK"/>
              <a:t>Lorem ipsum dolor sit amet</a:t>
            </a:r>
            <a:endParaRPr lang="en-US"/>
          </a:p>
          <a:p>
            <a:pPr lvl="0"/>
            <a:endParaRPr lang="en-US"/>
          </a:p>
        </p:txBody>
      </p:sp>
      <p:sp>
        <p:nvSpPr>
          <p:cNvPr id="37" name="Text Placeholder 41">
            <a:extLst>
              <a:ext uri="{FF2B5EF4-FFF2-40B4-BE49-F238E27FC236}">
                <a16:creationId xmlns:a16="http://schemas.microsoft.com/office/drawing/2014/main" id="{C81EE5FD-7567-45E7-B11B-1CDE922D19C1}"/>
              </a:ext>
            </a:extLst>
          </p:cNvPr>
          <p:cNvSpPr>
            <a:spLocks noGrp="1"/>
          </p:cNvSpPr>
          <p:nvPr>
            <p:ph type="body" sz="quarter" idx="49" hasCustomPrompt="1"/>
          </p:nvPr>
        </p:nvSpPr>
        <p:spPr>
          <a:xfrm>
            <a:off x="6103434" y="4965814"/>
            <a:ext cx="5400000" cy="1162464"/>
          </a:xfrm>
          <a:prstGeom prst="rect">
            <a:avLst/>
          </a:prstGeom>
        </p:spPr>
        <p:txBody>
          <a:bodyPr wrap="square" tIns="0" bIns="0" anchor="t">
            <a:normAutofit/>
          </a:bodyPr>
          <a:lstStyle>
            <a:lvl1pPr marL="0" marR="0" indent="0" algn="l" defTabSz="914377" rtl="0" eaLnBrk="1" fontAlgn="auto" latinLnBrk="0" hangingPunct="1">
              <a:lnSpc>
                <a:spcPct val="100000"/>
              </a:lnSpc>
              <a:spcBef>
                <a:spcPts val="0"/>
              </a:spcBef>
              <a:spcAft>
                <a:spcPts val="1200"/>
              </a:spcAft>
              <a:buClrTx/>
              <a:buSzTx/>
              <a:buFont typeface="Arial" panose="020B0604020202020204" pitchFamily="34" charset="0"/>
              <a:buNone/>
              <a:tabLst/>
              <a:defRPr lang="en-US" sz="1800" b="1" kern="1200" dirty="0">
                <a:solidFill>
                  <a:schemeClr val="accent1"/>
                </a:solidFill>
                <a:latin typeface="+mj-lt"/>
                <a:ea typeface="+mn-ea"/>
                <a:cs typeface="+mn-cs"/>
              </a:defRPr>
            </a:lvl1pPr>
            <a:lvl2pPr algn="l">
              <a:lnSpc>
                <a:spcPct val="100000"/>
              </a:lnSpc>
              <a:spcBef>
                <a:spcPts val="0"/>
              </a:spcBef>
              <a:spcAft>
                <a:spcPts val="0"/>
              </a:spcAft>
              <a:defRPr lang="en-US" sz="1400" b="0" kern="1200" dirty="0">
                <a:solidFill>
                  <a:schemeClr val="tx1"/>
                </a:solidFill>
                <a:latin typeface="+mn-lt"/>
                <a:ea typeface="+mn-ea"/>
                <a:cs typeface="+mn-cs"/>
              </a:defRPr>
            </a:lvl2pPr>
          </a:lstStyle>
          <a:p>
            <a:pPr lvl="0"/>
            <a:r>
              <a:rPr lang="en-US"/>
              <a:t>Click to add subtitle</a:t>
            </a:r>
          </a:p>
          <a:p>
            <a:pPr marL="0" marR="0" lvl="1"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a-DK"/>
              <a:t>Lorem ipsum dolor sit amet</a:t>
            </a:r>
            <a:endParaRPr lang="en-US"/>
          </a:p>
          <a:p>
            <a:pPr lvl="0"/>
            <a:endParaRPr lang="en-US"/>
          </a:p>
        </p:txBody>
      </p:sp>
    </p:spTree>
    <p:extLst>
      <p:ext uri="{BB962C8B-B14F-4D97-AF65-F5344CB8AC3E}">
        <p14:creationId xmlns:p14="http://schemas.microsoft.com/office/powerpoint/2010/main" val="3579895385"/>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Bullets Option 6">
    <p:spTree>
      <p:nvGrpSpPr>
        <p:cNvPr id="1" name=""/>
        <p:cNvGrpSpPr/>
        <p:nvPr/>
      </p:nvGrpSpPr>
      <p:grpSpPr>
        <a:xfrm>
          <a:off x="0" y="0"/>
          <a:ext cx="0" cy="0"/>
          <a:chOff x="0" y="0"/>
          <a:chExt cx="0" cy="0"/>
        </a:xfrm>
      </p:grpSpPr>
      <p:sp>
        <p:nvSpPr>
          <p:cNvPr id="18" name="Text Placeholder 3">
            <a:extLst>
              <a:ext uri="{FF2B5EF4-FFF2-40B4-BE49-F238E27FC236}">
                <a16:creationId xmlns:a16="http://schemas.microsoft.com/office/drawing/2014/main" id="{59EABE65-FD93-400B-BAEB-2365B18C1003}"/>
              </a:ext>
            </a:extLst>
          </p:cNvPr>
          <p:cNvSpPr>
            <a:spLocks noGrp="1"/>
          </p:cNvSpPr>
          <p:nvPr>
            <p:ph type="body" sz="quarter" idx="11" hasCustomPrompt="1"/>
          </p:nvPr>
        </p:nvSpPr>
        <p:spPr>
          <a:xfrm>
            <a:off x="409575" y="1467048"/>
            <a:ext cx="3243135" cy="1568380"/>
          </a:xfrm>
        </p:spPr>
        <p:txBody>
          <a:bodyPr anchor="b">
            <a:normAutofit/>
          </a:bodyPr>
          <a:lstStyle>
            <a:lvl1pPr>
              <a:defRPr lang="en-US" sz="3600" b="1" kern="1200" dirty="0" smtClean="0">
                <a:solidFill>
                  <a:srgbClr val="A100FF"/>
                </a:solidFill>
                <a:latin typeface="+mj-lt"/>
                <a:ea typeface="+mn-ea"/>
                <a:cs typeface="+mn-cs"/>
              </a:defRPr>
            </a:lvl1pPr>
          </a:lstStyle>
          <a:p>
            <a:pPr lvl="0"/>
            <a:r>
              <a:rPr lang="en-US"/>
              <a:t>#</a:t>
            </a:r>
          </a:p>
        </p:txBody>
      </p:sp>
      <p:sp>
        <p:nvSpPr>
          <p:cNvPr id="19" name="Text Placeholder 3">
            <a:extLst>
              <a:ext uri="{FF2B5EF4-FFF2-40B4-BE49-F238E27FC236}">
                <a16:creationId xmlns:a16="http://schemas.microsoft.com/office/drawing/2014/main" id="{047176E6-F8F4-49FC-A12D-CEB5CA6D6075}"/>
              </a:ext>
            </a:extLst>
          </p:cNvPr>
          <p:cNvSpPr>
            <a:spLocks noGrp="1"/>
          </p:cNvSpPr>
          <p:nvPr>
            <p:ph type="body" sz="quarter" idx="12" hasCustomPrompt="1"/>
          </p:nvPr>
        </p:nvSpPr>
        <p:spPr>
          <a:xfrm>
            <a:off x="409575" y="3256510"/>
            <a:ext cx="3243135" cy="2159189"/>
          </a:xfrm>
        </p:spPr>
        <p:txBody>
          <a:bodyPr>
            <a:normAutofit/>
          </a:bodyPr>
          <a:lstStyle>
            <a:lvl1pPr>
              <a:lnSpc>
                <a:spcPct val="100000"/>
              </a:lnSpc>
              <a:defRPr sz="1400" b="0" cap="none">
                <a:latin typeface="+mn-lt"/>
              </a:defRPr>
            </a:lvl1pPr>
          </a:lstStyle>
          <a:p>
            <a:pPr lvl="0"/>
            <a:r>
              <a:rPr lang="en-US"/>
              <a:t>Click to edit master text styles</a:t>
            </a:r>
          </a:p>
        </p:txBody>
      </p:sp>
      <p:sp>
        <p:nvSpPr>
          <p:cNvPr id="20" name="Text Placeholder 3">
            <a:extLst>
              <a:ext uri="{FF2B5EF4-FFF2-40B4-BE49-F238E27FC236}">
                <a16:creationId xmlns:a16="http://schemas.microsoft.com/office/drawing/2014/main" id="{7AF73BDE-319D-4219-A5C1-DEB579218903}"/>
              </a:ext>
            </a:extLst>
          </p:cNvPr>
          <p:cNvSpPr>
            <a:spLocks noGrp="1"/>
          </p:cNvSpPr>
          <p:nvPr>
            <p:ph type="body" sz="quarter" idx="13" hasCustomPrompt="1"/>
          </p:nvPr>
        </p:nvSpPr>
        <p:spPr>
          <a:xfrm>
            <a:off x="4497451" y="1467048"/>
            <a:ext cx="3243135" cy="1568380"/>
          </a:xfrm>
        </p:spPr>
        <p:txBody>
          <a:bodyPr anchor="b">
            <a:normAutofit/>
          </a:bodyPr>
          <a:lstStyle>
            <a:lvl1pPr>
              <a:defRPr lang="en-US" sz="3600" b="1" kern="1200" dirty="0" smtClean="0">
                <a:solidFill>
                  <a:srgbClr val="A100FF"/>
                </a:solidFill>
                <a:latin typeface="+mj-lt"/>
                <a:ea typeface="+mn-ea"/>
                <a:cs typeface="+mn-cs"/>
              </a:defRPr>
            </a:lvl1pPr>
          </a:lstStyle>
          <a:p>
            <a:pPr lvl="0"/>
            <a:r>
              <a:rPr lang="en-US"/>
              <a:t>#</a:t>
            </a:r>
          </a:p>
        </p:txBody>
      </p:sp>
      <p:sp>
        <p:nvSpPr>
          <p:cNvPr id="21" name="Text Placeholder 3">
            <a:extLst>
              <a:ext uri="{FF2B5EF4-FFF2-40B4-BE49-F238E27FC236}">
                <a16:creationId xmlns:a16="http://schemas.microsoft.com/office/drawing/2014/main" id="{60DF4D03-0BE8-4D31-82A4-F39747E4BF98}"/>
              </a:ext>
            </a:extLst>
          </p:cNvPr>
          <p:cNvSpPr>
            <a:spLocks noGrp="1"/>
          </p:cNvSpPr>
          <p:nvPr>
            <p:ph type="body" sz="quarter" idx="14" hasCustomPrompt="1"/>
          </p:nvPr>
        </p:nvSpPr>
        <p:spPr>
          <a:xfrm>
            <a:off x="4497451" y="3256510"/>
            <a:ext cx="3243135" cy="2159189"/>
          </a:xfrm>
        </p:spPr>
        <p:txBody>
          <a:bodyPr>
            <a:normAutofit/>
          </a:bodyPr>
          <a:lstStyle>
            <a:lvl1pPr>
              <a:lnSpc>
                <a:spcPct val="100000"/>
              </a:lnSpc>
              <a:defRPr sz="1400" b="0" cap="none">
                <a:latin typeface="+mn-lt"/>
              </a:defRPr>
            </a:lvl1pPr>
          </a:lstStyle>
          <a:p>
            <a:pPr lvl="0"/>
            <a:r>
              <a:rPr lang="en-US"/>
              <a:t>Click to edit master text styles</a:t>
            </a:r>
          </a:p>
        </p:txBody>
      </p:sp>
      <p:sp>
        <p:nvSpPr>
          <p:cNvPr id="22" name="Text Placeholder 3">
            <a:extLst>
              <a:ext uri="{FF2B5EF4-FFF2-40B4-BE49-F238E27FC236}">
                <a16:creationId xmlns:a16="http://schemas.microsoft.com/office/drawing/2014/main" id="{112886E8-E82B-4DDD-A8BC-ECFC852D3930}"/>
              </a:ext>
            </a:extLst>
          </p:cNvPr>
          <p:cNvSpPr>
            <a:spLocks noGrp="1"/>
          </p:cNvSpPr>
          <p:nvPr>
            <p:ph type="body" sz="quarter" idx="15" hasCustomPrompt="1"/>
          </p:nvPr>
        </p:nvSpPr>
        <p:spPr>
          <a:xfrm>
            <a:off x="8585328" y="1467048"/>
            <a:ext cx="3243135" cy="1568380"/>
          </a:xfrm>
        </p:spPr>
        <p:txBody>
          <a:bodyPr anchor="b">
            <a:normAutofit/>
          </a:bodyPr>
          <a:lstStyle>
            <a:lvl1pPr>
              <a:defRPr lang="en-US" sz="3600" b="1" kern="1200" dirty="0" smtClean="0">
                <a:solidFill>
                  <a:srgbClr val="A100FF"/>
                </a:solidFill>
                <a:latin typeface="+mj-lt"/>
                <a:ea typeface="+mn-ea"/>
                <a:cs typeface="+mn-cs"/>
              </a:defRPr>
            </a:lvl1pPr>
          </a:lstStyle>
          <a:p>
            <a:pPr lvl="0"/>
            <a:r>
              <a:rPr lang="en-US"/>
              <a:t>#</a:t>
            </a:r>
          </a:p>
        </p:txBody>
      </p:sp>
      <p:sp>
        <p:nvSpPr>
          <p:cNvPr id="23" name="Text Placeholder 3">
            <a:extLst>
              <a:ext uri="{FF2B5EF4-FFF2-40B4-BE49-F238E27FC236}">
                <a16:creationId xmlns:a16="http://schemas.microsoft.com/office/drawing/2014/main" id="{FB202F5B-10E0-4D04-965B-2D05E3CD180C}"/>
              </a:ext>
            </a:extLst>
          </p:cNvPr>
          <p:cNvSpPr>
            <a:spLocks noGrp="1"/>
          </p:cNvSpPr>
          <p:nvPr>
            <p:ph type="body" sz="quarter" idx="16" hasCustomPrompt="1"/>
          </p:nvPr>
        </p:nvSpPr>
        <p:spPr>
          <a:xfrm>
            <a:off x="8585328" y="3256510"/>
            <a:ext cx="3243135" cy="2159189"/>
          </a:xfrm>
        </p:spPr>
        <p:txBody>
          <a:bodyPr>
            <a:normAutofit/>
          </a:bodyPr>
          <a:lstStyle>
            <a:lvl1pPr>
              <a:lnSpc>
                <a:spcPct val="100000"/>
              </a:lnSpc>
              <a:defRPr sz="1400" b="0" cap="none">
                <a:latin typeface="+mn-lt"/>
              </a:defRPr>
            </a:lvl1pPr>
          </a:lstStyle>
          <a:p>
            <a:pPr lvl="0"/>
            <a:r>
              <a:rPr lang="en-US"/>
              <a:t>Click to edit master text styles</a:t>
            </a:r>
          </a:p>
        </p:txBody>
      </p:sp>
      <p:sp>
        <p:nvSpPr>
          <p:cNvPr id="13" name="Footer Placeholder 6">
            <a:extLst>
              <a:ext uri="{FF2B5EF4-FFF2-40B4-BE49-F238E27FC236}">
                <a16:creationId xmlns:a16="http://schemas.microsoft.com/office/drawing/2014/main" id="{6B25A7F6-703D-4F00-A0EC-1566C7F2D3DB}"/>
              </a:ext>
            </a:extLst>
          </p:cNvPr>
          <p:cNvSpPr>
            <a:spLocks noGrp="1"/>
          </p:cNvSpPr>
          <p:nvPr>
            <p:ph type="ftr" sz="quarter" idx="17"/>
          </p:nvPr>
        </p:nvSpPr>
        <p:spPr>
          <a:xfrm>
            <a:off x="381002" y="6519009"/>
            <a:ext cx="5714999" cy="206375"/>
          </a:xfrm>
          <a:prstGeom prst="rect">
            <a:avLst/>
          </a:prstGeom>
        </p:spPr>
        <p:txBody>
          <a:bodyPr lIns="0"/>
          <a:lstStyle>
            <a:lvl1pPr>
              <a:defRPr sz="800">
                <a:solidFill>
                  <a:schemeClr val="tx1">
                    <a:alpha val="40000"/>
                  </a:schemeClr>
                </a:solidFill>
              </a:defRPr>
            </a:lvl1pPr>
          </a:lstStyle>
          <a:p>
            <a:r>
              <a:rPr lang="en-US" dirty="0"/>
              <a:t>Copyright © 2020 Accenture. All rights reserved.</a:t>
            </a:r>
          </a:p>
        </p:txBody>
      </p:sp>
      <p:sp>
        <p:nvSpPr>
          <p:cNvPr id="14" name="Slide Number Placeholder 9">
            <a:extLst>
              <a:ext uri="{FF2B5EF4-FFF2-40B4-BE49-F238E27FC236}">
                <a16:creationId xmlns:a16="http://schemas.microsoft.com/office/drawing/2014/main" id="{26FD1142-0F2D-45CB-946D-E52751A238A6}"/>
              </a:ext>
            </a:extLst>
          </p:cNvPr>
          <p:cNvSpPr>
            <a:spLocks noGrp="1"/>
          </p:cNvSpPr>
          <p:nvPr>
            <p:ph type="sldNum" sz="quarter" idx="18"/>
          </p:nvPr>
        </p:nvSpPr>
        <p:spPr>
          <a:xfrm>
            <a:off x="11506202" y="6519009"/>
            <a:ext cx="385711" cy="206375"/>
          </a:xfrm>
          <a:prstGeom prst="rect">
            <a:avLst/>
          </a:prstGeom>
        </p:spPr>
        <p:txBody>
          <a:bodyPr/>
          <a:lstStyle>
            <a:lvl1pPr>
              <a:defRPr sz="800">
                <a:solidFill>
                  <a:schemeClr val="tx1">
                    <a:alpha val="40000"/>
                  </a:schemeClr>
                </a:solidFill>
              </a:defRPr>
            </a:lvl1pPr>
          </a:lstStyle>
          <a:p>
            <a:fld id="{4F9AC08D-23A9-440E-BCB9-AA1E9877CC38}" type="slidenum">
              <a:rPr lang="en-US" smtClean="0"/>
              <a:pPr/>
              <a:t>‹#›</a:t>
            </a:fld>
            <a:endParaRPr lang="en-US" dirty="0"/>
          </a:p>
        </p:txBody>
      </p:sp>
      <p:sp>
        <p:nvSpPr>
          <p:cNvPr id="16" name="Title 1">
            <a:extLst>
              <a:ext uri="{FF2B5EF4-FFF2-40B4-BE49-F238E27FC236}">
                <a16:creationId xmlns:a16="http://schemas.microsoft.com/office/drawing/2014/main" id="{1104290A-1E04-4AF8-82EA-4BADC574788C}"/>
              </a:ext>
            </a:extLst>
          </p:cNvPr>
          <p:cNvSpPr>
            <a:spLocks noGrp="1"/>
          </p:cNvSpPr>
          <p:nvPr>
            <p:ph type="title" hasCustomPrompt="1"/>
          </p:nvPr>
        </p:nvSpPr>
        <p:spPr>
          <a:xfrm>
            <a:off x="381000" y="381001"/>
            <a:ext cx="11430000" cy="726439"/>
          </a:xfrm>
          <a:prstGeom prst="rect">
            <a:avLst/>
          </a:prstGeom>
        </p:spPr>
        <p:txBody>
          <a:bodyPr>
            <a:normAutofit/>
          </a:bodyPr>
          <a:lstStyle>
            <a:lvl1pPr>
              <a:lnSpc>
                <a:spcPct val="80000"/>
              </a:lnSpc>
              <a:defRPr/>
            </a:lvl1pPr>
          </a:lstStyle>
          <a:p>
            <a:r>
              <a:rPr lang="en-US"/>
              <a:t>Insert Main Title at 36pt min 30pt</a:t>
            </a:r>
          </a:p>
        </p:txBody>
      </p:sp>
    </p:spTree>
    <p:extLst>
      <p:ext uri="{BB962C8B-B14F-4D97-AF65-F5344CB8AC3E}">
        <p14:creationId xmlns:p14="http://schemas.microsoft.com/office/powerpoint/2010/main" val="1332369128"/>
      </p:ext>
    </p:extLst>
  </p:cSld>
  <p:clrMapOvr>
    <a:masterClrMapping/>
  </p:clrMapOvr>
  <p:hf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Bullets Option 7">
    <p:spTree>
      <p:nvGrpSpPr>
        <p:cNvPr id="1" name=""/>
        <p:cNvGrpSpPr/>
        <p:nvPr/>
      </p:nvGrpSpPr>
      <p:grpSpPr>
        <a:xfrm>
          <a:off x="0" y="0"/>
          <a:ext cx="0" cy="0"/>
          <a:chOff x="0" y="0"/>
          <a:chExt cx="0" cy="0"/>
        </a:xfrm>
      </p:grpSpPr>
      <p:sp>
        <p:nvSpPr>
          <p:cNvPr id="16" name="Text Placeholder 41">
            <a:extLst>
              <a:ext uri="{FF2B5EF4-FFF2-40B4-BE49-F238E27FC236}">
                <a16:creationId xmlns:a16="http://schemas.microsoft.com/office/drawing/2014/main" id="{9DFDC4DC-01F9-4BD6-BF0E-69725B783A06}"/>
              </a:ext>
            </a:extLst>
          </p:cNvPr>
          <p:cNvSpPr>
            <a:spLocks noGrp="1"/>
          </p:cNvSpPr>
          <p:nvPr>
            <p:ph type="body" sz="quarter" idx="25" hasCustomPrompt="1"/>
          </p:nvPr>
        </p:nvSpPr>
        <p:spPr>
          <a:xfrm>
            <a:off x="381000" y="4068348"/>
            <a:ext cx="2479000" cy="1969520"/>
          </a:xfrm>
          <a:prstGeom prst="rect">
            <a:avLst/>
          </a:prstGeom>
        </p:spPr>
        <p:txBody>
          <a:bodyPr wrap="square" tIns="0" bIns="0">
            <a:normAutofit/>
          </a:bodyPr>
          <a:lstStyle>
            <a:lvl1pPr algn="l">
              <a:lnSpc>
                <a:spcPct val="100000"/>
              </a:lnSpc>
              <a:spcBef>
                <a:spcPts val="0"/>
              </a:spcBef>
              <a:spcAft>
                <a:spcPts val="600"/>
              </a:spcAft>
              <a:defRPr lang="en-US" sz="1400" b="0" kern="1200" cap="none" dirty="0">
                <a:solidFill>
                  <a:schemeClr val="tx1"/>
                </a:solidFill>
                <a:latin typeface="+mn-lt"/>
                <a:ea typeface="+mn-ea"/>
                <a:cs typeface="+mn-cs"/>
              </a:defRPr>
            </a:lvl1pPr>
            <a:lvl2pPr algn="l">
              <a:lnSpc>
                <a:spcPct val="100000"/>
              </a:lnSpc>
              <a:spcBef>
                <a:spcPts val="0"/>
              </a:spcBef>
              <a:spcAft>
                <a:spcPts val="0"/>
              </a:spcAft>
              <a:defRPr lang="en-US" sz="1400" b="0" kern="1200" dirty="0">
                <a:solidFill>
                  <a:schemeClr val="tx1"/>
                </a:solidFill>
                <a:latin typeface="Graphik" panose="020B0503030202060203" pitchFamily="34" charset="77"/>
                <a:ea typeface="+mn-ea"/>
                <a:cs typeface="+mn-cs"/>
              </a:defRPr>
            </a:lvl2pPr>
          </a:lstStyle>
          <a:p>
            <a:pPr lvl="0"/>
            <a:r>
              <a:rPr lang="da-DK"/>
              <a:t>Add description of the figure</a:t>
            </a:r>
          </a:p>
        </p:txBody>
      </p:sp>
      <p:sp>
        <p:nvSpPr>
          <p:cNvPr id="17" name="Text Placeholder 41">
            <a:extLst>
              <a:ext uri="{FF2B5EF4-FFF2-40B4-BE49-F238E27FC236}">
                <a16:creationId xmlns:a16="http://schemas.microsoft.com/office/drawing/2014/main" id="{24432DF7-B547-40FF-A825-45A78D2CB852}"/>
              </a:ext>
            </a:extLst>
          </p:cNvPr>
          <p:cNvSpPr>
            <a:spLocks noGrp="1"/>
          </p:cNvSpPr>
          <p:nvPr>
            <p:ph type="body" sz="quarter" idx="24" hasCustomPrompt="1"/>
          </p:nvPr>
        </p:nvSpPr>
        <p:spPr>
          <a:xfrm>
            <a:off x="381000" y="3429000"/>
            <a:ext cx="2479000" cy="553998"/>
          </a:xfrm>
          <a:prstGeom prst="rect">
            <a:avLst/>
          </a:prstGeom>
        </p:spPr>
        <p:txBody>
          <a:bodyPr wrap="square" tIns="0" bIns="0" anchor="b">
            <a:normAutofit/>
          </a:bodyPr>
          <a:lstStyle>
            <a:lvl1pPr algn="l">
              <a:lnSpc>
                <a:spcPct val="100000"/>
              </a:lnSpc>
              <a:spcBef>
                <a:spcPts val="0"/>
              </a:spcBef>
              <a:spcAft>
                <a:spcPts val="0"/>
              </a:spcAft>
              <a:defRPr lang="en-US" sz="3600" b="1" kern="1200" dirty="0">
                <a:solidFill>
                  <a:schemeClr val="accent1"/>
                </a:solidFill>
                <a:latin typeface="+mj-lt"/>
                <a:ea typeface="+mn-ea"/>
                <a:cs typeface="+mn-cs"/>
              </a:defRPr>
            </a:lvl1pPr>
            <a:lvl2pPr algn="l">
              <a:lnSpc>
                <a:spcPct val="100000"/>
              </a:lnSpc>
              <a:spcBef>
                <a:spcPts val="0"/>
              </a:spcBef>
              <a:spcAft>
                <a:spcPts val="0"/>
              </a:spcAft>
              <a:defRPr lang="en-US" sz="1400" b="0" kern="1200" dirty="0">
                <a:solidFill>
                  <a:schemeClr val="tx1"/>
                </a:solidFill>
                <a:latin typeface="Graphik" panose="020B0503030202060203" pitchFamily="34" charset="77"/>
                <a:ea typeface="+mn-ea"/>
                <a:cs typeface="+mn-cs"/>
              </a:defRPr>
            </a:lvl2pPr>
          </a:lstStyle>
          <a:p>
            <a:pPr lvl="0"/>
            <a:r>
              <a:rPr lang="en-US"/>
              <a:t>#</a:t>
            </a:r>
          </a:p>
        </p:txBody>
      </p:sp>
      <p:sp>
        <p:nvSpPr>
          <p:cNvPr id="18" name="Text Placeholder 41">
            <a:extLst>
              <a:ext uri="{FF2B5EF4-FFF2-40B4-BE49-F238E27FC236}">
                <a16:creationId xmlns:a16="http://schemas.microsoft.com/office/drawing/2014/main" id="{233FEC15-78F4-43A2-A63C-053354C12341}"/>
              </a:ext>
            </a:extLst>
          </p:cNvPr>
          <p:cNvSpPr>
            <a:spLocks noGrp="1"/>
          </p:cNvSpPr>
          <p:nvPr>
            <p:ph type="body" sz="quarter" idx="36" hasCustomPrompt="1"/>
          </p:nvPr>
        </p:nvSpPr>
        <p:spPr>
          <a:xfrm>
            <a:off x="3243456" y="4068348"/>
            <a:ext cx="2479000" cy="1969520"/>
          </a:xfrm>
          <a:prstGeom prst="rect">
            <a:avLst/>
          </a:prstGeom>
        </p:spPr>
        <p:txBody>
          <a:bodyPr wrap="square" tIns="0" bIns="0">
            <a:normAutofit/>
          </a:bodyPr>
          <a:lstStyle>
            <a:lvl1pPr algn="l">
              <a:lnSpc>
                <a:spcPct val="100000"/>
              </a:lnSpc>
              <a:spcBef>
                <a:spcPts val="0"/>
              </a:spcBef>
              <a:spcAft>
                <a:spcPts val="600"/>
              </a:spcAft>
              <a:defRPr lang="en-US" sz="1400" b="0" kern="1200" cap="none" dirty="0">
                <a:solidFill>
                  <a:schemeClr val="tx1"/>
                </a:solidFill>
                <a:latin typeface="+mn-lt"/>
                <a:ea typeface="+mn-ea"/>
                <a:cs typeface="+mn-cs"/>
              </a:defRPr>
            </a:lvl1pPr>
            <a:lvl2pPr algn="l">
              <a:lnSpc>
                <a:spcPct val="100000"/>
              </a:lnSpc>
              <a:spcBef>
                <a:spcPts val="0"/>
              </a:spcBef>
              <a:spcAft>
                <a:spcPts val="0"/>
              </a:spcAft>
              <a:defRPr lang="en-US" sz="1400" b="0" kern="1200" dirty="0">
                <a:solidFill>
                  <a:schemeClr val="tx1"/>
                </a:solidFill>
                <a:latin typeface="Graphik" panose="020B0503030202060203" pitchFamily="34" charset="77"/>
                <a:ea typeface="+mn-ea"/>
                <a:cs typeface="+mn-cs"/>
              </a:defRPr>
            </a:lvl2pPr>
          </a:lstStyle>
          <a:p>
            <a:pPr lvl="0"/>
            <a:r>
              <a:rPr lang="da-DK"/>
              <a:t>Add description of the figure</a:t>
            </a:r>
          </a:p>
        </p:txBody>
      </p:sp>
      <p:sp>
        <p:nvSpPr>
          <p:cNvPr id="19" name="Text Placeholder 41">
            <a:extLst>
              <a:ext uri="{FF2B5EF4-FFF2-40B4-BE49-F238E27FC236}">
                <a16:creationId xmlns:a16="http://schemas.microsoft.com/office/drawing/2014/main" id="{5EA5DC18-5421-48CE-8B85-A27A2B4A5041}"/>
              </a:ext>
            </a:extLst>
          </p:cNvPr>
          <p:cNvSpPr>
            <a:spLocks noGrp="1"/>
          </p:cNvSpPr>
          <p:nvPr>
            <p:ph type="body" sz="quarter" idx="37" hasCustomPrompt="1"/>
          </p:nvPr>
        </p:nvSpPr>
        <p:spPr>
          <a:xfrm>
            <a:off x="3243456" y="3429000"/>
            <a:ext cx="2479000" cy="553998"/>
          </a:xfrm>
          <a:prstGeom prst="rect">
            <a:avLst/>
          </a:prstGeom>
        </p:spPr>
        <p:txBody>
          <a:bodyPr wrap="square" tIns="0" bIns="0" anchor="b">
            <a:normAutofit/>
          </a:bodyPr>
          <a:lstStyle>
            <a:lvl1pPr algn="l">
              <a:lnSpc>
                <a:spcPct val="100000"/>
              </a:lnSpc>
              <a:spcBef>
                <a:spcPts val="0"/>
              </a:spcBef>
              <a:spcAft>
                <a:spcPts val="0"/>
              </a:spcAft>
              <a:defRPr lang="en-US" sz="3600" b="1" kern="1200" dirty="0">
                <a:solidFill>
                  <a:schemeClr val="accent1"/>
                </a:solidFill>
                <a:latin typeface="+mj-lt"/>
                <a:ea typeface="+mn-ea"/>
                <a:cs typeface="+mn-cs"/>
              </a:defRPr>
            </a:lvl1pPr>
            <a:lvl2pPr algn="l">
              <a:lnSpc>
                <a:spcPct val="100000"/>
              </a:lnSpc>
              <a:spcBef>
                <a:spcPts val="0"/>
              </a:spcBef>
              <a:spcAft>
                <a:spcPts val="0"/>
              </a:spcAft>
              <a:defRPr lang="en-US" sz="1400" b="0" kern="1200" dirty="0">
                <a:solidFill>
                  <a:schemeClr val="tx1"/>
                </a:solidFill>
                <a:latin typeface="Graphik" panose="020B0503030202060203" pitchFamily="34" charset="77"/>
                <a:ea typeface="+mn-ea"/>
                <a:cs typeface="+mn-cs"/>
              </a:defRPr>
            </a:lvl2pPr>
          </a:lstStyle>
          <a:p>
            <a:pPr lvl="0"/>
            <a:r>
              <a:rPr lang="en-US"/>
              <a:t>#</a:t>
            </a:r>
          </a:p>
        </p:txBody>
      </p:sp>
      <p:sp>
        <p:nvSpPr>
          <p:cNvPr id="20" name="Text Placeholder 41">
            <a:extLst>
              <a:ext uri="{FF2B5EF4-FFF2-40B4-BE49-F238E27FC236}">
                <a16:creationId xmlns:a16="http://schemas.microsoft.com/office/drawing/2014/main" id="{B0E58F9C-D684-471B-BFF1-044DDB7AB07F}"/>
              </a:ext>
            </a:extLst>
          </p:cNvPr>
          <p:cNvSpPr>
            <a:spLocks noGrp="1"/>
          </p:cNvSpPr>
          <p:nvPr>
            <p:ph type="body" sz="quarter" idx="38" hasCustomPrompt="1"/>
          </p:nvPr>
        </p:nvSpPr>
        <p:spPr>
          <a:xfrm>
            <a:off x="6105912" y="4068348"/>
            <a:ext cx="2479000" cy="1969520"/>
          </a:xfrm>
          <a:prstGeom prst="rect">
            <a:avLst/>
          </a:prstGeom>
        </p:spPr>
        <p:txBody>
          <a:bodyPr wrap="square" tIns="0" bIns="0">
            <a:normAutofit/>
          </a:bodyPr>
          <a:lstStyle>
            <a:lvl1pPr algn="l">
              <a:lnSpc>
                <a:spcPct val="100000"/>
              </a:lnSpc>
              <a:spcBef>
                <a:spcPts val="0"/>
              </a:spcBef>
              <a:spcAft>
                <a:spcPts val="600"/>
              </a:spcAft>
              <a:defRPr lang="en-US" sz="1400" b="0" kern="1200" cap="none" dirty="0">
                <a:solidFill>
                  <a:schemeClr val="tx1"/>
                </a:solidFill>
                <a:latin typeface="+mn-lt"/>
                <a:ea typeface="+mn-ea"/>
                <a:cs typeface="+mn-cs"/>
              </a:defRPr>
            </a:lvl1pPr>
            <a:lvl2pPr algn="l">
              <a:lnSpc>
                <a:spcPct val="100000"/>
              </a:lnSpc>
              <a:spcBef>
                <a:spcPts val="0"/>
              </a:spcBef>
              <a:spcAft>
                <a:spcPts val="0"/>
              </a:spcAft>
              <a:defRPr lang="en-US" sz="1400" b="0" kern="1200" dirty="0">
                <a:solidFill>
                  <a:schemeClr val="tx1"/>
                </a:solidFill>
                <a:latin typeface="Graphik" panose="020B0503030202060203" pitchFamily="34" charset="77"/>
                <a:ea typeface="+mn-ea"/>
                <a:cs typeface="+mn-cs"/>
              </a:defRPr>
            </a:lvl2pPr>
          </a:lstStyle>
          <a:p>
            <a:pPr lvl="0"/>
            <a:r>
              <a:rPr lang="da-DK"/>
              <a:t>Add description of the figure</a:t>
            </a:r>
          </a:p>
        </p:txBody>
      </p:sp>
      <p:sp>
        <p:nvSpPr>
          <p:cNvPr id="21" name="Text Placeholder 41">
            <a:extLst>
              <a:ext uri="{FF2B5EF4-FFF2-40B4-BE49-F238E27FC236}">
                <a16:creationId xmlns:a16="http://schemas.microsoft.com/office/drawing/2014/main" id="{4FEA6FC0-ADA0-43DC-9D26-5E114F073723}"/>
              </a:ext>
            </a:extLst>
          </p:cNvPr>
          <p:cNvSpPr>
            <a:spLocks noGrp="1"/>
          </p:cNvSpPr>
          <p:nvPr>
            <p:ph type="body" sz="quarter" idx="39" hasCustomPrompt="1"/>
          </p:nvPr>
        </p:nvSpPr>
        <p:spPr>
          <a:xfrm>
            <a:off x="6105912" y="3429000"/>
            <a:ext cx="2479000" cy="553998"/>
          </a:xfrm>
          <a:prstGeom prst="rect">
            <a:avLst/>
          </a:prstGeom>
        </p:spPr>
        <p:txBody>
          <a:bodyPr wrap="square" tIns="0" bIns="0" anchor="b">
            <a:normAutofit/>
          </a:bodyPr>
          <a:lstStyle>
            <a:lvl1pPr algn="l">
              <a:lnSpc>
                <a:spcPct val="100000"/>
              </a:lnSpc>
              <a:spcBef>
                <a:spcPts val="0"/>
              </a:spcBef>
              <a:spcAft>
                <a:spcPts val="0"/>
              </a:spcAft>
              <a:defRPr lang="en-US" sz="3600" b="1" kern="1200" dirty="0">
                <a:solidFill>
                  <a:schemeClr val="accent1"/>
                </a:solidFill>
                <a:latin typeface="+mj-lt"/>
                <a:ea typeface="+mn-ea"/>
                <a:cs typeface="+mn-cs"/>
              </a:defRPr>
            </a:lvl1pPr>
            <a:lvl2pPr algn="l">
              <a:lnSpc>
                <a:spcPct val="100000"/>
              </a:lnSpc>
              <a:spcBef>
                <a:spcPts val="0"/>
              </a:spcBef>
              <a:spcAft>
                <a:spcPts val="0"/>
              </a:spcAft>
              <a:defRPr lang="en-US" sz="1400" b="0" kern="1200" dirty="0">
                <a:solidFill>
                  <a:schemeClr val="tx1"/>
                </a:solidFill>
                <a:latin typeface="Graphik" panose="020B0503030202060203" pitchFamily="34" charset="77"/>
                <a:ea typeface="+mn-ea"/>
                <a:cs typeface="+mn-cs"/>
              </a:defRPr>
            </a:lvl2pPr>
          </a:lstStyle>
          <a:p>
            <a:pPr lvl="0"/>
            <a:r>
              <a:rPr lang="en-US"/>
              <a:t>#</a:t>
            </a:r>
          </a:p>
        </p:txBody>
      </p:sp>
      <p:sp>
        <p:nvSpPr>
          <p:cNvPr id="22" name="Text Placeholder 41">
            <a:extLst>
              <a:ext uri="{FF2B5EF4-FFF2-40B4-BE49-F238E27FC236}">
                <a16:creationId xmlns:a16="http://schemas.microsoft.com/office/drawing/2014/main" id="{8F8EE1D1-37AE-4F77-B057-69366C5878FE}"/>
              </a:ext>
            </a:extLst>
          </p:cNvPr>
          <p:cNvSpPr>
            <a:spLocks noGrp="1"/>
          </p:cNvSpPr>
          <p:nvPr>
            <p:ph type="body" sz="quarter" idx="40" hasCustomPrompt="1"/>
          </p:nvPr>
        </p:nvSpPr>
        <p:spPr>
          <a:xfrm>
            <a:off x="8968368" y="4068348"/>
            <a:ext cx="2479000" cy="1969520"/>
          </a:xfrm>
          <a:prstGeom prst="rect">
            <a:avLst/>
          </a:prstGeom>
        </p:spPr>
        <p:txBody>
          <a:bodyPr wrap="square" tIns="0" bIns="0">
            <a:normAutofit/>
          </a:bodyPr>
          <a:lstStyle>
            <a:lvl1pPr algn="l">
              <a:lnSpc>
                <a:spcPct val="100000"/>
              </a:lnSpc>
              <a:spcBef>
                <a:spcPts val="0"/>
              </a:spcBef>
              <a:spcAft>
                <a:spcPts val="600"/>
              </a:spcAft>
              <a:defRPr lang="en-US" sz="1400" b="0" kern="1200" cap="none" dirty="0">
                <a:solidFill>
                  <a:schemeClr val="tx1"/>
                </a:solidFill>
                <a:latin typeface="+mn-lt"/>
                <a:ea typeface="+mn-ea"/>
                <a:cs typeface="+mn-cs"/>
              </a:defRPr>
            </a:lvl1pPr>
            <a:lvl2pPr algn="l">
              <a:lnSpc>
                <a:spcPct val="100000"/>
              </a:lnSpc>
              <a:spcBef>
                <a:spcPts val="0"/>
              </a:spcBef>
              <a:spcAft>
                <a:spcPts val="0"/>
              </a:spcAft>
              <a:defRPr lang="en-US" sz="1400" b="0" kern="1200" dirty="0">
                <a:solidFill>
                  <a:schemeClr val="tx1"/>
                </a:solidFill>
                <a:latin typeface="Graphik" panose="020B0503030202060203" pitchFamily="34" charset="77"/>
                <a:ea typeface="+mn-ea"/>
                <a:cs typeface="+mn-cs"/>
              </a:defRPr>
            </a:lvl2pPr>
          </a:lstStyle>
          <a:p>
            <a:pPr lvl="0"/>
            <a:r>
              <a:rPr lang="da-DK"/>
              <a:t>Add description of the figure</a:t>
            </a:r>
          </a:p>
        </p:txBody>
      </p:sp>
      <p:sp>
        <p:nvSpPr>
          <p:cNvPr id="23" name="Text Placeholder 41">
            <a:extLst>
              <a:ext uri="{FF2B5EF4-FFF2-40B4-BE49-F238E27FC236}">
                <a16:creationId xmlns:a16="http://schemas.microsoft.com/office/drawing/2014/main" id="{91797188-BDCB-4CC5-BCBE-30AD9A4C4508}"/>
              </a:ext>
            </a:extLst>
          </p:cNvPr>
          <p:cNvSpPr>
            <a:spLocks noGrp="1"/>
          </p:cNvSpPr>
          <p:nvPr>
            <p:ph type="body" sz="quarter" idx="41" hasCustomPrompt="1"/>
          </p:nvPr>
        </p:nvSpPr>
        <p:spPr>
          <a:xfrm>
            <a:off x="8968368" y="3429000"/>
            <a:ext cx="2479000" cy="553998"/>
          </a:xfrm>
          <a:prstGeom prst="rect">
            <a:avLst/>
          </a:prstGeom>
        </p:spPr>
        <p:txBody>
          <a:bodyPr wrap="square" tIns="0" bIns="0" anchor="b">
            <a:normAutofit/>
          </a:bodyPr>
          <a:lstStyle>
            <a:lvl1pPr algn="l">
              <a:lnSpc>
                <a:spcPct val="100000"/>
              </a:lnSpc>
              <a:spcBef>
                <a:spcPts val="0"/>
              </a:spcBef>
              <a:spcAft>
                <a:spcPts val="0"/>
              </a:spcAft>
              <a:defRPr lang="en-US" sz="3600" b="1" kern="1200" dirty="0">
                <a:solidFill>
                  <a:schemeClr val="accent1"/>
                </a:solidFill>
                <a:latin typeface="+mj-lt"/>
                <a:ea typeface="+mn-ea"/>
                <a:cs typeface="+mn-cs"/>
              </a:defRPr>
            </a:lvl1pPr>
            <a:lvl2pPr algn="l">
              <a:lnSpc>
                <a:spcPct val="100000"/>
              </a:lnSpc>
              <a:spcBef>
                <a:spcPts val="0"/>
              </a:spcBef>
              <a:spcAft>
                <a:spcPts val="0"/>
              </a:spcAft>
              <a:defRPr lang="en-US" sz="1400" b="0" kern="1200" dirty="0">
                <a:solidFill>
                  <a:schemeClr val="tx1"/>
                </a:solidFill>
                <a:latin typeface="Graphik" panose="020B0503030202060203" pitchFamily="34" charset="77"/>
                <a:ea typeface="+mn-ea"/>
                <a:cs typeface="+mn-cs"/>
              </a:defRPr>
            </a:lvl2pPr>
          </a:lstStyle>
          <a:p>
            <a:pPr lvl="0"/>
            <a:r>
              <a:rPr lang="en-US"/>
              <a:t>#</a:t>
            </a:r>
          </a:p>
        </p:txBody>
      </p:sp>
      <p:sp>
        <p:nvSpPr>
          <p:cNvPr id="13" name="Footer Placeholder 6">
            <a:extLst>
              <a:ext uri="{FF2B5EF4-FFF2-40B4-BE49-F238E27FC236}">
                <a16:creationId xmlns:a16="http://schemas.microsoft.com/office/drawing/2014/main" id="{9D5BE5DC-7FFD-494C-891B-8A475F26F4EE}"/>
              </a:ext>
            </a:extLst>
          </p:cNvPr>
          <p:cNvSpPr>
            <a:spLocks noGrp="1"/>
          </p:cNvSpPr>
          <p:nvPr>
            <p:ph type="ftr" sz="quarter" idx="16"/>
          </p:nvPr>
        </p:nvSpPr>
        <p:spPr>
          <a:xfrm>
            <a:off x="381002" y="6519009"/>
            <a:ext cx="5714999" cy="206375"/>
          </a:xfrm>
          <a:prstGeom prst="rect">
            <a:avLst/>
          </a:prstGeom>
        </p:spPr>
        <p:txBody>
          <a:bodyPr lIns="0"/>
          <a:lstStyle>
            <a:lvl1pPr>
              <a:defRPr sz="800">
                <a:solidFill>
                  <a:schemeClr val="tx1">
                    <a:alpha val="40000"/>
                  </a:schemeClr>
                </a:solidFill>
              </a:defRPr>
            </a:lvl1pPr>
          </a:lstStyle>
          <a:p>
            <a:r>
              <a:rPr lang="en-US" dirty="0"/>
              <a:t>Copyright © 2020 Accenture. All rights reserved.</a:t>
            </a:r>
          </a:p>
        </p:txBody>
      </p:sp>
      <p:sp>
        <p:nvSpPr>
          <p:cNvPr id="14" name="Slide Number Placeholder 9">
            <a:extLst>
              <a:ext uri="{FF2B5EF4-FFF2-40B4-BE49-F238E27FC236}">
                <a16:creationId xmlns:a16="http://schemas.microsoft.com/office/drawing/2014/main" id="{3A863DAF-BB89-4865-8063-7F6B6BAB4533}"/>
              </a:ext>
            </a:extLst>
          </p:cNvPr>
          <p:cNvSpPr>
            <a:spLocks noGrp="1"/>
          </p:cNvSpPr>
          <p:nvPr>
            <p:ph type="sldNum" sz="quarter" idx="17"/>
          </p:nvPr>
        </p:nvSpPr>
        <p:spPr>
          <a:xfrm>
            <a:off x="11506202" y="6519009"/>
            <a:ext cx="385711" cy="206375"/>
          </a:xfrm>
          <a:prstGeom prst="rect">
            <a:avLst/>
          </a:prstGeom>
        </p:spPr>
        <p:txBody>
          <a:bodyPr/>
          <a:lstStyle>
            <a:lvl1pPr>
              <a:defRPr sz="800">
                <a:solidFill>
                  <a:schemeClr val="tx1">
                    <a:alpha val="40000"/>
                  </a:schemeClr>
                </a:solidFill>
              </a:defRPr>
            </a:lvl1pPr>
          </a:lstStyle>
          <a:p>
            <a:fld id="{4F9AC08D-23A9-440E-BCB9-AA1E9877CC38}" type="slidenum">
              <a:rPr lang="en-US" smtClean="0"/>
              <a:pPr/>
              <a:t>‹#›</a:t>
            </a:fld>
            <a:endParaRPr lang="en-US" dirty="0"/>
          </a:p>
        </p:txBody>
      </p:sp>
      <p:sp>
        <p:nvSpPr>
          <p:cNvPr id="15" name="Title Placeholder 1">
            <a:extLst>
              <a:ext uri="{FF2B5EF4-FFF2-40B4-BE49-F238E27FC236}">
                <a16:creationId xmlns:a16="http://schemas.microsoft.com/office/drawing/2014/main" id="{C770A387-6C5D-4E48-960C-8587FDB8AC83}"/>
              </a:ext>
            </a:extLst>
          </p:cNvPr>
          <p:cNvSpPr>
            <a:spLocks noGrp="1"/>
          </p:cNvSpPr>
          <p:nvPr>
            <p:ph type="title" hasCustomPrompt="1"/>
          </p:nvPr>
        </p:nvSpPr>
        <p:spPr>
          <a:xfrm>
            <a:off x="381000" y="381002"/>
            <a:ext cx="11430000" cy="983263"/>
          </a:xfrm>
          <a:prstGeom prst="rect">
            <a:avLst/>
          </a:prstGeom>
        </p:spPr>
        <p:txBody>
          <a:bodyPr vert="horz" lIns="0" tIns="45720" rIns="0" bIns="0" rtlCol="0" anchor="t" anchorCtr="0">
            <a:normAutofit/>
          </a:bodyPr>
          <a:lstStyle>
            <a:lvl1pPr>
              <a:defRPr/>
            </a:lvl1pPr>
          </a:lstStyle>
          <a:p>
            <a:r>
              <a:rPr lang="en-US"/>
              <a:t>Insert Main Title at 36pt min 30pt</a:t>
            </a:r>
          </a:p>
        </p:txBody>
      </p:sp>
    </p:spTree>
    <p:extLst>
      <p:ext uri="{BB962C8B-B14F-4D97-AF65-F5344CB8AC3E}">
        <p14:creationId xmlns:p14="http://schemas.microsoft.com/office/powerpoint/2010/main" val="4062992953"/>
      </p:ext>
    </p:extLst>
  </p:cSld>
  <p:clrMapOvr>
    <a:masterClrMapping/>
  </p:clrMapOvr>
  <p:hf hdr="0" ftr="0" dt="0"/>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p:cSld name="People opt 2">
    <p:bg>
      <p:bgPr>
        <a:solidFill>
          <a:schemeClr val="bg1"/>
        </a:solidFill>
        <a:effectLst/>
      </p:bgPr>
    </p:bg>
    <p:spTree>
      <p:nvGrpSpPr>
        <p:cNvPr id="1" name=""/>
        <p:cNvGrpSpPr/>
        <p:nvPr/>
      </p:nvGrpSpPr>
      <p:grpSpPr>
        <a:xfrm>
          <a:off x="0" y="0"/>
          <a:ext cx="0" cy="0"/>
          <a:chOff x="0" y="0"/>
          <a:chExt cx="0" cy="0"/>
        </a:xfrm>
      </p:grpSpPr>
      <p:sp>
        <p:nvSpPr>
          <p:cNvPr id="6" name="Picture Placeholder 6">
            <a:extLst>
              <a:ext uri="{FF2B5EF4-FFF2-40B4-BE49-F238E27FC236}">
                <a16:creationId xmlns:a16="http://schemas.microsoft.com/office/drawing/2014/main" id="{7E061C87-E253-4832-BFB5-F70B539C6454}"/>
              </a:ext>
            </a:extLst>
          </p:cNvPr>
          <p:cNvSpPr>
            <a:spLocks noGrp="1"/>
          </p:cNvSpPr>
          <p:nvPr>
            <p:ph type="pic" sz="quarter" idx="12" hasCustomPrompt="1"/>
          </p:nvPr>
        </p:nvSpPr>
        <p:spPr>
          <a:xfrm>
            <a:off x="1147889" y="2192171"/>
            <a:ext cx="1858845" cy="1858845"/>
          </a:xfrm>
          <a:prstGeom prst="ellipse">
            <a:avLst/>
          </a:prstGeom>
          <a:pattFill prst="pct40">
            <a:fgClr>
              <a:srgbClr val="C0C0C0"/>
            </a:fgClr>
            <a:bgClr>
              <a:schemeClr val="bg1"/>
            </a:bgClr>
          </a:pattFill>
        </p:spPr>
        <p:txBody>
          <a:bodyPr lIns="0" tIns="108000" rIns="0" anchor="ctr">
            <a:normAutofit/>
          </a:bodyPr>
          <a:lstStyle>
            <a:lvl1pPr algn="ctr">
              <a:defRPr sz="1100" b="0" i="0">
                <a:latin typeface="+mn-lt"/>
              </a:defRPr>
            </a:lvl1pPr>
          </a:lstStyle>
          <a:p>
            <a:r>
              <a:rPr lang="en-AU" dirty="0"/>
              <a:t>Insert picture here</a:t>
            </a:r>
          </a:p>
        </p:txBody>
      </p:sp>
      <p:sp>
        <p:nvSpPr>
          <p:cNvPr id="22" name="Picture Placeholder 6">
            <a:extLst>
              <a:ext uri="{FF2B5EF4-FFF2-40B4-BE49-F238E27FC236}">
                <a16:creationId xmlns:a16="http://schemas.microsoft.com/office/drawing/2014/main" id="{9A86D32D-DCCA-FB41-AD6B-6114273CE677}"/>
              </a:ext>
            </a:extLst>
          </p:cNvPr>
          <p:cNvSpPr>
            <a:spLocks noGrp="1"/>
          </p:cNvSpPr>
          <p:nvPr>
            <p:ph type="pic" sz="quarter" idx="38" hasCustomPrompt="1"/>
          </p:nvPr>
        </p:nvSpPr>
        <p:spPr>
          <a:xfrm>
            <a:off x="3815262" y="2192171"/>
            <a:ext cx="1858845" cy="1858845"/>
          </a:xfrm>
          <a:prstGeom prst="ellipse">
            <a:avLst/>
          </a:prstGeom>
          <a:pattFill prst="pct40">
            <a:fgClr>
              <a:srgbClr val="C0C0C0"/>
            </a:fgClr>
            <a:bgClr>
              <a:schemeClr val="bg1"/>
            </a:bgClr>
          </a:pattFill>
        </p:spPr>
        <p:txBody>
          <a:bodyPr lIns="0" tIns="108000" rIns="0" anchor="ctr">
            <a:normAutofit/>
          </a:bodyPr>
          <a:lstStyle>
            <a:lvl1pPr algn="ctr">
              <a:defRPr sz="1100" b="0" i="0">
                <a:latin typeface="+mn-lt"/>
              </a:defRPr>
            </a:lvl1pPr>
          </a:lstStyle>
          <a:p>
            <a:r>
              <a:rPr lang="en-AU" dirty="0"/>
              <a:t>Insert picture here</a:t>
            </a:r>
          </a:p>
        </p:txBody>
      </p:sp>
      <p:sp>
        <p:nvSpPr>
          <p:cNvPr id="24" name="Picture Placeholder 6">
            <a:extLst>
              <a:ext uri="{FF2B5EF4-FFF2-40B4-BE49-F238E27FC236}">
                <a16:creationId xmlns:a16="http://schemas.microsoft.com/office/drawing/2014/main" id="{B3FA79AB-3280-3942-8811-1F447CF932F4}"/>
              </a:ext>
            </a:extLst>
          </p:cNvPr>
          <p:cNvSpPr>
            <a:spLocks noGrp="1"/>
          </p:cNvSpPr>
          <p:nvPr>
            <p:ph type="pic" sz="quarter" idx="40" hasCustomPrompt="1"/>
          </p:nvPr>
        </p:nvSpPr>
        <p:spPr>
          <a:xfrm>
            <a:off x="6482635" y="2192171"/>
            <a:ext cx="1858845" cy="1858845"/>
          </a:xfrm>
          <a:prstGeom prst="ellipse">
            <a:avLst/>
          </a:prstGeom>
          <a:pattFill prst="pct40">
            <a:fgClr>
              <a:srgbClr val="C0C0C0"/>
            </a:fgClr>
            <a:bgClr>
              <a:schemeClr val="bg1"/>
            </a:bgClr>
          </a:pattFill>
        </p:spPr>
        <p:txBody>
          <a:bodyPr lIns="0" tIns="108000" rIns="0" anchor="ctr">
            <a:normAutofit/>
          </a:bodyPr>
          <a:lstStyle>
            <a:lvl1pPr algn="ctr">
              <a:defRPr sz="1100" b="0" i="0">
                <a:latin typeface="+mn-lt"/>
              </a:defRPr>
            </a:lvl1pPr>
          </a:lstStyle>
          <a:p>
            <a:r>
              <a:rPr lang="en-AU" dirty="0"/>
              <a:t>Insert picture here</a:t>
            </a:r>
          </a:p>
        </p:txBody>
      </p:sp>
      <p:sp>
        <p:nvSpPr>
          <p:cNvPr id="27" name="Picture Placeholder 6">
            <a:extLst>
              <a:ext uri="{FF2B5EF4-FFF2-40B4-BE49-F238E27FC236}">
                <a16:creationId xmlns:a16="http://schemas.microsoft.com/office/drawing/2014/main" id="{F226A25B-26CF-1C41-961E-12B3F363E009}"/>
              </a:ext>
            </a:extLst>
          </p:cNvPr>
          <p:cNvSpPr>
            <a:spLocks noGrp="1"/>
          </p:cNvSpPr>
          <p:nvPr>
            <p:ph type="pic" sz="quarter" idx="42" hasCustomPrompt="1"/>
          </p:nvPr>
        </p:nvSpPr>
        <p:spPr>
          <a:xfrm>
            <a:off x="9150007" y="2192171"/>
            <a:ext cx="1858845" cy="1858845"/>
          </a:xfrm>
          <a:prstGeom prst="ellipse">
            <a:avLst/>
          </a:prstGeom>
          <a:pattFill prst="pct40">
            <a:fgClr>
              <a:srgbClr val="C0C0C0"/>
            </a:fgClr>
            <a:bgClr>
              <a:schemeClr val="bg1"/>
            </a:bgClr>
          </a:pattFill>
        </p:spPr>
        <p:txBody>
          <a:bodyPr lIns="0" tIns="108000" rIns="0" anchor="ctr">
            <a:normAutofit/>
          </a:bodyPr>
          <a:lstStyle>
            <a:lvl1pPr algn="ctr">
              <a:defRPr sz="1100" b="0" i="0">
                <a:latin typeface="+mn-lt"/>
              </a:defRPr>
            </a:lvl1pPr>
          </a:lstStyle>
          <a:p>
            <a:r>
              <a:rPr lang="en-AU" dirty="0"/>
              <a:t>Insert picture here</a:t>
            </a:r>
          </a:p>
        </p:txBody>
      </p:sp>
      <p:sp>
        <p:nvSpPr>
          <p:cNvPr id="28" name="Title 1">
            <a:extLst>
              <a:ext uri="{FF2B5EF4-FFF2-40B4-BE49-F238E27FC236}">
                <a16:creationId xmlns:a16="http://schemas.microsoft.com/office/drawing/2014/main" id="{06B7DA53-39E1-40DB-8E3D-AC55EE3B9DC3}"/>
              </a:ext>
            </a:extLst>
          </p:cNvPr>
          <p:cNvSpPr>
            <a:spLocks noGrp="1"/>
          </p:cNvSpPr>
          <p:nvPr>
            <p:ph type="title" hasCustomPrompt="1"/>
          </p:nvPr>
        </p:nvSpPr>
        <p:spPr>
          <a:xfrm>
            <a:off x="381000" y="381001"/>
            <a:ext cx="11430000" cy="726439"/>
          </a:xfrm>
          <a:prstGeom prst="rect">
            <a:avLst/>
          </a:prstGeom>
        </p:spPr>
        <p:txBody>
          <a:bodyPr/>
          <a:lstStyle>
            <a:lvl1pPr>
              <a:lnSpc>
                <a:spcPct val="80000"/>
              </a:lnSpc>
              <a:defRPr/>
            </a:lvl1pPr>
          </a:lstStyle>
          <a:p>
            <a:r>
              <a:rPr lang="en-US"/>
              <a:t>Insert Main Title at 36pt min 30pt</a:t>
            </a:r>
          </a:p>
        </p:txBody>
      </p:sp>
      <p:sp>
        <p:nvSpPr>
          <p:cNvPr id="13" name="Footer Placeholder 6">
            <a:extLst>
              <a:ext uri="{FF2B5EF4-FFF2-40B4-BE49-F238E27FC236}">
                <a16:creationId xmlns:a16="http://schemas.microsoft.com/office/drawing/2014/main" id="{29D22D92-75BB-4297-B843-557296E6CB80}"/>
              </a:ext>
            </a:extLst>
          </p:cNvPr>
          <p:cNvSpPr>
            <a:spLocks noGrp="1"/>
          </p:cNvSpPr>
          <p:nvPr>
            <p:ph type="ftr" sz="quarter" idx="16"/>
          </p:nvPr>
        </p:nvSpPr>
        <p:spPr>
          <a:xfrm>
            <a:off x="381002" y="6519009"/>
            <a:ext cx="5714999" cy="206375"/>
          </a:xfrm>
          <a:prstGeom prst="rect">
            <a:avLst/>
          </a:prstGeom>
        </p:spPr>
        <p:txBody>
          <a:bodyPr lIns="0"/>
          <a:lstStyle>
            <a:lvl1pPr>
              <a:defRPr sz="800">
                <a:solidFill>
                  <a:schemeClr val="tx1">
                    <a:alpha val="40000"/>
                  </a:schemeClr>
                </a:solidFill>
              </a:defRPr>
            </a:lvl1pPr>
          </a:lstStyle>
          <a:p>
            <a:r>
              <a:rPr lang="en-US" dirty="0"/>
              <a:t>Copyright © 2020 Accenture. All rights reserved.</a:t>
            </a:r>
          </a:p>
        </p:txBody>
      </p:sp>
      <p:sp>
        <p:nvSpPr>
          <p:cNvPr id="14" name="Slide Number Placeholder 9">
            <a:extLst>
              <a:ext uri="{FF2B5EF4-FFF2-40B4-BE49-F238E27FC236}">
                <a16:creationId xmlns:a16="http://schemas.microsoft.com/office/drawing/2014/main" id="{E4BED6B8-7C00-4120-ABBA-D82093551AC7}"/>
              </a:ext>
            </a:extLst>
          </p:cNvPr>
          <p:cNvSpPr>
            <a:spLocks noGrp="1"/>
          </p:cNvSpPr>
          <p:nvPr>
            <p:ph type="sldNum" sz="quarter" idx="17"/>
          </p:nvPr>
        </p:nvSpPr>
        <p:spPr>
          <a:xfrm>
            <a:off x="11506202" y="6519009"/>
            <a:ext cx="385711" cy="206375"/>
          </a:xfrm>
          <a:prstGeom prst="rect">
            <a:avLst/>
          </a:prstGeom>
        </p:spPr>
        <p:txBody>
          <a:bodyPr/>
          <a:lstStyle>
            <a:lvl1pPr>
              <a:defRPr sz="800">
                <a:solidFill>
                  <a:schemeClr val="tx1">
                    <a:alpha val="40000"/>
                  </a:schemeClr>
                </a:solidFill>
              </a:defRPr>
            </a:lvl1pPr>
          </a:lstStyle>
          <a:p>
            <a:fld id="{4F9AC08D-23A9-440E-BCB9-AA1E9877CC38}" type="slidenum">
              <a:rPr lang="en-US" smtClean="0"/>
              <a:pPr/>
              <a:t>‹#›</a:t>
            </a:fld>
            <a:endParaRPr lang="en-US" dirty="0"/>
          </a:p>
        </p:txBody>
      </p:sp>
      <p:sp>
        <p:nvSpPr>
          <p:cNvPr id="32" name="Text Placeholder 41">
            <a:extLst>
              <a:ext uri="{FF2B5EF4-FFF2-40B4-BE49-F238E27FC236}">
                <a16:creationId xmlns:a16="http://schemas.microsoft.com/office/drawing/2014/main" id="{7E68CA9F-EC78-418D-9A6B-0239F68A44BC}"/>
              </a:ext>
            </a:extLst>
          </p:cNvPr>
          <p:cNvSpPr>
            <a:spLocks noGrp="1"/>
          </p:cNvSpPr>
          <p:nvPr>
            <p:ph type="body" sz="quarter" idx="52" hasCustomPrompt="1"/>
          </p:nvPr>
        </p:nvSpPr>
        <p:spPr>
          <a:xfrm>
            <a:off x="989295" y="4165807"/>
            <a:ext cx="2187251" cy="1379271"/>
          </a:xfrm>
        </p:spPr>
        <p:txBody>
          <a:bodyPr wrap="square">
            <a:normAutofit/>
          </a:bodyPr>
          <a:lstStyle>
            <a:lvl1pPr algn="ctr">
              <a:lnSpc>
                <a:spcPct val="100000"/>
              </a:lnSpc>
              <a:spcAft>
                <a:spcPts val="0"/>
              </a:spcAft>
              <a:defRPr sz="1600" b="1" i="0">
                <a:solidFill>
                  <a:schemeClr val="tx1"/>
                </a:solidFill>
                <a:latin typeface="+mn-lt"/>
              </a:defRPr>
            </a:lvl1pPr>
            <a:lvl2pPr marL="0" indent="0" algn="ctr">
              <a:lnSpc>
                <a:spcPct val="120000"/>
              </a:lnSpc>
              <a:spcBef>
                <a:spcPts val="0"/>
              </a:spcBef>
              <a:spcAft>
                <a:spcPts val="0"/>
              </a:spcAft>
              <a:buNone/>
              <a:defRPr sz="1400" b="0" i="0">
                <a:solidFill>
                  <a:schemeClr val="tx1"/>
                </a:solidFill>
                <a:latin typeface="+mn-lt"/>
              </a:defRPr>
            </a:lvl2pPr>
            <a:lvl3pPr marL="0" indent="0" algn="ctr">
              <a:lnSpc>
                <a:spcPct val="100000"/>
              </a:lnSpc>
              <a:spcBef>
                <a:spcPts val="600"/>
              </a:spcBef>
              <a:buNone/>
              <a:defRPr sz="1200"/>
            </a:lvl3pPr>
          </a:lstStyle>
          <a:p>
            <a:pPr lvl="0"/>
            <a:r>
              <a:rPr lang="en-US"/>
              <a:t>Insert name here</a:t>
            </a:r>
          </a:p>
          <a:p>
            <a:pPr lvl="1"/>
            <a:r>
              <a:rPr lang="en-US"/>
              <a:t>Job title here</a:t>
            </a:r>
          </a:p>
        </p:txBody>
      </p:sp>
      <p:sp>
        <p:nvSpPr>
          <p:cNvPr id="33" name="Text Placeholder 41">
            <a:extLst>
              <a:ext uri="{FF2B5EF4-FFF2-40B4-BE49-F238E27FC236}">
                <a16:creationId xmlns:a16="http://schemas.microsoft.com/office/drawing/2014/main" id="{9FBF1373-D4D2-4CA6-A203-BB25B6AE2313}"/>
              </a:ext>
            </a:extLst>
          </p:cNvPr>
          <p:cNvSpPr>
            <a:spLocks noGrp="1"/>
          </p:cNvSpPr>
          <p:nvPr>
            <p:ph type="body" sz="quarter" idx="53" hasCustomPrompt="1"/>
          </p:nvPr>
        </p:nvSpPr>
        <p:spPr>
          <a:xfrm>
            <a:off x="3656667" y="4165807"/>
            <a:ext cx="2187251" cy="1379271"/>
          </a:xfrm>
        </p:spPr>
        <p:txBody>
          <a:bodyPr wrap="square">
            <a:normAutofit/>
          </a:bodyPr>
          <a:lstStyle>
            <a:lvl1pPr algn="ctr">
              <a:lnSpc>
                <a:spcPct val="100000"/>
              </a:lnSpc>
              <a:spcAft>
                <a:spcPts val="0"/>
              </a:spcAft>
              <a:defRPr sz="1600" b="1" i="0">
                <a:solidFill>
                  <a:schemeClr val="tx1"/>
                </a:solidFill>
                <a:latin typeface="+mn-lt"/>
              </a:defRPr>
            </a:lvl1pPr>
            <a:lvl2pPr marL="0" indent="0" algn="ctr">
              <a:lnSpc>
                <a:spcPct val="120000"/>
              </a:lnSpc>
              <a:spcBef>
                <a:spcPts val="0"/>
              </a:spcBef>
              <a:spcAft>
                <a:spcPts val="0"/>
              </a:spcAft>
              <a:buNone/>
              <a:defRPr sz="1400" b="0" i="0">
                <a:solidFill>
                  <a:schemeClr val="tx1"/>
                </a:solidFill>
                <a:latin typeface="+mn-lt"/>
              </a:defRPr>
            </a:lvl2pPr>
            <a:lvl3pPr marL="0" indent="0" algn="ctr">
              <a:lnSpc>
                <a:spcPct val="100000"/>
              </a:lnSpc>
              <a:spcBef>
                <a:spcPts val="600"/>
              </a:spcBef>
              <a:buNone/>
              <a:defRPr sz="1200"/>
            </a:lvl3pPr>
          </a:lstStyle>
          <a:p>
            <a:pPr lvl="0"/>
            <a:r>
              <a:rPr lang="en-US"/>
              <a:t>Insert name here</a:t>
            </a:r>
          </a:p>
          <a:p>
            <a:pPr lvl="1"/>
            <a:r>
              <a:rPr lang="en-US"/>
              <a:t>Job title here</a:t>
            </a:r>
          </a:p>
        </p:txBody>
      </p:sp>
      <p:sp>
        <p:nvSpPr>
          <p:cNvPr id="35" name="Text Placeholder 41">
            <a:extLst>
              <a:ext uri="{FF2B5EF4-FFF2-40B4-BE49-F238E27FC236}">
                <a16:creationId xmlns:a16="http://schemas.microsoft.com/office/drawing/2014/main" id="{E87B3F04-4595-45EE-8C80-2D66D058FFB2}"/>
              </a:ext>
            </a:extLst>
          </p:cNvPr>
          <p:cNvSpPr>
            <a:spLocks noGrp="1"/>
          </p:cNvSpPr>
          <p:nvPr>
            <p:ph type="body" sz="quarter" idx="54" hasCustomPrompt="1"/>
          </p:nvPr>
        </p:nvSpPr>
        <p:spPr>
          <a:xfrm>
            <a:off x="6324039" y="4165807"/>
            <a:ext cx="2187251" cy="1379271"/>
          </a:xfrm>
        </p:spPr>
        <p:txBody>
          <a:bodyPr wrap="square">
            <a:normAutofit/>
          </a:bodyPr>
          <a:lstStyle>
            <a:lvl1pPr algn="ctr">
              <a:lnSpc>
                <a:spcPct val="100000"/>
              </a:lnSpc>
              <a:spcAft>
                <a:spcPts val="0"/>
              </a:spcAft>
              <a:defRPr sz="1600" b="1" i="0">
                <a:solidFill>
                  <a:schemeClr val="tx1"/>
                </a:solidFill>
                <a:latin typeface="+mn-lt"/>
              </a:defRPr>
            </a:lvl1pPr>
            <a:lvl2pPr marL="0" indent="0" algn="ctr">
              <a:lnSpc>
                <a:spcPct val="120000"/>
              </a:lnSpc>
              <a:spcBef>
                <a:spcPts val="0"/>
              </a:spcBef>
              <a:spcAft>
                <a:spcPts val="0"/>
              </a:spcAft>
              <a:buNone/>
              <a:defRPr sz="1400" b="0" i="0">
                <a:solidFill>
                  <a:schemeClr val="tx1"/>
                </a:solidFill>
                <a:latin typeface="+mn-lt"/>
              </a:defRPr>
            </a:lvl2pPr>
            <a:lvl3pPr marL="0" indent="0" algn="ctr">
              <a:lnSpc>
                <a:spcPct val="100000"/>
              </a:lnSpc>
              <a:spcBef>
                <a:spcPts val="600"/>
              </a:spcBef>
              <a:buNone/>
              <a:defRPr sz="1200"/>
            </a:lvl3pPr>
          </a:lstStyle>
          <a:p>
            <a:pPr lvl="0"/>
            <a:r>
              <a:rPr lang="en-US"/>
              <a:t>Insert name here</a:t>
            </a:r>
          </a:p>
          <a:p>
            <a:pPr lvl="1"/>
            <a:r>
              <a:rPr lang="en-US"/>
              <a:t>Job title here</a:t>
            </a:r>
          </a:p>
        </p:txBody>
      </p:sp>
      <p:sp>
        <p:nvSpPr>
          <p:cNvPr id="36" name="Text Placeholder 41">
            <a:extLst>
              <a:ext uri="{FF2B5EF4-FFF2-40B4-BE49-F238E27FC236}">
                <a16:creationId xmlns:a16="http://schemas.microsoft.com/office/drawing/2014/main" id="{FAFD4B38-A351-4DBA-B2B5-067F273948E8}"/>
              </a:ext>
            </a:extLst>
          </p:cNvPr>
          <p:cNvSpPr>
            <a:spLocks noGrp="1"/>
          </p:cNvSpPr>
          <p:nvPr>
            <p:ph type="body" sz="quarter" idx="55" hasCustomPrompt="1"/>
          </p:nvPr>
        </p:nvSpPr>
        <p:spPr>
          <a:xfrm>
            <a:off x="8991412" y="4165807"/>
            <a:ext cx="2187251" cy="1379271"/>
          </a:xfrm>
        </p:spPr>
        <p:txBody>
          <a:bodyPr wrap="square">
            <a:normAutofit/>
          </a:bodyPr>
          <a:lstStyle>
            <a:lvl1pPr algn="ctr">
              <a:lnSpc>
                <a:spcPct val="100000"/>
              </a:lnSpc>
              <a:spcAft>
                <a:spcPts val="0"/>
              </a:spcAft>
              <a:defRPr sz="1600" b="1" i="0">
                <a:solidFill>
                  <a:schemeClr val="tx1"/>
                </a:solidFill>
                <a:latin typeface="+mn-lt"/>
              </a:defRPr>
            </a:lvl1pPr>
            <a:lvl2pPr marL="0" indent="0" algn="ctr">
              <a:lnSpc>
                <a:spcPct val="120000"/>
              </a:lnSpc>
              <a:spcBef>
                <a:spcPts val="0"/>
              </a:spcBef>
              <a:spcAft>
                <a:spcPts val="0"/>
              </a:spcAft>
              <a:buNone/>
              <a:defRPr sz="1400" b="0" i="0">
                <a:solidFill>
                  <a:schemeClr val="tx1"/>
                </a:solidFill>
                <a:latin typeface="+mn-lt"/>
              </a:defRPr>
            </a:lvl2pPr>
            <a:lvl3pPr marL="0" indent="0" algn="ctr">
              <a:lnSpc>
                <a:spcPct val="100000"/>
              </a:lnSpc>
              <a:spcBef>
                <a:spcPts val="600"/>
              </a:spcBef>
              <a:buNone/>
              <a:defRPr sz="1200"/>
            </a:lvl3pPr>
          </a:lstStyle>
          <a:p>
            <a:pPr lvl="0"/>
            <a:r>
              <a:rPr lang="en-US"/>
              <a:t>Insert name here</a:t>
            </a:r>
          </a:p>
          <a:p>
            <a:pPr lvl="1"/>
            <a:r>
              <a:rPr lang="en-US"/>
              <a:t>Job title here</a:t>
            </a:r>
          </a:p>
        </p:txBody>
      </p:sp>
    </p:spTree>
    <p:extLst>
      <p:ext uri="{BB962C8B-B14F-4D97-AF65-F5344CB8AC3E}">
        <p14:creationId xmlns:p14="http://schemas.microsoft.com/office/powerpoint/2010/main" val="4123792965"/>
      </p:ext>
    </p:extLst>
  </p:cSld>
  <p:clrMapOvr>
    <a:masterClrMapping/>
  </p:clrMapOvr>
  <p:hf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able and copy">
    <p:spTree>
      <p:nvGrpSpPr>
        <p:cNvPr id="1" name=""/>
        <p:cNvGrpSpPr/>
        <p:nvPr/>
      </p:nvGrpSpPr>
      <p:grpSpPr>
        <a:xfrm>
          <a:off x="0" y="0"/>
          <a:ext cx="0" cy="0"/>
          <a:chOff x="0" y="0"/>
          <a:chExt cx="0" cy="0"/>
        </a:xfrm>
      </p:grpSpPr>
      <p:sp>
        <p:nvSpPr>
          <p:cNvPr id="5" name="Footer Placeholder 6">
            <a:extLst>
              <a:ext uri="{FF2B5EF4-FFF2-40B4-BE49-F238E27FC236}">
                <a16:creationId xmlns:a16="http://schemas.microsoft.com/office/drawing/2014/main" id="{A5F06FFC-7F24-4240-9C48-7066B776C943}"/>
              </a:ext>
            </a:extLst>
          </p:cNvPr>
          <p:cNvSpPr>
            <a:spLocks noGrp="1"/>
          </p:cNvSpPr>
          <p:nvPr>
            <p:ph type="ftr" sz="quarter" idx="16"/>
          </p:nvPr>
        </p:nvSpPr>
        <p:spPr>
          <a:xfrm>
            <a:off x="381002" y="6519009"/>
            <a:ext cx="5714999" cy="206375"/>
          </a:xfrm>
          <a:prstGeom prst="rect">
            <a:avLst/>
          </a:prstGeom>
        </p:spPr>
        <p:txBody>
          <a:bodyPr lIns="0"/>
          <a:lstStyle>
            <a:lvl1pPr>
              <a:defRPr sz="800">
                <a:solidFill>
                  <a:schemeClr val="tx1">
                    <a:alpha val="40000"/>
                  </a:schemeClr>
                </a:solidFill>
              </a:defRPr>
            </a:lvl1pPr>
          </a:lstStyle>
          <a:p>
            <a:r>
              <a:rPr lang="en-US" dirty="0"/>
              <a:t>Copyright © 2020 Accenture. All rights reserved.</a:t>
            </a:r>
          </a:p>
        </p:txBody>
      </p:sp>
      <p:sp>
        <p:nvSpPr>
          <p:cNvPr id="6" name="Slide Number Placeholder 9">
            <a:extLst>
              <a:ext uri="{FF2B5EF4-FFF2-40B4-BE49-F238E27FC236}">
                <a16:creationId xmlns:a16="http://schemas.microsoft.com/office/drawing/2014/main" id="{0FCF244E-2D87-4DAB-B529-36E1AA8CB99B}"/>
              </a:ext>
            </a:extLst>
          </p:cNvPr>
          <p:cNvSpPr>
            <a:spLocks noGrp="1"/>
          </p:cNvSpPr>
          <p:nvPr>
            <p:ph type="sldNum" sz="quarter" idx="17"/>
          </p:nvPr>
        </p:nvSpPr>
        <p:spPr>
          <a:xfrm>
            <a:off x="11506202" y="6519009"/>
            <a:ext cx="385711" cy="206375"/>
          </a:xfrm>
          <a:prstGeom prst="rect">
            <a:avLst/>
          </a:prstGeom>
        </p:spPr>
        <p:txBody>
          <a:bodyPr/>
          <a:lstStyle>
            <a:lvl1pPr>
              <a:defRPr sz="800">
                <a:solidFill>
                  <a:schemeClr val="tx1">
                    <a:alpha val="40000"/>
                  </a:schemeClr>
                </a:solidFill>
              </a:defRPr>
            </a:lvl1pPr>
          </a:lstStyle>
          <a:p>
            <a:fld id="{4F9AC08D-23A9-440E-BCB9-AA1E9877CC38}" type="slidenum">
              <a:rPr lang="en-US" smtClean="0"/>
              <a:pPr/>
              <a:t>‹#›</a:t>
            </a:fld>
            <a:endParaRPr lang="en-US" dirty="0"/>
          </a:p>
        </p:txBody>
      </p:sp>
      <p:sp>
        <p:nvSpPr>
          <p:cNvPr id="7" name="Title Placeholder 1">
            <a:extLst>
              <a:ext uri="{FF2B5EF4-FFF2-40B4-BE49-F238E27FC236}">
                <a16:creationId xmlns:a16="http://schemas.microsoft.com/office/drawing/2014/main" id="{06D6E342-7CEB-4142-85CE-07746AED5646}"/>
              </a:ext>
            </a:extLst>
          </p:cNvPr>
          <p:cNvSpPr>
            <a:spLocks noGrp="1"/>
          </p:cNvSpPr>
          <p:nvPr>
            <p:ph type="title" hasCustomPrompt="1"/>
          </p:nvPr>
        </p:nvSpPr>
        <p:spPr>
          <a:xfrm>
            <a:off x="381000" y="381002"/>
            <a:ext cx="11430000" cy="983263"/>
          </a:xfrm>
          <a:prstGeom prst="rect">
            <a:avLst/>
          </a:prstGeom>
        </p:spPr>
        <p:txBody>
          <a:bodyPr vert="horz" lIns="0" tIns="45720" rIns="0" bIns="0" rtlCol="0" anchor="t" anchorCtr="0">
            <a:normAutofit/>
          </a:bodyPr>
          <a:lstStyle>
            <a:lvl1pPr>
              <a:defRPr/>
            </a:lvl1pPr>
          </a:lstStyle>
          <a:p>
            <a:r>
              <a:rPr lang="en-US"/>
              <a:t>Insert Main Title at 36pt min 30pt</a:t>
            </a:r>
          </a:p>
        </p:txBody>
      </p:sp>
      <p:sp>
        <p:nvSpPr>
          <p:cNvPr id="3" name="Table Placeholder 2">
            <a:extLst>
              <a:ext uri="{FF2B5EF4-FFF2-40B4-BE49-F238E27FC236}">
                <a16:creationId xmlns:a16="http://schemas.microsoft.com/office/drawing/2014/main" id="{1DBBD251-FD95-4A5E-9AAB-5656E1085BB7}"/>
              </a:ext>
            </a:extLst>
          </p:cNvPr>
          <p:cNvSpPr>
            <a:spLocks noGrp="1"/>
          </p:cNvSpPr>
          <p:nvPr>
            <p:ph type="tbl" sz="quarter" idx="18"/>
          </p:nvPr>
        </p:nvSpPr>
        <p:spPr>
          <a:xfrm>
            <a:off x="381000" y="2756647"/>
            <a:ext cx="11430000" cy="3404441"/>
          </a:xfrm>
        </p:spPr>
        <p:txBody>
          <a:bodyPr anchor="ctr">
            <a:normAutofit/>
          </a:bodyPr>
          <a:lstStyle>
            <a:lvl1pPr algn="ctr">
              <a:defRPr sz="1200" b="0">
                <a:latin typeface="+mn-lt"/>
              </a:defRPr>
            </a:lvl1pPr>
          </a:lstStyle>
          <a:p>
            <a:r>
              <a:rPr lang="en-US" dirty="0"/>
              <a:t>Click icon to add table</a:t>
            </a:r>
            <a:endParaRPr lang="en-GB" dirty="0"/>
          </a:p>
        </p:txBody>
      </p:sp>
      <p:sp>
        <p:nvSpPr>
          <p:cNvPr id="8" name="Text Placeholder 41">
            <a:extLst>
              <a:ext uri="{FF2B5EF4-FFF2-40B4-BE49-F238E27FC236}">
                <a16:creationId xmlns:a16="http://schemas.microsoft.com/office/drawing/2014/main" id="{675CFBC7-8550-4627-B678-91E938DCAAF1}"/>
              </a:ext>
            </a:extLst>
          </p:cNvPr>
          <p:cNvSpPr>
            <a:spLocks noGrp="1"/>
          </p:cNvSpPr>
          <p:nvPr>
            <p:ph type="body" sz="quarter" idx="23" hasCustomPrompt="1"/>
          </p:nvPr>
        </p:nvSpPr>
        <p:spPr>
          <a:xfrm>
            <a:off x="381000" y="1943955"/>
            <a:ext cx="11430000" cy="631158"/>
          </a:xfrm>
        </p:spPr>
        <p:txBody>
          <a:bodyPr wrap="square" tIns="0" bIns="0">
            <a:normAutofit/>
          </a:bodyPr>
          <a:lstStyle>
            <a:lvl1pPr algn="l">
              <a:lnSpc>
                <a:spcPct val="100000"/>
              </a:lnSpc>
              <a:spcBef>
                <a:spcPts val="0"/>
              </a:spcBef>
              <a:spcAft>
                <a:spcPts val="0"/>
              </a:spcAft>
              <a:defRPr lang="en-US" sz="1800" b="0" kern="1200" cap="none" dirty="0">
                <a:solidFill>
                  <a:schemeClr val="tx1"/>
                </a:solidFill>
                <a:latin typeface="+mn-lt"/>
                <a:ea typeface="+mn-ea"/>
                <a:cs typeface="+mn-cs"/>
              </a:defRPr>
            </a:lvl1pPr>
            <a:lvl2pPr algn="l">
              <a:lnSpc>
                <a:spcPct val="100000"/>
              </a:lnSpc>
              <a:spcBef>
                <a:spcPts val="0"/>
              </a:spcBef>
              <a:spcAft>
                <a:spcPts val="0"/>
              </a:spcAft>
              <a:defRPr lang="en-US" sz="1400" b="0" kern="1200" dirty="0">
                <a:solidFill>
                  <a:schemeClr val="tx1"/>
                </a:solidFill>
                <a:latin typeface="Graphik" panose="020B0503030202060203" pitchFamily="34" charset="77"/>
                <a:ea typeface="+mn-ea"/>
                <a:cs typeface="+mn-cs"/>
              </a:defRPr>
            </a:lvl2pPr>
          </a:lstStyle>
          <a:p>
            <a:pPr lvl="0"/>
            <a:r>
              <a:rPr lang="da-DK"/>
              <a:t>Lorem ipsum dolor sit amet</a:t>
            </a:r>
            <a:endParaRPr lang="en-US"/>
          </a:p>
        </p:txBody>
      </p:sp>
    </p:spTree>
    <p:extLst>
      <p:ext uri="{BB962C8B-B14F-4D97-AF65-F5344CB8AC3E}">
        <p14:creationId xmlns:p14="http://schemas.microsoft.com/office/powerpoint/2010/main" val="3103595307"/>
      </p:ext>
    </p:extLst>
  </p:cSld>
  <p:clrMapOvr>
    <a:masterClrMapping/>
  </p:clrMapOvr>
  <p:hf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Table">
    <p:spTree>
      <p:nvGrpSpPr>
        <p:cNvPr id="1" name=""/>
        <p:cNvGrpSpPr/>
        <p:nvPr/>
      </p:nvGrpSpPr>
      <p:grpSpPr>
        <a:xfrm>
          <a:off x="0" y="0"/>
          <a:ext cx="0" cy="0"/>
          <a:chOff x="0" y="0"/>
          <a:chExt cx="0" cy="0"/>
        </a:xfrm>
      </p:grpSpPr>
      <p:sp>
        <p:nvSpPr>
          <p:cNvPr id="5" name="Footer Placeholder 6">
            <a:extLst>
              <a:ext uri="{FF2B5EF4-FFF2-40B4-BE49-F238E27FC236}">
                <a16:creationId xmlns:a16="http://schemas.microsoft.com/office/drawing/2014/main" id="{A5F06FFC-7F24-4240-9C48-7066B776C943}"/>
              </a:ext>
            </a:extLst>
          </p:cNvPr>
          <p:cNvSpPr>
            <a:spLocks noGrp="1"/>
          </p:cNvSpPr>
          <p:nvPr>
            <p:ph type="ftr" sz="quarter" idx="16"/>
          </p:nvPr>
        </p:nvSpPr>
        <p:spPr>
          <a:xfrm>
            <a:off x="381002" y="6519009"/>
            <a:ext cx="5714999" cy="206375"/>
          </a:xfrm>
          <a:prstGeom prst="rect">
            <a:avLst/>
          </a:prstGeom>
        </p:spPr>
        <p:txBody>
          <a:bodyPr lIns="0"/>
          <a:lstStyle>
            <a:lvl1pPr>
              <a:defRPr sz="800">
                <a:solidFill>
                  <a:schemeClr val="tx1">
                    <a:alpha val="40000"/>
                  </a:schemeClr>
                </a:solidFill>
              </a:defRPr>
            </a:lvl1pPr>
          </a:lstStyle>
          <a:p>
            <a:r>
              <a:rPr lang="en-US" dirty="0"/>
              <a:t>Copyright © 2020 Accenture. All rights reserved.</a:t>
            </a:r>
          </a:p>
        </p:txBody>
      </p:sp>
      <p:sp>
        <p:nvSpPr>
          <p:cNvPr id="6" name="Slide Number Placeholder 9">
            <a:extLst>
              <a:ext uri="{FF2B5EF4-FFF2-40B4-BE49-F238E27FC236}">
                <a16:creationId xmlns:a16="http://schemas.microsoft.com/office/drawing/2014/main" id="{0FCF244E-2D87-4DAB-B529-36E1AA8CB99B}"/>
              </a:ext>
            </a:extLst>
          </p:cNvPr>
          <p:cNvSpPr>
            <a:spLocks noGrp="1"/>
          </p:cNvSpPr>
          <p:nvPr>
            <p:ph type="sldNum" sz="quarter" idx="17"/>
          </p:nvPr>
        </p:nvSpPr>
        <p:spPr>
          <a:xfrm>
            <a:off x="11506202" y="6519009"/>
            <a:ext cx="385711" cy="206375"/>
          </a:xfrm>
          <a:prstGeom prst="rect">
            <a:avLst/>
          </a:prstGeom>
        </p:spPr>
        <p:txBody>
          <a:bodyPr/>
          <a:lstStyle>
            <a:lvl1pPr>
              <a:defRPr sz="800">
                <a:solidFill>
                  <a:schemeClr val="tx1">
                    <a:alpha val="40000"/>
                  </a:schemeClr>
                </a:solidFill>
              </a:defRPr>
            </a:lvl1pPr>
          </a:lstStyle>
          <a:p>
            <a:fld id="{4F9AC08D-23A9-440E-BCB9-AA1E9877CC38}" type="slidenum">
              <a:rPr lang="en-US" smtClean="0"/>
              <a:pPr/>
              <a:t>‹#›</a:t>
            </a:fld>
            <a:endParaRPr lang="en-US" dirty="0"/>
          </a:p>
        </p:txBody>
      </p:sp>
      <p:sp>
        <p:nvSpPr>
          <p:cNvPr id="7" name="Title Placeholder 1">
            <a:extLst>
              <a:ext uri="{FF2B5EF4-FFF2-40B4-BE49-F238E27FC236}">
                <a16:creationId xmlns:a16="http://schemas.microsoft.com/office/drawing/2014/main" id="{06D6E342-7CEB-4142-85CE-07746AED5646}"/>
              </a:ext>
            </a:extLst>
          </p:cNvPr>
          <p:cNvSpPr>
            <a:spLocks noGrp="1"/>
          </p:cNvSpPr>
          <p:nvPr>
            <p:ph type="title" hasCustomPrompt="1"/>
          </p:nvPr>
        </p:nvSpPr>
        <p:spPr>
          <a:xfrm>
            <a:off x="381000" y="381002"/>
            <a:ext cx="11430000" cy="983263"/>
          </a:xfrm>
          <a:prstGeom prst="rect">
            <a:avLst/>
          </a:prstGeom>
        </p:spPr>
        <p:txBody>
          <a:bodyPr vert="horz" lIns="0" tIns="45720" rIns="0" bIns="0" rtlCol="0" anchor="t" anchorCtr="0">
            <a:normAutofit/>
          </a:bodyPr>
          <a:lstStyle>
            <a:lvl1pPr>
              <a:defRPr/>
            </a:lvl1pPr>
          </a:lstStyle>
          <a:p>
            <a:r>
              <a:rPr lang="en-US"/>
              <a:t>Insert Main Title at 36pt min 30pt</a:t>
            </a:r>
          </a:p>
        </p:txBody>
      </p:sp>
      <p:sp>
        <p:nvSpPr>
          <p:cNvPr id="3" name="Table Placeholder 2">
            <a:extLst>
              <a:ext uri="{FF2B5EF4-FFF2-40B4-BE49-F238E27FC236}">
                <a16:creationId xmlns:a16="http://schemas.microsoft.com/office/drawing/2014/main" id="{1DBBD251-FD95-4A5E-9AAB-5656E1085BB7}"/>
              </a:ext>
            </a:extLst>
          </p:cNvPr>
          <p:cNvSpPr>
            <a:spLocks noGrp="1"/>
          </p:cNvSpPr>
          <p:nvPr>
            <p:ph type="tbl" sz="quarter" idx="18"/>
          </p:nvPr>
        </p:nvSpPr>
        <p:spPr>
          <a:xfrm>
            <a:off x="381000" y="1364265"/>
            <a:ext cx="11430000" cy="4796823"/>
          </a:xfrm>
        </p:spPr>
        <p:txBody>
          <a:bodyPr anchor="ctr">
            <a:normAutofit/>
          </a:bodyPr>
          <a:lstStyle>
            <a:lvl1pPr algn="ctr">
              <a:defRPr sz="1200" b="0">
                <a:latin typeface="+mn-lt"/>
              </a:defRPr>
            </a:lvl1pPr>
          </a:lstStyle>
          <a:p>
            <a:r>
              <a:rPr lang="en-US" dirty="0"/>
              <a:t>Click icon to add table</a:t>
            </a:r>
            <a:endParaRPr lang="en-GB" dirty="0"/>
          </a:p>
        </p:txBody>
      </p:sp>
    </p:spTree>
    <p:extLst>
      <p:ext uri="{BB962C8B-B14F-4D97-AF65-F5344CB8AC3E}">
        <p14:creationId xmlns:p14="http://schemas.microsoft.com/office/powerpoint/2010/main" val="4289787301"/>
      </p:ext>
    </p:extLst>
  </p:cSld>
  <p:clrMapOvr>
    <a:masterClrMapping/>
  </p:clrMapOvr>
  <p:hf hdr="0" ftr="0" dt="0"/>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p:cSld name="Divider Slide opt 2">
    <p:bg>
      <p:bgPr>
        <a:solidFill>
          <a:schemeClr val="accent2"/>
        </a:solidFill>
        <a:effectLst/>
      </p:bgPr>
    </p:bg>
    <p:spTree>
      <p:nvGrpSpPr>
        <p:cNvPr id="1" name=""/>
        <p:cNvGrpSpPr/>
        <p:nvPr/>
      </p:nvGrpSpPr>
      <p:grpSpPr>
        <a:xfrm>
          <a:off x="0" y="0"/>
          <a:ext cx="0" cy="0"/>
          <a:chOff x="0" y="0"/>
          <a:chExt cx="0" cy="0"/>
        </a:xfrm>
      </p:grpSpPr>
      <p:pic>
        <p:nvPicPr>
          <p:cNvPr id="12" name="Acc_MobilityBLACK" hidden="1"/>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8194827" y="541385"/>
            <a:ext cx="3430214" cy="527557"/>
          </a:xfrm>
          <a:prstGeom prst="rect">
            <a:avLst/>
          </a:prstGeom>
        </p:spPr>
      </p:pic>
      <p:pic>
        <p:nvPicPr>
          <p:cNvPr id="13" name="Acc_InteractiveBLACK" hidden="1"/>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194486" y="551413"/>
            <a:ext cx="3443260" cy="518866"/>
          </a:xfrm>
          <a:prstGeom prst="rect">
            <a:avLst/>
          </a:prstGeom>
        </p:spPr>
      </p:pic>
      <p:pic>
        <p:nvPicPr>
          <p:cNvPr id="14" name="Acc_AnalyticsBLACK" hidden="1"/>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8196099" y="541708"/>
            <a:ext cx="3428941" cy="528482"/>
          </a:xfrm>
          <a:prstGeom prst="rect">
            <a:avLst/>
          </a:prstGeom>
        </p:spPr>
      </p:pic>
      <p:sp>
        <p:nvSpPr>
          <p:cNvPr id="10" name="Text Placeholder 2">
            <a:extLst>
              <a:ext uri="{FF2B5EF4-FFF2-40B4-BE49-F238E27FC236}">
                <a16:creationId xmlns:a16="http://schemas.microsoft.com/office/drawing/2014/main" id="{90008FD0-AD04-4958-83B5-7F755546EE8B}"/>
              </a:ext>
            </a:extLst>
          </p:cNvPr>
          <p:cNvSpPr>
            <a:spLocks noGrp="1"/>
          </p:cNvSpPr>
          <p:nvPr>
            <p:ph type="body" sz="quarter" idx="10" hasCustomPrompt="1"/>
          </p:nvPr>
        </p:nvSpPr>
        <p:spPr>
          <a:xfrm>
            <a:off x="542021" y="1162878"/>
            <a:ext cx="8318714" cy="3761961"/>
          </a:xfrm>
        </p:spPr>
        <p:txBody>
          <a:bodyPr tIns="0" bIns="0" anchor="b">
            <a:normAutofit/>
          </a:bodyPr>
          <a:lstStyle>
            <a:lvl1pPr algn="l">
              <a:lnSpc>
                <a:spcPct val="75000"/>
              </a:lnSpc>
              <a:defRPr sz="8000" cap="none">
                <a:solidFill>
                  <a:schemeClr val="bg1"/>
                </a:solidFill>
              </a:defRPr>
            </a:lvl1pPr>
            <a:lvl2pPr>
              <a:defRPr sz="6000"/>
            </a:lvl2pPr>
            <a:lvl3pPr>
              <a:defRPr sz="6000"/>
            </a:lvl3pPr>
            <a:lvl4pPr>
              <a:defRPr sz="6000"/>
            </a:lvl4pPr>
            <a:lvl5pPr>
              <a:defRPr sz="6000"/>
            </a:lvl5pPr>
          </a:lstStyle>
          <a:p>
            <a:pPr lvl="0"/>
            <a:r>
              <a:rPr lang="en-US"/>
              <a:t>Section</a:t>
            </a:r>
            <a:br>
              <a:rPr lang="en-US"/>
            </a:br>
            <a:r>
              <a:rPr lang="en-US"/>
              <a:t>Divider</a:t>
            </a:r>
          </a:p>
        </p:txBody>
      </p:sp>
      <p:sp>
        <p:nvSpPr>
          <p:cNvPr id="11" name="Text Placeholder 2">
            <a:extLst>
              <a:ext uri="{FF2B5EF4-FFF2-40B4-BE49-F238E27FC236}">
                <a16:creationId xmlns:a16="http://schemas.microsoft.com/office/drawing/2014/main" id="{C7A752BD-0233-480F-B3CC-46DD91E93223}"/>
              </a:ext>
            </a:extLst>
          </p:cNvPr>
          <p:cNvSpPr>
            <a:spLocks noGrp="1"/>
          </p:cNvSpPr>
          <p:nvPr>
            <p:ph type="body" sz="quarter" idx="11"/>
          </p:nvPr>
        </p:nvSpPr>
        <p:spPr>
          <a:xfrm>
            <a:off x="542020" y="5034169"/>
            <a:ext cx="8318713" cy="1328521"/>
          </a:xfrm>
        </p:spPr>
        <p:txBody>
          <a:bodyPr tIns="0" bIns="0" anchor="t">
            <a:normAutofit/>
          </a:bodyPr>
          <a:lstStyle>
            <a:lvl1pPr algn="l">
              <a:lnSpc>
                <a:spcPct val="90000"/>
              </a:lnSpc>
              <a:defRPr sz="2400" b="0" cap="none">
                <a:solidFill>
                  <a:schemeClr val="bg1"/>
                </a:solidFill>
                <a:latin typeface="+mn-lt"/>
              </a:defRPr>
            </a:lvl1pPr>
            <a:lvl2pPr>
              <a:defRPr sz="6000"/>
            </a:lvl2pPr>
            <a:lvl3pPr>
              <a:defRPr sz="6000"/>
            </a:lvl3pPr>
            <a:lvl4pPr>
              <a:defRPr sz="6000"/>
            </a:lvl4pPr>
            <a:lvl5pPr>
              <a:defRPr sz="6000"/>
            </a:lvl5pPr>
          </a:lstStyle>
          <a:p>
            <a:pPr lvl="0"/>
            <a:r>
              <a:rPr lang="en-US"/>
              <a:t>Click to edit Master text styles</a:t>
            </a:r>
          </a:p>
        </p:txBody>
      </p:sp>
    </p:spTree>
    <p:extLst>
      <p:ext uri="{BB962C8B-B14F-4D97-AF65-F5344CB8AC3E}">
        <p14:creationId xmlns:p14="http://schemas.microsoft.com/office/powerpoint/2010/main" val="3506925786"/>
      </p:ext>
    </p:extLst>
  </p:cSld>
  <p:clrMapOvr>
    <a:masterClrMapping/>
  </p:clrMapOvr>
  <p:hf hdr="0" ftr="0" dt="0"/>
  <p:extLst>
    <p:ext uri="{DCECCB84-F9BA-43D5-87BE-67443E8EF086}">
      <p15:sldGuideLst xmlns:p15="http://schemas.microsoft.com/office/powerpoint/2012/main">
        <p15:guide id="1" pos="6968">
          <p15:clr>
            <a:srgbClr val="5ACBF0"/>
          </p15:clr>
        </p15:guide>
        <p15:guide id="2" pos="709">
          <p15:clr>
            <a:srgbClr val="5ACBF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Divider Slide opt 4">
    <p:bg>
      <p:bgPr>
        <a:solidFill>
          <a:schemeClr val="accent2"/>
        </a:solid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60BC0154-8F01-45CA-849D-34E3AE00CF0F}"/>
              </a:ext>
            </a:extLst>
          </p:cNvPr>
          <p:cNvGrpSpPr>
            <a:grpSpLocks noChangeAspect="1"/>
          </p:cNvGrpSpPr>
          <p:nvPr/>
        </p:nvGrpSpPr>
        <p:grpSpPr>
          <a:xfrm>
            <a:off x="9554578" y="5833249"/>
            <a:ext cx="2256422" cy="605651"/>
            <a:chOff x="9638475" y="1219200"/>
            <a:chExt cx="1389888" cy="373063"/>
          </a:xfrm>
          <a:effectLst/>
        </p:grpSpPr>
        <p:pic>
          <p:nvPicPr>
            <p:cNvPr id="13" name="Picture 12">
              <a:extLst>
                <a:ext uri="{FF2B5EF4-FFF2-40B4-BE49-F238E27FC236}">
                  <a16:creationId xmlns:a16="http://schemas.microsoft.com/office/drawing/2014/main" id="{BAE479CA-D694-4F45-BD11-38BE36BB333E}"/>
                </a:ext>
              </a:extLst>
            </p:cNvPr>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9638475" y="1372165"/>
              <a:ext cx="1389888" cy="220098"/>
            </a:xfrm>
            <a:prstGeom prst="rect">
              <a:avLst/>
            </a:prstGeom>
          </p:spPr>
        </p:pic>
        <p:sp>
          <p:nvSpPr>
            <p:cNvPr id="16" name="Freeform 5">
              <a:extLst>
                <a:ext uri="{FF2B5EF4-FFF2-40B4-BE49-F238E27FC236}">
                  <a16:creationId xmlns:a16="http://schemas.microsoft.com/office/drawing/2014/main" id="{86BA3475-6F51-4B12-8741-D94FF0367CBF}"/>
                </a:ext>
              </a:extLst>
            </p:cNvPr>
            <p:cNvSpPr>
              <a:spLocks/>
            </p:cNvSpPr>
            <p:nvPr/>
          </p:nvSpPr>
          <p:spPr bwMode="auto">
            <a:xfrm>
              <a:off x="10448925" y="1219200"/>
              <a:ext cx="136525" cy="147638"/>
            </a:xfrm>
            <a:custGeom>
              <a:avLst/>
              <a:gdLst>
                <a:gd name="T0" fmla="*/ 0 w 86"/>
                <a:gd name="T1" fmla="*/ 66 h 93"/>
                <a:gd name="T2" fmla="*/ 50 w 86"/>
                <a:gd name="T3" fmla="*/ 47 h 93"/>
                <a:gd name="T4" fmla="*/ 0 w 86"/>
                <a:gd name="T5" fmla="*/ 27 h 93"/>
                <a:gd name="T6" fmla="*/ 0 w 86"/>
                <a:gd name="T7" fmla="*/ 0 h 93"/>
                <a:gd name="T8" fmla="*/ 86 w 86"/>
                <a:gd name="T9" fmla="*/ 35 h 93"/>
                <a:gd name="T10" fmla="*/ 86 w 86"/>
                <a:gd name="T11" fmla="*/ 57 h 93"/>
                <a:gd name="T12" fmla="*/ 0 w 86"/>
                <a:gd name="T13" fmla="*/ 93 h 93"/>
                <a:gd name="T14" fmla="*/ 0 w 86"/>
                <a:gd name="T15" fmla="*/ 66 h 9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6" h="93">
                  <a:moveTo>
                    <a:pt x="0" y="66"/>
                  </a:moveTo>
                  <a:lnTo>
                    <a:pt x="50" y="47"/>
                  </a:lnTo>
                  <a:lnTo>
                    <a:pt x="0" y="27"/>
                  </a:lnTo>
                  <a:lnTo>
                    <a:pt x="0" y="0"/>
                  </a:lnTo>
                  <a:lnTo>
                    <a:pt x="86" y="35"/>
                  </a:lnTo>
                  <a:lnTo>
                    <a:pt x="86" y="57"/>
                  </a:lnTo>
                  <a:lnTo>
                    <a:pt x="0" y="93"/>
                  </a:lnTo>
                  <a:lnTo>
                    <a:pt x="0" y="66"/>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
        <p:nvSpPr>
          <p:cNvPr id="8" name="Text Placeholder 2">
            <a:extLst>
              <a:ext uri="{FF2B5EF4-FFF2-40B4-BE49-F238E27FC236}">
                <a16:creationId xmlns:a16="http://schemas.microsoft.com/office/drawing/2014/main" id="{C91AB612-3710-45D4-9355-B422D880C8AE}"/>
              </a:ext>
            </a:extLst>
          </p:cNvPr>
          <p:cNvSpPr>
            <a:spLocks noGrp="1"/>
          </p:cNvSpPr>
          <p:nvPr>
            <p:ph type="body" sz="quarter" idx="10" hasCustomPrompt="1"/>
          </p:nvPr>
        </p:nvSpPr>
        <p:spPr>
          <a:xfrm>
            <a:off x="381000" y="2903537"/>
            <a:ext cx="11430000" cy="969963"/>
          </a:xfrm>
          <a:prstGeom prst="rect">
            <a:avLst/>
          </a:prstGeom>
        </p:spPr>
        <p:txBody>
          <a:bodyPr tIns="0" bIns="0" anchor="ctr">
            <a:normAutofit/>
          </a:bodyPr>
          <a:lstStyle>
            <a:lvl1pPr algn="ctr">
              <a:lnSpc>
                <a:spcPct val="80000"/>
              </a:lnSpc>
              <a:defRPr sz="3600" cap="none">
                <a:solidFill>
                  <a:schemeClr val="bg1"/>
                </a:solidFill>
              </a:defRPr>
            </a:lvl1pPr>
            <a:lvl2pPr>
              <a:defRPr sz="6000"/>
            </a:lvl2pPr>
            <a:lvl3pPr>
              <a:defRPr sz="6000"/>
            </a:lvl3pPr>
            <a:lvl4pPr>
              <a:defRPr sz="6000"/>
            </a:lvl4pPr>
            <a:lvl5pPr>
              <a:defRPr sz="6000"/>
            </a:lvl5pPr>
          </a:lstStyle>
          <a:p>
            <a:pPr lvl="0"/>
            <a:r>
              <a:rPr lang="en-US"/>
              <a:t>Insert title at 36pt, min 30pt</a:t>
            </a:r>
          </a:p>
        </p:txBody>
      </p:sp>
    </p:spTree>
    <p:extLst>
      <p:ext uri="{BB962C8B-B14F-4D97-AF65-F5344CB8AC3E}">
        <p14:creationId xmlns:p14="http://schemas.microsoft.com/office/powerpoint/2010/main" val="2009770318"/>
      </p:ext>
    </p:extLst>
  </p:cSld>
  <p:clrMapOvr>
    <a:masterClrMapping/>
  </p:clrMapOvr>
  <p:hf hdr="0" ftr="0" dt="0"/>
  <p:extLst>
    <p:ext uri="{DCECCB84-F9BA-43D5-87BE-67443E8EF086}">
      <p15:sldGuideLst xmlns:p15="http://schemas.microsoft.com/office/powerpoint/2012/main">
        <p15:guide id="1"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Blank with copyrights">
    <p:spTree>
      <p:nvGrpSpPr>
        <p:cNvPr id="1" name=""/>
        <p:cNvGrpSpPr/>
        <p:nvPr/>
      </p:nvGrpSpPr>
      <p:grpSpPr>
        <a:xfrm>
          <a:off x="0" y="0"/>
          <a:ext cx="0" cy="0"/>
          <a:chOff x="0" y="0"/>
          <a:chExt cx="0" cy="0"/>
        </a:xfrm>
      </p:grpSpPr>
      <p:sp>
        <p:nvSpPr>
          <p:cNvPr id="4" name="Footer Placeholder 6">
            <a:extLst>
              <a:ext uri="{FF2B5EF4-FFF2-40B4-BE49-F238E27FC236}">
                <a16:creationId xmlns:a16="http://schemas.microsoft.com/office/drawing/2014/main" id="{0404CCCA-4129-4663-91C0-1D86079B0986}"/>
              </a:ext>
            </a:extLst>
          </p:cNvPr>
          <p:cNvSpPr>
            <a:spLocks noGrp="1"/>
          </p:cNvSpPr>
          <p:nvPr>
            <p:ph type="ftr" sz="quarter" idx="16"/>
          </p:nvPr>
        </p:nvSpPr>
        <p:spPr>
          <a:xfrm>
            <a:off x="381002" y="6519009"/>
            <a:ext cx="5714999" cy="206375"/>
          </a:xfrm>
          <a:prstGeom prst="rect">
            <a:avLst/>
          </a:prstGeom>
        </p:spPr>
        <p:txBody>
          <a:bodyPr lIns="0"/>
          <a:lstStyle>
            <a:lvl1pPr>
              <a:defRPr sz="800">
                <a:solidFill>
                  <a:schemeClr val="tx1">
                    <a:alpha val="40000"/>
                  </a:schemeClr>
                </a:solidFill>
              </a:defRPr>
            </a:lvl1pPr>
          </a:lstStyle>
          <a:p>
            <a:r>
              <a:rPr lang="en-US" dirty="0"/>
              <a:t>Copyright © 2020 Accenture. All rights reserved.</a:t>
            </a:r>
          </a:p>
        </p:txBody>
      </p:sp>
      <p:sp>
        <p:nvSpPr>
          <p:cNvPr id="5" name="Slide Number Placeholder 9">
            <a:extLst>
              <a:ext uri="{FF2B5EF4-FFF2-40B4-BE49-F238E27FC236}">
                <a16:creationId xmlns:a16="http://schemas.microsoft.com/office/drawing/2014/main" id="{F848CCB8-4740-4B43-BCEF-5A546C119520}"/>
              </a:ext>
            </a:extLst>
          </p:cNvPr>
          <p:cNvSpPr>
            <a:spLocks noGrp="1"/>
          </p:cNvSpPr>
          <p:nvPr>
            <p:ph type="sldNum" sz="quarter" idx="17"/>
          </p:nvPr>
        </p:nvSpPr>
        <p:spPr>
          <a:xfrm>
            <a:off x="11506202" y="6519009"/>
            <a:ext cx="385711" cy="206375"/>
          </a:xfrm>
          <a:prstGeom prst="rect">
            <a:avLst/>
          </a:prstGeom>
        </p:spPr>
        <p:txBody>
          <a:bodyPr/>
          <a:lstStyle>
            <a:lvl1pPr>
              <a:defRPr sz="800">
                <a:solidFill>
                  <a:schemeClr val="tx1">
                    <a:alpha val="40000"/>
                  </a:schemeClr>
                </a:solidFill>
              </a:defRPr>
            </a:lvl1pPr>
          </a:lstStyle>
          <a:p>
            <a:fld id="{4F9AC08D-23A9-440E-BCB9-AA1E9877CC38}" type="slidenum">
              <a:rPr lang="en-US" smtClean="0"/>
              <a:pPr/>
              <a:t>‹#›</a:t>
            </a:fld>
            <a:endParaRPr lang="en-US" dirty="0"/>
          </a:p>
        </p:txBody>
      </p:sp>
    </p:spTree>
    <p:extLst>
      <p:ext uri="{BB962C8B-B14F-4D97-AF65-F5344CB8AC3E}">
        <p14:creationId xmlns:p14="http://schemas.microsoft.com/office/powerpoint/2010/main" val="848281575"/>
      </p:ext>
    </p:extLst>
  </p:cSld>
  <p:clrMapOvr>
    <a:masterClrMapping/>
  </p:clrMapOvr>
  <p:hf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p:cSld name="Purple blank">
    <p:bg>
      <p:bgPr>
        <a:solidFill>
          <a:schemeClr val="accent2"/>
        </a:solidFill>
        <a:effectLst/>
      </p:bgPr>
    </p:bg>
    <p:spTree>
      <p:nvGrpSpPr>
        <p:cNvPr id="1" name=""/>
        <p:cNvGrpSpPr/>
        <p:nvPr/>
      </p:nvGrpSpPr>
      <p:grpSpPr>
        <a:xfrm>
          <a:off x="0" y="0"/>
          <a:ext cx="0" cy="0"/>
          <a:chOff x="0" y="0"/>
          <a:chExt cx="0" cy="0"/>
        </a:xfrm>
      </p:grpSpPr>
      <p:pic>
        <p:nvPicPr>
          <p:cNvPr id="12" name="Acc_MobilityBLACK" hidden="1"/>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8194827" y="541385"/>
            <a:ext cx="3430214" cy="527557"/>
          </a:xfrm>
          <a:prstGeom prst="rect">
            <a:avLst/>
          </a:prstGeom>
        </p:spPr>
      </p:pic>
      <p:pic>
        <p:nvPicPr>
          <p:cNvPr id="13" name="Acc_InteractiveBLACK" hidden="1"/>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194486" y="551413"/>
            <a:ext cx="3443260" cy="518866"/>
          </a:xfrm>
          <a:prstGeom prst="rect">
            <a:avLst/>
          </a:prstGeom>
        </p:spPr>
      </p:pic>
      <p:pic>
        <p:nvPicPr>
          <p:cNvPr id="14" name="Acc_AnalyticsBLACK" hidden="1"/>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8196099" y="541708"/>
            <a:ext cx="3428941" cy="528482"/>
          </a:xfrm>
          <a:prstGeom prst="rect">
            <a:avLst/>
          </a:prstGeom>
        </p:spPr>
      </p:pic>
      <p:sp>
        <p:nvSpPr>
          <p:cNvPr id="20" name="Slide Number Placeholder 2">
            <a:extLst>
              <a:ext uri="{FF2B5EF4-FFF2-40B4-BE49-F238E27FC236}">
                <a16:creationId xmlns:a16="http://schemas.microsoft.com/office/drawing/2014/main" id="{167B18B3-4437-9A40-B389-7901B78FAAA7}"/>
              </a:ext>
            </a:extLst>
          </p:cNvPr>
          <p:cNvSpPr>
            <a:spLocks noGrp="1"/>
          </p:cNvSpPr>
          <p:nvPr>
            <p:ph type="sldNum" sz="quarter" idx="32"/>
          </p:nvPr>
        </p:nvSpPr>
        <p:spPr>
          <a:xfrm flipH="1">
            <a:off x="11617001" y="6537474"/>
            <a:ext cx="216084" cy="161888"/>
          </a:xfrm>
        </p:spPr>
        <p:txBody>
          <a:bodyPr/>
          <a:lstStyle>
            <a:lvl1pPr>
              <a:defRPr>
                <a:solidFill>
                  <a:schemeClr val="bg1">
                    <a:alpha val="50000"/>
                  </a:schemeClr>
                </a:solidFill>
              </a:defRPr>
            </a:lvl1pPr>
          </a:lstStyle>
          <a:p>
            <a:pPr>
              <a:defRPr/>
            </a:pPr>
            <a:fld id="{90CBDC3A-D49F-4631-A8C7-55D59B33E5FA}" type="slidenum">
              <a:rPr lang="en-US" smtClean="0"/>
              <a:pPr>
                <a:defRPr/>
              </a:pPr>
              <a:t>‹#›</a:t>
            </a:fld>
            <a:endParaRPr lang="en-US" dirty="0"/>
          </a:p>
        </p:txBody>
      </p:sp>
      <p:sp>
        <p:nvSpPr>
          <p:cNvPr id="17" name="Footer Placeholder 1">
            <a:extLst>
              <a:ext uri="{FF2B5EF4-FFF2-40B4-BE49-F238E27FC236}">
                <a16:creationId xmlns:a16="http://schemas.microsoft.com/office/drawing/2014/main" id="{77305F73-3F10-4781-AEC1-D21924227102}"/>
              </a:ext>
            </a:extLst>
          </p:cNvPr>
          <p:cNvSpPr txBox="1">
            <a:spLocks/>
          </p:cNvSpPr>
          <p:nvPr/>
        </p:nvSpPr>
        <p:spPr>
          <a:xfrm>
            <a:off x="355739" y="6537399"/>
            <a:ext cx="4141956" cy="161962"/>
          </a:xfrm>
          <a:prstGeom prst="rect">
            <a:avLst/>
          </a:prstGeom>
        </p:spPr>
        <p:txBody>
          <a:bodyPr vert="horz" wrap="square" lIns="0" tIns="60930" rIns="0" bIns="60930" numCol="1" anchor="ctr" anchorCtr="0" compatLnSpc="1">
            <a:prstTxWarp prst="textNoShape">
              <a:avLst/>
            </a:prstTxWarp>
            <a:noAutofit/>
          </a:bodyPr>
          <a:lstStyle>
            <a:defPPr>
              <a:defRPr lang="en-US"/>
            </a:defPPr>
            <a:lvl1pPr algn="l" rtl="0" fontAlgn="base">
              <a:spcBef>
                <a:spcPct val="0"/>
              </a:spcBef>
              <a:spcAft>
                <a:spcPct val="0"/>
              </a:spcAft>
              <a:defRPr lang="en-US" sz="800" b="0" i="0" kern="1200">
                <a:solidFill>
                  <a:schemeClr val="tx1">
                    <a:alpha val="50000"/>
                  </a:schemeClr>
                </a:solidFill>
                <a:latin typeface="Graphik Regular" panose="020B0503030202060203" pitchFamily="34" charset="77"/>
                <a:ea typeface="Roboto Light" panose="02000000000000000000" pitchFamily="2" charset="0"/>
                <a:cs typeface="Gotham Medium" pitchFamily="2" charset="0"/>
              </a:defRPr>
            </a:lvl1pPr>
            <a:lvl2pPr marL="609443" algn="l" rtl="0" fontAlgn="base">
              <a:spcBef>
                <a:spcPct val="0"/>
              </a:spcBef>
              <a:spcAft>
                <a:spcPct val="0"/>
              </a:spcAft>
              <a:defRPr kern="1200">
                <a:solidFill>
                  <a:schemeClr val="tx1"/>
                </a:solidFill>
                <a:latin typeface="Arial" charset="0"/>
                <a:ea typeface="+mn-ea"/>
                <a:cs typeface="Arial" charset="0"/>
              </a:defRPr>
            </a:lvl2pPr>
            <a:lvl3pPr marL="1218885" algn="l" rtl="0" fontAlgn="base">
              <a:spcBef>
                <a:spcPct val="0"/>
              </a:spcBef>
              <a:spcAft>
                <a:spcPct val="0"/>
              </a:spcAft>
              <a:defRPr kern="1200">
                <a:solidFill>
                  <a:schemeClr val="tx1"/>
                </a:solidFill>
                <a:latin typeface="Arial" charset="0"/>
                <a:ea typeface="+mn-ea"/>
                <a:cs typeface="Arial" charset="0"/>
              </a:defRPr>
            </a:lvl3pPr>
            <a:lvl4pPr marL="1828328" algn="l" rtl="0" fontAlgn="base">
              <a:spcBef>
                <a:spcPct val="0"/>
              </a:spcBef>
              <a:spcAft>
                <a:spcPct val="0"/>
              </a:spcAft>
              <a:defRPr kern="1200">
                <a:solidFill>
                  <a:schemeClr val="tx1"/>
                </a:solidFill>
                <a:latin typeface="Arial" charset="0"/>
                <a:ea typeface="+mn-ea"/>
                <a:cs typeface="Arial" charset="0"/>
              </a:defRPr>
            </a:lvl4pPr>
            <a:lvl5pPr marL="2437771" algn="l" rtl="0" fontAlgn="base">
              <a:spcBef>
                <a:spcPct val="0"/>
              </a:spcBef>
              <a:spcAft>
                <a:spcPct val="0"/>
              </a:spcAft>
              <a:defRPr kern="1200">
                <a:solidFill>
                  <a:schemeClr val="tx1"/>
                </a:solidFill>
                <a:latin typeface="Arial" charset="0"/>
                <a:ea typeface="+mn-ea"/>
                <a:cs typeface="Arial" charset="0"/>
              </a:defRPr>
            </a:lvl5pPr>
            <a:lvl6pPr marL="3047213" algn="l" defTabSz="1218885" rtl="0" eaLnBrk="1" latinLnBrk="0" hangingPunct="1">
              <a:defRPr kern="1200">
                <a:solidFill>
                  <a:schemeClr val="tx1"/>
                </a:solidFill>
                <a:latin typeface="Arial" charset="0"/>
                <a:ea typeface="+mn-ea"/>
                <a:cs typeface="Arial" charset="0"/>
              </a:defRPr>
            </a:lvl6pPr>
            <a:lvl7pPr marL="3656656" algn="l" defTabSz="1218885" rtl="0" eaLnBrk="1" latinLnBrk="0" hangingPunct="1">
              <a:defRPr kern="1200">
                <a:solidFill>
                  <a:schemeClr val="tx1"/>
                </a:solidFill>
                <a:latin typeface="Arial" charset="0"/>
                <a:ea typeface="+mn-ea"/>
                <a:cs typeface="Arial" charset="0"/>
              </a:defRPr>
            </a:lvl7pPr>
            <a:lvl8pPr marL="4266097" algn="l" defTabSz="1218885" rtl="0" eaLnBrk="1" latinLnBrk="0" hangingPunct="1">
              <a:defRPr kern="1200">
                <a:solidFill>
                  <a:schemeClr val="tx1"/>
                </a:solidFill>
                <a:latin typeface="Arial" charset="0"/>
                <a:ea typeface="+mn-ea"/>
                <a:cs typeface="Arial" charset="0"/>
              </a:defRPr>
            </a:lvl8pPr>
            <a:lvl9pPr marL="4875541" algn="l" defTabSz="1218885" rtl="0" eaLnBrk="1" latinLnBrk="0" hangingPunct="1">
              <a:defRPr kern="1200">
                <a:solidFill>
                  <a:schemeClr val="tx1"/>
                </a:solidFill>
                <a:latin typeface="Arial" charset="0"/>
                <a:ea typeface="+mn-ea"/>
                <a:cs typeface="Arial" charset="0"/>
              </a:defRPr>
            </a:lvl9pPr>
          </a:lstStyle>
          <a:p>
            <a:r>
              <a:rPr lang="en-GB" sz="800" dirty="0">
                <a:solidFill>
                  <a:schemeClr val="bg1">
                    <a:alpha val="50000"/>
                  </a:schemeClr>
                </a:solidFill>
              </a:rPr>
              <a:t>Copyright © 2020 Accenture. All rights reserved.</a:t>
            </a:r>
            <a:endParaRPr lang="en-AU" sz="800" dirty="0">
              <a:solidFill>
                <a:schemeClr val="bg1">
                  <a:alpha val="50000"/>
                </a:schemeClr>
              </a:solidFill>
            </a:endParaRPr>
          </a:p>
        </p:txBody>
      </p:sp>
    </p:spTree>
    <p:extLst>
      <p:ext uri="{BB962C8B-B14F-4D97-AF65-F5344CB8AC3E}">
        <p14:creationId xmlns:p14="http://schemas.microsoft.com/office/powerpoint/2010/main" val="3195989512"/>
      </p:ext>
    </p:extLst>
  </p:cSld>
  <p:clrMapOvr>
    <a:masterClrMapping/>
  </p:clrMapOvr>
  <p:hf hdr="0" ftr="0" dt="0"/>
  <p:extLst>
    <p:ext uri="{DCECCB84-F9BA-43D5-87BE-67443E8EF086}">
      <p15:sldGuideLst xmlns:p15="http://schemas.microsoft.com/office/powerpoint/2012/main">
        <p15:guide id="1" pos="6968">
          <p15:clr>
            <a:srgbClr val="5ACBF0"/>
          </p15:clr>
        </p15:guide>
        <p15:guide id="2" pos="709">
          <p15:clr>
            <a:srgbClr val="5ACBF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cSld name="Best Master Text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19F3EA-AEAF-C548-BD0C-AD254597237F}"/>
              </a:ext>
            </a:extLst>
          </p:cNvPr>
          <p:cNvSpPr>
            <a:spLocks noGrp="1"/>
          </p:cNvSpPr>
          <p:nvPr>
            <p:ph type="title"/>
          </p:nvPr>
        </p:nvSpPr>
        <p:spPr/>
        <p:txBody>
          <a:bodyPr/>
          <a:lstStyle/>
          <a:p>
            <a:r>
              <a:rPr lang="en-US"/>
              <a:t>Click to edit Master title style</a:t>
            </a:r>
          </a:p>
        </p:txBody>
      </p:sp>
      <p:sp>
        <p:nvSpPr>
          <p:cNvPr id="4" name="Content Placeholder 3">
            <a:extLst>
              <a:ext uri="{FF2B5EF4-FFF2-40B4-BE49-F238E27FC236}">
                <a16:creationId xmlns:a16="http://schemas.microsoft.com/office/drawing/2014/main" id="{2DD816B7-92BE-DC41-81A1-B94823C5B247}"/>
              </a:ext>
            </a:extLst>
          </p:cNvPr>
          <p:cNvSpPr>
            <a:spLocks noGrp="1"/>
          </p:cNvSpPr>
          <p:nvPr>
            <p:ph sz="quarter" idx="10"/>
          </p:nvPr>
        </p:nvSpPr>
        <p:spPr>
          <a:xfrm>
            <a:off x="344488" y="1219200"/>
            <a:ext cx="11510962" cy="4838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CDC4E4E6-DE9C-9B41-A230-03A839F777D8}"/>
              </a:ext>
            </a:extLst>
          </p:cNvPr>
          <p:cNvSpPr txBox="1">
            <a:spLocks/>
          </p:cNvSpPr>
          <p:nvPr/>
        </p:nvSpPr>
        <p:spPr>
          <a:xfrm>
            <a:off x="381002" y="6519009"/>
            <a:ext cx="5714999" cy="206375"/>
          </a:xfrm>
          <a:prstGeom prst="rect">
            <a:avLst/>
          </a:prstGeom>
        </p:spPr>
        <p:txBody>
          <a:bodyPr vert="horz" lIns="0" tIns="0" rIns="0" bIns="0" rtlCol="0" anchor="b" anchorCtr="0"/>
          <a:lstStyle>
            <a:defPPr>
              <a:defRPr lang="en-US"/>
            </a:defPPr>
            <a:lvl1pPr marL="0" algn="l" defTabSz="914400" rtl="0" eaLnBrk="1" latinLnBrk="0" hangingPunct="1">
              <a:defRPr sz="1000" kern="1200">
                <a:solidFill>
                  <a:schemeClr val="bg1">
                    <a:lumMod val="6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Copyright © 2019 Accenture. All rights reserved.</a:t>
            </a:r>
          </a:p>
        </p:txBody>
      </p:sp>
    </p:spTree>
    <p:extLst>
      <p:ext uri="{BB962C8B-B14F-4D97-AF65-F5344CB8AC3E}">
        <p14:creationId xmlns:p14="http://schemas.microsoft.com/office/powerpoint/2010/main" val="3420631652"/>
      </p:ext>
    </p:extLst>
  </p:cSld>
  <p:clrMapOvr>
    <a:masterClrMapping/>
  </p:clrMapOvr>
  <p:hf hdr="0" ftr="0" dt="0"/>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Bullets Opt 1">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1104290A-1E04-4AF8-82EA-4BADC574788C}"/>
              </a:ext>
            </a:extLst>
          </p:cNvPr>
          <p:cNvSpPr>
            <a:spLocks noGrp="1"/>
          </p:cNvSpPr>
          <p:nvPr>
            <p:ph type="title" hasCustomPrompt="1"/>
          </p:nvPr>
        </p:nvSpPr>
        <p:spPr>
          <a:xfrm>
            <a:off x="381000" y="381001"/>
            <a:ext cx="11430000" cy="726439"/>
          </a:xfrm>
          <a:prstGeom prst="rect">
            <a:avLst/>
          </a:prstGeom>
        </p:spPr>
        <p:txBody>
          <a:bodyPr>
            <a:normAutofit/>
          </a:bodyPr>
          <a:lstStyle>
            <a:lvl1pPr>
              <a:lnSpc>
                <a:spcPct val="80000"/>
              </a:lnSpc>
              <a:defRPr/>
            </a:lvl1pPr>
          </a:lstStyle>
          <a:p>
            <a:r>
              <a:rPr lang="en-US"/>
              <a:t>Insert Main Title at 36pt min 30pt</a:t>
            </a:r>
          </a:p>
        </p:txBody>
      </p:sp>
      <p:sp>
        <p:nvSpPr>
          <p:cNvPr id="11" name="Footer Placeholder 6">
            <a:extLst>
              <a:ext uri="{FF2B5EF4-FFF2-40B4-BE49-F238E27FC236}">
                <a16:creationId xmlns:a16="http://schemas.microsoft.com/office/drawing/2014/main" id="{91C0017E-4521-4295-9033-A405A2FA81F4}"/>
              </a:ext>
            </a:extLst>
          </p:cNvPr>
          <p:cNvSpPr>
            <a:spLocks noGrp="1"/>
          </p:cNvSpPr>
          <p:nvPr>
            <p:ph type="ftr" sz="quarter" idx="17"/>
          </p:nvPr>
        </p:nvSpPr>
        <p:spPr>
          <a:xfrm>
            <a:off x="754226" y="6494041"/>
            <a:ext cx="5714999" cy="206375"/>
          </a:xfrm>
          <a:prstGeom prst="rect">
            <a:avLst/>
          </a:prstGeom>
        </p:spPr>
        <p:txBody>
          <a:bodyPr lIns="0"/>
          <a:lstStyle>
            <a:lvl1pPr>
              <a:defRPr sz="800">
                <a:solidFill>
                  <a:schemeClr val="tx1">
                    <a:alpha val="40000"/>
                  </a:schemeClr>
                </a:solidFill>
              </a:defRPr>
            </a:lvl1pPr>
          </a:lstStyle>
          <a:p>
            <a:r>
              <a:rPr lang="en-US" dirty="0"/>
              <a:t>Copyright © 2020 Accenture. All rights reserved.</a:t>
            </a:r>
          </a:p>
        </p:txBody>
      </p:sp>
      <p:sp>
        <p:nvSpPr>
          <p:cNvPr id="12" name="Slide Number Placeholder 9">
            <a:extLst>
              <a:ext uri="{FF2B5EF4-FFF2-40B4-BE49-F238E27FC236}">
                <a16:creationId xmlns:a16="http://schemas.microsoft.com/office/drawing/2014/main" id="{43EE0978-DC3A-4D86-83BC-C2F42549CA64}"/>
              </a:ext>
            </a:extLst>
          </p:cNvPr>
          <p:cNvSpPr>
            <a:spLocks noGrp="1"/>
          </p:cNvSpPr>
          <p:nvPr>
            <p:ph type="sldNum" sz="quarter" idx="18"/>
          </p:nvPr>
        </p:nvSpPr>
        <p:spPr>
          <a:xfrm>
            <a:off x="11506202" y="6519009"/>
            <a:ext cx="385711" cy="206375"/>
          </a:xfrm>
          <a:prstGeom prst="rect">
            <a:avLst/>
          </a:prstGeom>
        </p:spPr>
        <p:txBody>
          <a:bodyPr/>
          <a:lstStyle>
            <a:lvl1pPr>
              <a:defRPr sz="800">
                <a:solidFill>
                  <a:schemeClr val="tx1">
                    <a:alpha val="40000"/>
                  </a:schemeClr>
                </a:solidFill>
              </a:defRPr>
            </a:lvl1pPr>
          </a:lstStyle>
          <a:p>
            <a:fld id="{4F9AC08D-23A9-440E-BCB9-AA1E9877CC38}" type="slidenum">
              <a:rPr lang="en-US" smtClean="0"/>
              <a:pPr/>
              <a:t>‹#›</a:t>
            </a:fld>
            <a:endParaRPr lang="en-US" dirty="0"/>
          </a:p>
        </p:txBody>
      </p:sp>
      <p:pic>
        <p:nvPicPr>
          <p:cNvPr id="5" name="Picture 4" descr="A picture containing drawing, clock&#10;&#10;Description automatically generated">
            <a:extLst>
              <a:ext uri="{FF2B5EF4-FFF2-40B4-BE49-F238E27FC236}">
                <a16:creationId xmlns:a16="http://schemas.microsoft.com/office/drawing/2014/main" id="{74B3D656-7B78-4FFC-881D-DD01CAC5AD72}"/>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381000" y="6482516"/>
            <a:ext cx="192024" cy="202328"/>
          </a:xfrm>
          <a:prstGeom prst="rect">
            <a:avLst/>
          </a:prstGeom>
        </p:spPr>
      </p:pic>
    </p:spTree>
    <p:extLst>
      <p:ext uri="{BB962C8B-B14F-4D97-AF65-F5344CB8AC3E}">
        <p14:creationId xmlns:p14="http://schemas.microsoft.com/office/powerpoint/2010/main" val="114619524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userDrawn="1">
  <p:cSld name="Divider 1">
    <p:bg>
      <p:bgPr>
        <a:solidFill>
          <a:schemeClr val="accent2"/>
        </a:solidFill>
        <a:effectLst/>
      </p:bgPr>
    </p:bg>
    <p:spTree>
      <p:nvGrpSpPr>
        <p:cNvPr id="1" name=""/>
        <p:cNvGrpSpPr/>
        <p:nvPr/>
      </p:nvGrpSpPr>
      <p:grpSpPr>
        <a:xfrm>
          <a:off x="0" y="0"/>
          <a:ext cx="0" cy="0"/>
          <a:chOff x="0" y="0"/>
          <a:chExt cx="0" cy="0"/>
        </a:xfrm>
      </p:grpSpPr>
      <p:pic>
        <p:nvPicPr>
          <p:cNvPr id="12" name="Acc_MobilityBLACK" hidden="1"/>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194827" y="541385"/>
            <a:ext cx="3430214" cy="527557"/>
          </a:xfrm>
          <a:prstGeom prst="rect">
            <a:avLst/>
          </a:prstGeom>
        </p:spPr>
      </p:pic>
      <p:pic>
        <p:nvPicPr>
          <p:cNvPr id="13" name="Acc_InteractiveBLACK" hidden="1"/>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8194486" y="551413"/>
            <a:ext cx="3443260" cy="518866"/>
          </a:xfrm>
          <a:prstGeom prst="rect">
            <a:avLst/>
          </a:prstGeom>
        </p:spPr>
      </p:pic>
      <p:pic>
        <p:nvPicPr>
          <p:cNvPr id="14" name="Acc_AnalyticsBLACK" hidden="1"/>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8196099" y="541708"/>
            <a:ext cx="3428941" cy="528482"/>
          </a:xfrm>
          <a:prstGeom prst="rect">
            <a:avLst/>
          </a:prstGeom>
        </p:spPr>
      </p:pic>
      <p:sp>
        <p:nvSpPr>
          <p:cNvPr id="20" name="Slide Number Placeholder 2">
            <a:extLst>
              <a:ext uri="{FF2B5EF4-FFF2-40B4-BE49-F238E27FC236}">
                <a16:creationId xmlns:a16="http://schemas.microsoft.com/office/drawing/2014/main" id="{167B18B3-4437-9A40-B389-7901B78FAAA7}"/>
              </a:ext>
            </a:extLst>
          </p:cNvPr>
          <p:cNvSpPr>
            <a:spLocks noGrp="1"/>
          </p:cNvSpPr>
          <p:nvPr>
            <p:ph type="sldNum" sz="quarter" idx="32"/>
          </p:nvPr>
        </p:nvSpPr>
        <p:spPr>
          <a:xfrm flipH="1">
            <a:off x="11617001" y="6537474"/>
            <a:ext cx="216084" cy="161888"/>
          </a:xfrm>
        </p:spPr>
        <p:txBody>
          <a:bodyPr/>
          <a:lstStyle>
            <a:lvl1pPr>
              <a:defRPr>
                <a:solidFill>
                  <a:schemeClr val="bg1">
                    <a:alpha val="50000"/>
                  </a:schemeClr>
                </a:solidFill>
              </a:defRPr>
            </a:lvl1pPr>
          </a:lstStyle>
          <a:p>
            <a:pPr>
              <a:defRPr/>
            </a:pPr>
            <a:fld id="{90CBDC3A-D49F-4631-A8C7-55D59B33E5FA}" type="slidenum">
              <a:rPr lang="en-US" smtClean="0"/>
              <a:pPr>
                <a:defRPr/>
              </a:pPr>
              <a:t>‹#›</a:t>
            </a:fld>
            <a:endParaRPr lang="en-US" dirty="0"/>
          </a:p>
        </p:txBody>
      </p:sp>
      <p:sp>
        <p:nvSpPr>
          <p:cNvPr id="7" name="Footer Placeholder 6">
            <a:extLst>
              <a:ext uri="{FF2B5EF4-FFF2-40B4-BE49-F238E27FC236}">
                <a16:creationId xmlns:a16="http://schemas.microsoft.com/office/drawing/2014/main" id="{89318202-F5EF-4F94-A2FB-2820022F3F3D}"/>
              </a:ext>
            </a:extLst>
          </p:cNvPr>
          <p:cNvSpPr>
            <a:spLocks noGrp="1"/>
          </p:cNvSpPr>
          <p:nvPr>
            <p:ph type="ftr" sz="quarter" idx="17"/>
          </p:nvPr>
        </p:nvSpPr>
        <p:spPr>
          <a:xfrm>
            <a:off x="754226" y="6494041"/>
            <a:ext cx="5714999" cy="206375"/>
          </a:xfrm>
          <a:prstGeom prst="rect">
            <a:avLst/>
          </a:prstGeom>
        </p:spPr>
        <p:txBody>
          <a:bodyPr lIns="0"/>
          <a:lstStyle>
            <a:lvl1pPr>
              <a:defRPr sz="800">
                <a:solidFill>
                  <a:schemeClr val="bg1">
                    <a:alpha val="40000"/>
                  </a:schemeClr>
                </a:solidFill>
              </a:defRPr>
            </a:lvl1pPr>
          </a:lstStyle>
          <a:p>
            <a:r>
              <a:rPr lang="en-US" dirty="0"/>
              <a:t>Copyright © 2020 Accenture. All rights reserved.</a:t>
            </a:r>
          </a:p>
        </p:txBody>
      </p:sp>
      <p:pic>
        <p:nvPicPr>
          <p:cNvPr id="8" name="Picture 7" descr="A picture containing drawing, clock&#10;&#10;Description automatically generated">
            <a:extLst>
              <a:ext uri="{FF2B5EF4-FFF2-40B4-BE49-F238E27FC236}">
                <a16:creationId xmlns:a16="http://schemas.microsoft.com/office/drawing/2014/main" id="{3337CFDD-6A45-4B8B-A44A-81963DA234F6}"/>
              </a:ext>
            </a:extLst>
          </p:cNvPr>
          <p:cNvPicPr>
            <a:picLocks noChangeAspect="1"/>
          </p:cNvPicPr>
          <p:nvPr userDrawn="1"/>
        </p:nvPicPr>
        <p:blipFill>
          <a:blip r:embed="rId5" cstate="email">
            <a:extLst>
              <a:ext uri="{28A0092B-C50C-407E-A947-70E740481C1C}">
                <a14:useLocalDpi xmlns:a14="http://schemas.microsoft.com/office/drawing/2010/main"/>
              </a:ext>
            </a:extLst>
          </a:blip>
          <a:stretch>
            <a:fillRect/>
          </a:stretch>
        </p:blipFill>
        <p:spPr>
          <a:xfrm>
            <a:off x="381000" y="6482516"/>
            <a:ext cx="192024" cy="202328"/>
          </a:xfrm>
          <a:prstGeom prst="rect">
            <a:avLst/>
          </a:prstGeom>
        </p:spPr>
      </p:pic>
    </p:spTree>
    <p:extLst>
      <p:ext uri="{BB962C8B-B14F-4D97-AF65-F5344CB8AC3E}">
        <p14:creationId xmlns:p14="http://schemas.microsoft.com/office/powerpoint/2010/main" val="1668701291"/>
      </p:ext>
    </p:extLst>
  </p:cSld>
  <p:clrMapOvr>
    <a:masterClrMapping/>
  </p:clrMapOvr>
  <p:extLst>
    <p:ext uri="{DCECCB84-F9BA-43D5-87BE-67443E8EF086}">
      <p15:sldGuideLst xmlns:p15="http://schemas.microsoft.com/office/powerpoint/2012/main">
        <p15:guide id="1" pos="6968">
          <p15:clr>
            <a:srgbClr val="5ACBF0"/>
          </p15:clr>
        </p15:guide>
        <p15:guide id="2" pos="709">
          <p15:clr>
            <a:srgbClr val="5ACBF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2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056F1F-FA65-4EEB-BDF1-3ABAA12E286A}"/>
              </a:ext>
            </a:extLst>
          </p:cNvPr>
          <p:cNvSpPr>
            <a:spLocks noGrp="1"/>
          </p:cNvSpPr>
          <p:nvPr>
            <p:ph type="title" hasCustomPrompt="1"/>
          </p:nvPr>
        </p:nvSpPr>
        <p:spPr>
          <a:xfrm>
            <a:off x="219222" y="240215"/>
            <a:ext cx="10515600" cy="306635"/>
          </a:xfrm>
        </p:spPr>
        <p:txBody>
          <a:bodyPr lIns="0" tIns="0" rIns="0" bIns="0" anchor="t">
            <a:normAutofit/>
          </a:bodyPr>
          <a:lstStyle>
            <a:lvl1pPr>
              <a:defRPr sz="2400">
                <a:solidFill>
                  <a:srgbClr val="33CC33"/>
                </a:solidFill>
                <a:latin typeface="Graphik Black" panose="020B0A03030202060203" pitchFamily="34" charset="0"/>
              </a:defRPr>
            </a:lvl1pPr>
          </a:lstStyle>
          <a:p>
            <a:r>
              <a:rPr lang="en-US" dirty="0"/>
              <a:t>CLICK TO EDIT MASTER TITLE STYLE</a:t>
            </a:r>
          </a:p>
        </p:txBody>
      </p:sp>
      <p:sp>
        <p:nvSpPr>
          <p:cNvPr id="5" name="Slide Number Placeholder 4">
            <a:extLst>
              <a:ext uri="{FF2B5EF4-FFF2-40B4-BE49-F238E27FC236}">
                <a16:creationId xmlns:a16="http://schemas.microsoft.com/office/drawing/2014/main" id="{25318A67-9B80-412E-9A41-C4F91B5470E8}"/>
              </a:ext>
            </a:extLst>
          </p:cNvPr>
          <p:cNvSpPr>
            <a:spLocks noGrp="1"/>
          </p:cNvSpPr>
          <p:nvPr>
            <p:ph type="sldNum" sz="quarter" idx="12"/>
          </p:nvPr>
        </p:nvSpPr>
        <p:spPr>
          <a:xfrm>
            <a:off x="9243647" y="6356350"/>
            <a:ext cx="2743200" cy="365125"/>
          </a:xfrm>
        </p:spPr>
        <p:txBody>
          <a:bodyPr/>
          <a:lstStyle/>
          <a:p>
            <a:fld id="{63FC6494-8DB7-494F-83AE-7187FC8A4273}" type="slidenum">
              <a:rPr lang="en-US" smtClean="0"/>
              <a:t>‹#›</a:t>
            </a:fld>
            <a:endParaRPr lang="en-US" dirty="0"/>
          </a:p>
        </p:txBody>
      </p:sp>
      <p:sp>
        <p:nvSpPr>
          <p:cNvPr id="15" name="TextBox 14">
            <a:extLst>
              <a:ext uri="{FF2B5EF4-FFF2-40B4-BE49-F238E27FC236}">
                <a16:creationId xmlns:a16="http://schemas.microsoft.com/office/drawing/2014/main" id="{495E9138-10C8-4D5C-96AF-BA283019769A}"/>
              </a:ext>
            </a:extLst>
          </p:cNvPr>
          <p:cNvSpPr txBox="1"/>
          <p:nvPr userDrawn="1"/>
        </p:nvSpPr>
        <p:spPr>
          <a:xfrm>
            <a:off x="3470816" y="6629400"/>
            <a:ext cx="5250368" cy="228599"/>
          </a:xfrm>
          <a:prstGeom prst="rect">
            <a:avLst/>
          </a:prstGeom>
        </p:spPr>
        <p:txBody>
          <a:bodyPr vert="horz" wrap="square" lIns="0" tIns="0" rIns="0" bIns="0" rtlCol="0" anchor="ctr">
            <a:noAutofit/>
          </a:bodyPr>
          <a:lstStyle/>
          <a:p>
            <a:pPr lvl="0" algn="ctr">
              <a:defRPr/>
            </a:pPr>
            <a:r>
              <a:rPr lang="en-US" sz="800" kern="0" dirty="0">
                <a:solidFill>
                  <a:srgbClr val="000000">
                    <a:lumMod val="65000"/>
                    <a:lumOff val="35000"/>
                  </a:srgbClr>
                </a:solidFill>
                <a:latin typeface="Graphik" panose="020B0503030202060203" pitchFamily="34" charset="0"/>
                <a:cs typeface="Arial" panose="020B0604020202020204" pitchFamily="34" charset="0"/>
              </a:rPr>
              <a:t>Copyright 2022 Accenture. All rights reserved. Accenture Confidential Information. Internal Use Only</a:t>
            </a:r>
            <a:endParaRPr kumimoji="0" lang="en-US" sz="800" i="0" u="none" strike="noStrike" kern="1200" cap="none" spc="0" normalizeH="0" baseline="0" noProof="0" dirty="0">
              <a:ln>
                <a:noFill/>
              </a:ln>
              <a:solidFill>
                <a:srgbClr val="000000"/>
              </a:solidFill>
              <a:effectLst/>
              <a:uLnTx/>
              <a:uFillTx/>
              <a:latin typeface="Graphik" panose="020B0503030202060203" pitchFamily="34" charset="0"/>
              <a:cs typeface="Arial" panose="020B0604020202020204" pitchFamily="34" charset="0"/>
            </a:endParaRPr>
          </a:p>
        </p:txBody>
      </p:sp>
      <p:sp>
        <p:nvSpPr>
          <p:cNvPr id="4" name="Text Placeholder 3">
            <a:extLst>
              <a:ext uri="{FF2B5EF4-FFF2-40B4-BE49-F238E27FC236}">
                <a16:creationId xmlns:a16="http://schemas.microsoft.com/office/drawing/2014/main" id="{804CDE97-5B21-4B58-93AF-0B6CCB281B91}"/>
              </a:ext>
            </a:extLst>
          </p:cNvPr>
          <p:cNvSpPr>
            <a:spLocks noGrp="1"/>
          </p:cNvSpPr>
          <p:nvPr>
            <p:ph type="body" sz="quarter" idx="13" hasCustomPrompt="1"/>
          </p:nvPr>
        </p:nvSpPr>
        <p:spPr>
          <a:xfrm>
            <a:off x="219075" y="600260"/>
            <a:ext cx="10515600" cy="422275"/>
          </a:xfrm>
        </p:spPr>
        <p:txBody>
          <a:bodyPr vert="horz" lIns="0" tIns="0" rIns="0" bIns="0" rtlCol="0" anchor="t">
            <a:normAutofit/>
          </a:bodyPr>
          <a:lstStyle>
            <a:lvl1pPr>
              <a:defRPr lang="en-US" sz="1600" dirty="0" smtClean="0">
                <a:solidFill>
                  <a:srgbClr val="0070C0"/>
                </a:solidFill>
                <a:latin typeface="Graphik Black" panose="020B0A03030202060203" pitchFamily="34" charset="0"/>
                <a:ea typeface="+mj-ea"/>
                <a:cs typeface="+mj-cs"/>
              </a:defRPr>
            </a:lvl1pPr>
          </a:lstStyle>
          <a:p>
            <a:pPr marL="0" lvl="0">
              <a:spcBef>
                <a:spcPct val="0"/>
              </a:spcBef>
              <a:buNone/>
            </a:pPr>
            <a:r>
              <a:rPr lang="en-US" dirty="0"/>
              <a:t>EDIT MASTER TEXT STYLES</a:t>
            </a:r>
          </a:p>
        </p:txBody>
      </p:sp>
    </p:spTree>
    <p:extLst>
      <p:ext uri="{BB962C8B-B14F-4D97-AF65-F5344CB8AC3E}">
        <p14:creationId xmlns:p14="http://schemas.microsoft.com/office/powerpoint/2010/main" val="315164606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Playbook/Lecture">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FB9DB20E-402F-4429-B44A-BCDD110E2DF6}"/>
              </a:ext>
            </a:extLst>
          </p:cNvPr>
          <p:cNvGrpSpPr/>
          <p:nvPr userDrawn="1"/>
        </p:nvGrpSpPr>
        <p:grpSpPr>
          <a:xfrm>
            <a:off x="1" y="-4488"/>
            <a:ext cx="12191065" cy="6862488"/>
            <a:chOff x="0" y="-3366"/>
            <a:chExt cx="9143299" cy="5146866"/>
          </a:xfrm>
        </p:grpSpPr>
        <p:sp>
          <p:nvSpPr>
            <p:cNvPr id="3" name="Rectangle">
              <a:extLst>
                <a:ext uri="{FF2B5EF4-FFF2-40B4-BE49-F238E27FC236}">
                  <a16:creationId xmlns:a16="http://schemas.microsoft.com/office/drawing/2014/main" id="{C6B6D226-A844-B141-A337-85FFBCFDE485}"/>
                </a:ext>
              </a:extLst>
            </p:cNvPr>
            <p:cNvSpPr/>
            <p:nvPr userDrawn="1"/>
          </p:nvSpPr>
          <p:spPr>
            <a:xfrm>
              <a:off x="0" y="-3366"/>
              <a:ext cx="9143299" cy="5146866"/>
            </a:xfrm>
            <a:prstGeom prst="rect">
              <a:avLst/>
            </a:prstGeom>
            <a:solidFill>
              <a:srgbClr val="F5F7F9"/>
            </a:solidFill>
            <a:ln w="12700">
              <a:miter lim="400000"/>
            </a:ln>
          </p:spPr>
          <p:txBody>
            <a:bodyPr lIns="0" tIns="0" rIns="0" bIns="0" anchor="ctr"/>
            <a:lstStyle/>
            <a:p>
              <a:pPr algn="l">
                <a:defRPr sz="3200" b="0">
                  <a:solidFill>
                    <a:srgbClr val="5E5E5E"/>
                  </a:solidFill>
                  <a:latin typeface="+mn-lt"/>
                  <a:ea typeface="+mn-ea"/>
                  <a:cs typeface="+mn-cs"/>
                  <a:sym typeface="Helvetica Neue Medium"/>
                </a:defRPr>
              </a:pPr>
              <a:endParaRPr lang="en-US" sz="1600" noProof="0"/>
            </a:p>
          </p:txBody>
        </p:sp>
        <p:sp>
          <p:nvSpPr>
            <p:cNvPr id="4" name="Rectangle">
              <a:extLst>
                <a:ext uri="{FF2B5EF4-FFF2-40B4-BE49-F238E27FC236}">
                  <a16:creationId xmlns:a16="http://schemas.microsoft.com/office/drawing/2014/main" id="{D989BA39-7EC6-294F-AF53-B7142E5CDB12}"/>
                </a:ext>
              </a:extLst>
            </p:cNvPr>
            <p:cNvSpPr/>
            <p:nvPr userDrawn="1"/>
          </p:nvSpPr>
          <p:spPr>
            <a:xfrm>
              <a:off x="189491" y="197168"/>
              <a:ext cx="8794630" cy="4593579"/>
            </a:xfrm>
            <a:prstGeom prst="rect">
              <a:avLst/>
            </a:prstGeom>
            <a:solidFill>
              <a:srgbClr val="FFFFFF"/>
            </a:solidFill>
            <a:ln w="12700">
              <a:miter lim="400000"/>
            </a:ln>
          </p:spPr>
          <p:txBody>
            <a:bodyPr lIns="0" tIns="0" rIns="0" bIns="0" anchor="ctr"/>
            <a:lstStyle/>
            <a:p>
              <a:pPr algn="l">
                <a:defRPr sz="3200" b="0">
                  <a:solidFill>
                    <a:srgbClr val="FFFFFF"/>
                  </a:solidFill>
                  <a:latin typeface="+mn-lt"/>
                  <a:ea typeface="+mn-ea"/>
                  <a:cs typeface="+mn-cs"/>
                  <a:sym typeface="Helvetica Neue Medium"/>
                </a:defRPr>
              </a:pPr>
              <a:endParaRPr lang="en-US" sz="1600" noProof="0"/>
            </a:p>
          </p:txBody>
        </p:sp>
      </p:grpSp>
      <p:sp>
        <p:nvSpPr>
          <p:cNvPr id="6" name="Copyright Ⓒ 2018 Accenture  All rights reserved">
            <a:extLst>
              <a:ext uri="{FF2B5EF4-FFF2-40B4-BE49-F238E27FC236}">
                <a16:creationId xmlns:a16="http://schemas.microsoft.com/office/drawing/2014/main" id="{8CACBDDE-75CD-C644-9B17-36349A723C74}"/>
              </a:ext>
            </a:extLst>
          </p:cNvPr>
          <p:cNvSpPr txBox="1"/>
          <p:nvPr/>
        </p:nvSpPr>
        <p:spPr>
          <a:xfrm>
            <a:off x="5688980" y="6565842"/>
            <a:ext cx="2324354" cy="123111"/>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numCol="1" anchor="t">
            <a:spAutoFit/>
          </a:bodyPr>
          <a:lstStyle>
            <a:lvl1pPr algn="l" defTabSz="1828800">
              <a:defRPr sz="1600" b="0">
                <a:solidFill>
                  <a:srgbClr val="5E5E5E"/>
                </a:solidFill>
                <a:latin typeface="Graphik Medium"/>
                <a:ea typeface="Graphik Medium"/>
                <a:cs typeface="Graphik Medium"/>
                <a:sym typeface="Graphik Medium"/>
              </a:defRPr>
            </a:lvl1pPr>
          </a:lstStyle>
          <a:p>
            <a:r>
              <a:rPr lang="en-US" sz="800" noProof="0" dirty="0"/>
              <a:t>Copyright Ⓒ 2022 Accenture  All rights reserved</a:t>
            </a:r>
          </a:p>
        </p:txBody>
      </p:sp>
      <p:sp>
        <p:nvSpPr>
          <p:cNvPr id="46" name="Textplatzhalter 45">
            <a:extLst>
              <a:ext uri="{FF2B5EF4-FFF2-40B4-BE49-F238E27FC236}">
                <a16:creationId xmlns:a16="http://schemas.microsoft.com/office/drawing/2014/main" id="{C198B9B7-3351-804E-9791-0F86BB11B974}"/>
              </a:ext>
            </a:extLst>
          </p:cNvPr>
          <p:cNvSpPr>
            <a:spLocks noGrp="1"/>
          </p:cNvSpPr>
          <p:nvPr>
            <p:ph type="body" sz="quarter" idx="12"/>
          </p:nvPr>
        </p:nvSpPr>
        <p:spPr>
          <a:xfrm>
            <a:off x="583757" y="515602"/>
            <a:ext cx="5880705" cy="182815"/>
          </a:xfrm>
          <a:prstGeom prst="rect">
            <a:avLst/>
          </a:prstGeom>
        </p:spPr>
        <p:txBody>
          <a:bodyPr>
            <a:noAutofit/>
          </a:bodyPr>
          <a:lstStyle>
            <a:lvl1pPr marL="0" indent="0">
              <a:buNone/>
              <a:defRPr kumimoji="0" lang="en-US" sz="1051" b="0" i="0" u="none" strike="noStrike" cap="none" spc="0" normalizeH="0" baseline="0" dirty="0">
                <a:ln>
                  <a:noFill/>
                </a:ln>
                <a:solidFill>
                  <a:srgbClr val="313131"/>
                </a:solidFill>
                <a:effectLst/>
                <a:uFillTx/>
                <a:latin typeface="Graphik Medium"/>
                <a:ea typeface="Graphik Medium"/>
                <a:cs typeface="Graphik Medium"/>
                <a:sym typeface="Helvetica Neue"/>
              </a:defRPr>
            </a:lvl1pPr>
          </a:lstStyle>
          <a:p>
            <a:endParaRPr lang="en-US" noProof="0"/>
          </a:p>
        </p:txBody>
      </p:sp>
      <p:sp>
        <p:nvSpPr>
          <p:cNvPr id="48" name="Textplatzhalter 47">
            <a:extLst>
              <a:ext uri="{FF2B5EF4-FFF2-40B4-BE49-F238E27FC236}">
                <a16:creationId xmlns:a16="http://schemas.microsoft.com/office/drawing/2014/main" id="{8B591B01-1140-A446-97B6-CB7450ED42D0}"/>
              </a:ext>
            </a:extLst>
          </p:cNvPr>
          <p:cNvSpPr>
            <a:spLocks noGrp="1"/>
          </p:cNvSpPr>
          <p:nvPr>
            <p:ph type="body" sz="quarter" idx="13"/>
          </p:nvPr>
        </p:nvSpPr>
        <p:spPr>
          <a:xfrm>
            <a:off x="583758" y="726500"/>
            <a:ext cx="11058137" cy="1201155"/>
          </a:xfrm>
          <a:prstGeom prst="rect">
            <a:avLst/>
          </a:prstGeom>
        </p:spPr>
        <p:txBody>
          <a:bodyPr anchor="t">
            <a:noAutofit/>
          </a:bodyPr>
          <a:lstStyle>
            <a:lvl1pPr marL="0" indent="0">
              <a:buNone/>
              <a:defRPr kumimoji="0" lang="en-US" sz="3200" b="0" i="0" u="none" strike="noStrike" cap="none" spc="0" normalizeH="0" baseline="0" dirty="0">
                <a:ln>
                  <a:noFill/>
                </a:ln>
                <a:solidFill>
                  <a:srgbClr val="313131"/>
                </a:solidFill>
                <a:effectLst/>
                <a:uFillTx/>
                <a:latin typeface="Graphik Extralight"/>
                <a:ea typeface="Graphik Extralight"/>
                <a:cs typeface="Graphik Extralight"/>
                <a:sym typeface="Helvetica Neue"/>
              </a:defRPr>
            </a:lvl1pPr>
          </a:lstStyle>
          <a:p>
            <a:endParaRPr lang="en-US" noProof="0" dirty="0"/>
          </a:p>
        </p:txBody>
      </p:sp>
      <p:sp>
        <p:nvSpPr>
          <p:cNvPr id="70" name="Textfeld 69">
            <a:extLst>
              <a:ext uri="{FF2B5EF4-FFF2-40B4-BE49-F238E27FC236}">
                <a16:creationId xmlns:a16="http://schemas.microsoft.com/office/drawing/2014/main" id="{74F9075F-C7D3-C945-95B7-DC8B159B600D}"/>
              </a:ext>
            </a:extLst>
          </p:cNvPr>
          <p:cNvSpPr txBox="1"/>
          <p:nvPr userDrawn="1"/>
        </p:nvSpPr>
        <p:spPr>
          <a:xfrm>
            <a:off x="11641895" y="6555881"/>
            <a:ext cx="411480" cy="17440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marL="0" marR="0" indent="0" algn="ctr" defTabSz="412740" rtl="0" fontAlgn="auto" latinLnBrk="0" hangingPunct="0">
              <a:lnSpc>
                <a:spcPct val="100000"/>
              </a:lnSpc>
              <a:spcBef>
                <a:spcPts val="0"/>
              </a:spcBef>
              <a:spcAft>
                <a:spcPts val="0"/>
              </a:spcAft>
              <a:buClrTx/>
              <a:buSzTx/>
              <a:buFontTx/>
              <a:buNone/>
              <a:tabLst/>
            </a:pPr>
            <a:fld id="{62C197D3-294B-0846-B7D0-AC071D2CBE2F}" type="slidenum">
              <a:rPr kumimoji="0" lang="en-US" sz="800" b="0" i="0" u="none" strike="noStrike" cap="none" spc="0" normalizeH="0" baseline="0" smtClean="0">
                <a:ln>
                  <a:noFill/>
                </a:ln>
                <a:solidFill>
                  <a:srgbClr val="000000"/>
                </a:solidFill>
                <a:effectLst/>
                <a:uFillTx/>
                <a:latin typeface="Graphik" panose="020B0503030202060203" pitchFamily="34" charset="77"/>
                <a:ea typeface="Helvetica Neue Light"/>
                <a:cs typeface="Helvetica Neue"/>
                <a:sym typeface="Helvetica Neue"/>
              </a:rPr>
              <a:pPr marL="0" marR="0" indent="0" algn="ctr" defTabSz="412740" rtl="0" fontAlgn="auto" latinLnBrk="0" hangingPunct="0">
                <a:lnSpc>
                  <a:spcPct val="100000"/>
                </a:lnSpc>
                <a:spcBef>
                  <a:spcPts val="0"/>
                </a:spcBef>
                <a:spcAft>
                  <a:spcPts val="0"/>
                </a:spcAft>
                <a:buClrTx/>
                <a:buSzTx/>
                <a:buFontTx/>
                <a:buNone/>
                <a:tabLst/>
              </a:pPr>
              <a:t>‹#›</a:t>
            </a:fld>
            <a:endParaRPr kumimoji="0" lang="en-US" sz="800" b="0" i="0" u="none" strike="noStrike" cap="none" spc="0" normalizeH="0" baseline="0">
              <a:ln>
                <a:noFill/>
              </a:ln>
              <a:solidFill>
                <a:srgbClr val="000000"/>
              </a:solidFill>
              <a:effectLst/>
              <a:uFillTx/>
              <a:latin typeface="Graphik" panose="020B0503030202060203" pitchFamily="34" charset="77"/>
              <a:ea typeface="Helvetica Neue Light"/>
              <a:cs typeface="Helvetica Neue"/>
              <a:sym typeface="Helvetica Neue"/>
            </a:endParaRPr>
          </a:p>
        </p:txBody>
      </p:sp>
      <p:pic>
        <p:nvPicPr>
          <p:cNvPr id="14" name="Grafik 13">
            <a:extLst>
              <a:ext uri="{FF2B5EF4-FFF2-40B4-BE49-F238E27FC236}">
                <a16:creationId xmlns:a16="http://schemas.microsoft.com/office/drawing/2014/main" id="{31462AE7-3669-354B-9330-98F8761FD95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4866914" y="6465311"/>
            <a:ext cx="733863" cy="314192"/>
          </a:xfrm>
          <a:prstGeom prst="rect">
            <a:avLst/>
          </a:prstGeom>
        </p:spPr>
      </p:pic>
    </p:spTree>
    <p:extLst>
      <p:ext uri="{BB962C8B-B14F-4D97-AF65-F5344CB8AC3E}">
        <p14:creationId xmlns:p14="http://schemas.microsoft.com/office/powerpoint/2010/main" val="2918973323"/>
      </p:ext>
    </p:extLst>
  </p:cSld>
  <p:clrMapOvr>
    <a:masterClrMapping/>
  </p:clrMapOvr>
  <p:transition spd="med"/>
  <p:extLst>
    <p:ext uri="{DCECCB84-F9BA-43D5-87BE-67443E8EF086}">
      <p15:sldGuideLst xmlns:p15="http://schemas.microsoft.com/office/powerpoint/2012/main">
        <p15:guide id="1" orient="horz" pos="1033">
          <p15:clr>
            <a:srgbClr val="FBAE40"/>
          </p15:clr>
        </p15:guide>
        <p15:guide id="2" orient="horz" pos="2938">
          <p15:clr>
            <a:srgbClr val="FBAE40"/>
          </p15:clr>
        </p15:guide>
        <p15:guide id="3" pos="269">
          <p15:clr>
            <a:srgbClr val="FBAE40"/>
          </p15:clr>
        </p15:guide>
        <p15:guide id="4" pos="5499">
          <p15:clr>
            <a:srgbClr val="FBAE40"/>
          </p15:clr>
        </p15:guide>
        <p15:guide id="5" pos="2880">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userDrawn="1">
  <p:cSld name="Bullets Opt 1">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1104290A-1E04-4AF8-82EA-4BADC574788C}"/>
              </a:ext>
            </a:extLst>
          </p:cNvPr>
          <p:cNvSpPr>
            <a:spLocks noGrp="1"/>
          </p:cNvSpPr>
          <p:nvPr>
            <p:ph type="title" hasCustomPrompt="1"/>
          </p:nvPr>
        </p:nvSpPr>
        <p:spPr>
          <a:xfrm>
            <a:off x="381000" y="381001"/>
            <a:ext cx="11430000" cy="726439"/>
          </a:xfrm>
          <a:prstGeom prst="rect">
            <a:avLst/>
          </a:prstGeom>
        </p:spPr>
        <p:txBody>
          <a:bodyPr>
            <a:normAutofit/>
          </a:bodyPr>
          <a:lstStyle>
            <a:lvl1pPr>
              <a:lnSpc>
                <a:spcPct val="80000"/>
              </a:lnSpc>
              <a:defRPr/>
            </a:lvl1pPr>
          </a:lstStyle>
          <a:p>
            <a:r>
              <a:rPr lang="en-US"/>
              <a:t>Insert Main Title at 36pt min 30pt</a:t>
            </a:r>
          </a:p>
        </p:txBody>
      </p:sp>
    </p:spTree>
    <p:extLst>
      <p:ext uri="{BB962C8B-B14F-4D97-AF65-F5344CB8AC3E}">
        <p14:creationId xmlns:p14="http://schemas.microsoft.com/office/powerpoint/2010/main" val="364775576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81AFBD-8268-6E4E-B726-58CFB16052F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82F82312-3184-8349-A074-E375B37B54C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BFC512A5-A4BF-F04E-9728-A4BCE2E07F3C}"/>
              </a:ext>
            </a:extLst>
          </p:cNvPr>
          <p:cNvSpPr>
            <a:spLocks noGrp="1"/>
          </p:cNvSpPr>
          <p:nvPr>
            <p:ph type="dt" sz="half" idx="10"/>
          </p:nvPr>
        </p:nvSpPr>
        <p:spPr/>
        <p:txBody>
          <a:bodyPr/>
          <a:lstStyle/>
          <a:p>
            <a:fld id="{16D56AAA-2B22-9448-A19B-5118FC26E10B}" type="datetimeFigureOut">
              <a:rPr lang="en-US" smtClean="0"/>
              <a:t>8/12/2026</a:t>
            </a:fld>
            <a:endParaRPr lang="en-US"/>
          </a:p>
        </p:txBody>
      </p:sp>
      <p:sp>
        <p:nvSpPr>
          <p:cNvPr id="5" name="Footer Placeholder 4">
            <a:extLst>
              <a:ext uri="{FF2B5EF4-FFF2-40B4-BE49-F238E27FC236}">
                <a16:creationId xmlns:a16="http://schemas.microsoft.com/office/drawing/2014/main" id="{5F01ACDA-90AD-DF4E-B1C9-3175F6A31CC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52C3B2B-4BD8-8B4A-A487-317A72600304}"/>
              </a:ext>
            </a:extLst>
          </p:cNvPr>
          <p:cNvSpPr>
            <a:spLocks noGrp="1"/>
          </p:cNvSpPr>
          <p:nvPr>
            <p:ph type="sldNum" sz="quarter" idx="12"/>
          </p:nvPr>
        </p:nvSpPr>
        <p:spPr/>
        <p:txBody>
          <a:bodyPr/>
          <a:lstStyle/>
          <a:p>
            <a:fld id="{BC1FC613-4EEB-CC4B-B0A4-9C18D7586DEA}" type="slidenum">
              <a:rPr lang="en-US" smtClean="0"/>
              <a:t>‹#›</a:t>
            </a:fld>
            <a:endParaRPr lang="en-US"/>
          </a:p>
        </p:txBody>
      </p:sp>
    </p:spTree>
    <p:extLst>
      <p:ext uri="{BB962C8B-B14F-4D97-AF65-F5344CB8AC3E}">
        <p14:creationId xmlns:p14="http://schemas.microsoft.com/office/powerpoint/2010/main" val="122192990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8F314A7-305B-4E0B-96B7-5B0949118DB0}" type="datetimeFigureOut">
              <a:rPr lang="en-IN" smtClean="0"/>
              <a:t>12-08-2026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285046941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8F314A7-305B-4E0B-96B7-5B0949118DB0}" type="datetimeFigureOut">
              <a:rPr lang="en-IN" smtClean="0"/>
              <a:t>12-08-2026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61486710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8F314A7-305B-4E0B-96B7-5B0949118DB0}" type="datetimeFigureOut">
              <a:rPr lang="en-IN" smtClean="0"/>
              <a:t>12-08-2026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86190311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8F314A7-305B-4E0B-96B7-5B0949118DB0}" type="datetimeFigureOut">
              <a:rPr lang="en-IN" smtClean="0"/>
              <a:t>12-08-2026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236221140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8F314A7-305B-4E0B-96B7-5B0949118DB0}" type="datetimeFigureOut">
              <a:rPr lang="en-IN" smtClean="0"/>
              <a:t>12-08-2026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119892332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8F314A7-305B-4E0B-96B7-5B0949118DB0}" type="datetimeFigureOut">
              <a:rPr lang="en-IN" smtClean="0"/>
              <a:t>12-08-2026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119747371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8F314A7-305B-4E0B-96B7-5B0949118DB0}" type="datetimeFigureOut">
              <a:rPr lang="en-IN" smtClean="0"/>
              <a:t>12-08-2026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2346746250"/>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8F314A7-305B-4E0B-96B7-5B0949118DB0}" type="datetimeFigureOut">
              <a:rPr lang="en-IN" smtClean="0"/>
              <a:t>12-08-2026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185935882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8F314A7-305B-4E0B-96B7-5B0949118DB0}" type="datetimeFigureOut">
              <a:rPr lang="en-IN" smtClean="0"/>
              <a:t>12-08-2026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2158028561"/>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8F314A7-305B-4E0B-96B7-5B0949118DB0}" type="datetimeFigureOut">
              <a:rPr lang="en-IN" smtClean="0"/>
              <a:t>12-08-2026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133217269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8F314A7-305B-4E0B-96B7-5B0949118DB0}" type="datetimeFigureOut">
              <a:rPr lang="en-IN" smtClean="0"/>
              <a:t>12-08-2026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FDA3DAB-CBFF-463B-9AA2-9E36431F8A67}" type="slidenum">
              <a:rPr lang="en-IN" smtClean="0"/>
              <a:t>‹#›</a:t>
            </a:fld>
            <a:endParaRPr lang="en-IN"/>
          </a:p>
        </p:txBody>
      </p:sp>
    </p:spTree>
    <p:extLst>
      <p:ext uri="{BB962C8B-B14F-4D97-AF65-F5344CB8AC3E}">
        <p14:creationId xmlns:p14="http://schemas.microsoft.com/office/powerpoint/2010/main" val="19684657"/>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userDrawn="1">
  <p:cSld name="1_Standard slide_no bullets">
    <p:spTree>
      <p:nvGrpSpPr>
        <p:cNvPr id="1" name=""/>
        <p:cNvGrpSpPr/>
        <p:nvPr/>
      </p:nvGrpSpPr>
      <p:grpSpPr>
        <a:xfrm>
          <a:off x="0" y="0"/>
          <a:ext cx="0" cy="0"/>
          <a:chOff x="0" y="0"/>
          <a:chExt cx="0" cy="0"/>
        </a:xfrm>
      </p:grpSpPr>
      <p:sp>
        <p:nvSpPr>
          <p:cNvPr id="10" name="Text Placeholder 16">
            <a:extLst>
              <a:ext uri="{FF2B5EF4-FFF2-40B4-BE49-F238E27FC236}">
                <a16:creationId xmlns:a16="http://schemas.microsoft.com/office/drawing/2014/main" id="{DA81FCAA-64D2-4A9C-B16E-9C4E3BB431BB}"/>
              </a:ext>
            </a:extLst>
          </p:cNvPr>
          <p:cNvSpPr>
            <a:spLocks noGrp="1"/>
          </p:cNvSpPr>
          <p:nvPr>
            <p:ph type="body" sz="quarter" idx="14" hasCustomPrompt="1"/>
          </p:nvPr>
        </p:nvSpPr>
        <p:spPr>
          <a:xfrm>
            <a:off x="7129748" y="3813288"/>
            <a:ext cx="3087667" cy="180000"/>
          </a:xfrm>
        </p:spPr>
        <p:txBody>
          <a:bodyPr/>
          <a:lstStyle>
            <a:lvl1pPr marL="0" indent="0">
              <a:buNone/>
              <a:defRPr sz="1199">
                <a:solidFill>
                  <a:schemeClr val="bg1"/>
                </a:solidFill>
              </a:defRPr>
            </a:lvl1pPr>
          </a:lstStyle>
          <a:p>
            <a:pPr lvl="0"/>
            <a:r>
              <a:rPr lang="en-US" dirty="0"/>
              <a:t>Name Surname</a:t>
            </a:r>
            <a:endParaRPr lang="en-GB" dirty="0"/>
          </a:p>
        </p:txBody>
      </p:sp>
      <p:sp>
        <p:nvSpPr>
          <p:cNvPr id="11" name="Text Placeholder 16">
            <a:extLst>
              <a:ext uri="{FF2B5EF4-FFF2-40B4-BE49-F238E27FC236}">
                <a16:creationId xmlns:a16="http://schemas.microsoft.com/office/drawing/2014/main" id="{03CDC117-35F2-47B2-85B2-29CB8EE7E096}"/>
              </a:ext>
            </a:extLst>
          </p:cNvPr>
          <p:cNvSpPr>
            <a:spLocks noGrp="1"/>
          </p:cNvSpPr>
          <p:nvPr>
            <p:ph type="body" sz="quarter" idx="15" hasCustomPrompt="1"/>
          </p:nvPr>
        </p:nvSpPr>
        <p:spPr>
          <a:xfrm>
            <a:off x="7129748" y="4055931"/>
            <a:ext cx="3087667" cy="180000"/>
          </a:xfrm>
        </p:spPr>
        <p:txBody>
          <a:bodyPr/>
          <a:lstStyle>
            <a:lvl1pPr marL="0" indent="0">
              <a:buNone/>
              <a:defRPr sz="1199">
                <a:solidFill>
                  <a:schemeClr val="bg1"/>
                </a:solidFill>
              </a:defRPr>
            </a:lvl1pPr>
          </a:lstStyle>
          <a:p>
            <a:pPr lvl="0"/>
            <a:r>
              <a:rPr lang="en-US" dirty="0"/>
              <a:t>Job Title to go here</a:t>
            </a:r>
            <a:endParaRPr lang="en-GB" dirty="0"/>
          </a:p>
        </p:txBody>
      </p:sp>
      <p:sp>
        <p:nvSpPr>
          <p:cNvPr id="14" name="Picture Placeholder 19">
            <a:extLst>
              <a:ext uri="{FF2B5EF4-FFF2-40B4-BE49-F238E27FC236}">
                <a16:creationId xmlns:a16="http://schemas.microsoft.com/office/drawing/2014/main" id="{00A15EA9-2372-4E06-83C2-1E13AB1FA626}"/>
              </a:ext>
            </a:extLst>
          </p:cNvPr>
          <p:cNvSpPr>
            <a:spLocks noGrp="1"/>
          </p:cNvSpPr>
          <p:nvPr>
            <p:ph type="pic" sz="quarter" idx="16"/>
          </p:nvPr>
        </p:nvSpPr>
        <p:spPr>
          <a:xfrm>
            <a:off x="6119820" y="3578084"/>
            <a:ext cx="778554" cy="778959"/>
          </a:xfrm>
          <a:prstGeom prst="ellipse">
            <a:avLst/>
          </a:prstGeom>
        </p:spPr>
        <p:txBody>
          <a:bodyPr anchor="ctr"/>
          <a:lstStyle>
            <a:lvl1pPr marL="0" indent="0" algn="ctr">
              <a:buNone/>
              <a:defRPr sz="900">
                <a:solidFill>
                  <a:schemeClr val="bg1"/>
                </a:solidFill>
              </a:defRPr>
            </a:lvl1pPr>
          </a:lstStyle>
          <a:p>
            <a:endParaRPr lang="en-GB" dirty="0"/>
          </a:p>
        </p:txBody>
      </p:sp>
    </p:spTree>
    <p:extLst>
      <p:ext uri="{BB962C8B-B14F-4D97-AF65-F5344CB8AC3E}">
        <p14:creationId xmlns:p14="http://schemas.microsoft.com/office/powerpoint/2010/main" val="362620110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userDrawn="1">
  <p:cSld name="Key Message Gradient Dark 1">
    <p:bg>
      <p:bgPr>
        <a:solidFill>
          <a:schemeClr val="accent3"/>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B47B586-CFEE-4C32-8227-001B5A89C37D}"/>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6A4D9B0E-55A4-43D3-A4B6-225FAA7538EB}"/>
              </a:ext>
            </a:extLst>
          </p:cNvPr>
          <p:cNvSpPr>
            <a:spLocks noGrp="1"/>
          </p:cNvSpPr>
          <p:nvPr>
            <p:ph type="title" hasCustomPrompt="1"/>
          </p:nvPr>
        </p:nvSpPr>
        <p:spPr>
          <a:xfrm>
            <a:off x="1767840" y="2015925"/>
            <a:ext cx="8656320" cy="2826150"/>
          </a:xfrm>
        </p:spPr>
        <p:txBody>
          <a:bodyPr anchor="ctr"/>
          <a:lstStyle>
            <a:lvl1pPr algn="ctr">
              <a:defRPr sz="5400">
                <a:solidFill>
                  <a:schemeClr val="tx1"/>
                </a:solidFill>
              </a:defRPr>
            </a:lvl1pPr>
          </a:lstStyle>
          <a:p>
            <a:r>
              <a:rPr lang="en-US" dirty="0"/>
              <a:t>Place key message here</a:t>
            </a:r>
          </a:p>
        </p:txBody>
      </p:sp>
    </p:spTree>
    <p:extLst>
      <p:ext uri="{BB962C8B-B14F-4D97-AF65-F5344CB8AC3E}">
        <p14:creationId xmlns:p14="http://schemas.microsoft.com/office/powerpoint/2010/main" val="316279659"/>
      </p:ext>
    </p:extLst>
  </p:cSld>
  <p:clrMapOvr>
    <a:overrideClrMapping bg1="dk1" tx1="lt1" bg2="dk2" tx2="lt2" accent1="accent1" accent2="accent2" accent3="accent3" accent4="accent4" accent5="accent5" accent6="accent6" hlink="hlink" folHlink="folHlink"/>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Cover: gradi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746E4763-F545-C94B-51CE-F4BC514CB5E2}"/>
              </a:ext>
            </a:extLst>
          </p:cNvPr>
          <p:cNvSpPr>
            <a:spLocks noGrp="1"/>
          </p:cNvSpPr>
          <p:nvPr>
            <p:ph type="title"/>
          </p:nvPr>
        </p:nvSpPr>
        <p:spPr>
          <a:xfrm>
            <a:off x="1164969" y="3010439"/>
            <a:ext cx="6793919" cy="1329595"/>
          </a:xfrm>
          <a:prstGeom prst="rect">
            <a:avLst/>
          </a:prstGeom>
        </p:spPr>
        <p:txBody>
          <a:bodyPr anchor="b">
            <a:spAutoFit/>
          </a:bodyPr>
          <a:lstStyle>
            <a:lvl1pPr algn="l">
              <a:lnSpc>
                <a:spcPct val="90000"/>
              </a:lnSpc>
              <a:defRPr sz="4800" b="0">
                <a:solidFill>
                  <a:schemeClr val="tx1"/>
                </a:solidFill>
              </a:defRPr>
            </a:lvl1pPr>
          </a:lstStyle>
          <a:p>
            <a:r>
              <a:rPr lang="en-GB"/>
              <a:t>Click to edit Master title style</a:t>
            </a:r>
            <a:endParaRPr lang="en-US"/>
          </a:p>
        </p:txBody>
      </p:sp>
      <p:sp>
        <p:nvSpPr>
          <p:cNvPr id="16" name="Subtitle 2">
            <a:extLst>
              <a:ext uri="{FF2B5EF4-FFF2-40B4-BE49-F238E27FC236}">
                <a16:creationId xmlns:a16="http://schemas.microsoft.com/office/drawing/2014/main" id="{BC002026-094D-D1B0-BDA1-62996F241354}"/>
              </a:ext>
            </a:extLst>
          </p:cNvPr>
          <p:cNvSpPr>
            <a:spLocks noGrp="1"/>
          </p:cNvSpPr>
          <p:nvPr>
            <p:ph type="subTitle" idx="1" hasCustomPrompt="1"/>
          </p:nvPr>
        </p:nvSpPr>
        <p:spPr>
          <a:xfrm>
            <a:off x="1164969" y="4464055"/>
            <a:ext cx="6793919" cy="1092845"/>
          </a:xfrm>
          <a:prstGeom prst="rect">
            <a:avLst/>
          </a:prstGeom>
        </p:spPr>
        <p:txBody>
          <a:bodyPr/>
          <a:lstStyle>
            <a:lvl1pPr marL="0" indent="0" algn="l">
              <a:lnSpc>
                <a:spcPct val="90000"/>
              </a:lnSpc>
              <a:spcAft>
                <a:spcPts val="0"/>
              </a:spcAft>
              <a:buNone/>
              <a:defRPr sz="1800" b="0" i="0" spc="0">
                <a:solidFill>
                  <a:schemeClr val="tx1"/>
                </a:solidFill>
                <a:latin typeface="Graphik" panose="020B0503030202060203" pitchFamily="34"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pPr marL="0" lvl="0" indent="0" algn="l" defTabSz="914377" rtl="0" eaLnBrk="1" latinLnBrk="0" hangingPunct="1">
              <a:lnSpc>
                <a:spcPct val="100000"/>
              </a:lnSpc>
              <a:spcBef>
                <a:spcPts val="0"/>
              </a:spcBef>
              <a:spcAft>
                <a:spcPts val="0"/>
              </a:spcAft>
              <a:buFont typeface="Graphik" panose="020B0604020202020204" pitchFamily="34" charset="0"/>
              <a:buNone/>
            </a:pPr>
            <a:r>
              <a:rPr lang="en-GB"/>
              <a:t>Place subtitle here in </a:t>
            </a:r>
            <a:r>
              <a:rPr lang="en-GB" err="1"/>
              <a:t>Graphik</a:t>
            </a:r>
            <a:r>
              <a:rPr lang="en-GB"/>
              <a:t> regular</a:t>
            </a:r>
            <a:endParaRPr lang="en-US"/>
          </a:p>
        </p:txBody>
      </p:sp>
      <p:pic>
        <p:nvPicPr>
          <p:cNvPr id="3" name="accenture" descr="accenture logo">
            <a:extLst>
              <a:ext uri="{FF2B5EF4-FFF2-40B4-BE49-F238E27FC236}">
                <a16:creationId xmlns:a16="http://schemas.microsoft.com/office/drawing/2014/main" id="{FF7A765D-4682-9084-D606-70A59390D78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171951" y="557588"/>
            <a:ext cx="1243822" cy="328510"/>
          </a:xfrm>
          <a:prstGeom prst="rect">
            <a:avLst/>
          </a:prstGeom>
        </p:spPr>
      </p:pic>
      <p:sp>
        <p:nvSpPr>
          <p:cNvPr id="18" name="Text Placeholder 16">
            <a:extLst>
              <a:ext uri="{FF2B5EF4-FFF2-40B4-BE49-F238E27FC236}">
                <a16:creationId xmlns:a16="http://schemas.microsoft.com/office/drawing/2014/main" id="{21E81FC3-5B5A-36F1-7992-060E05D4773E}"/>
              </a:ext>
            </a:extLst>
          </p:cNvPr>
          <p:cNvSpPr>
            <a:spLocks noGrp="1"/>
          </p:cNvSpPr>
          <p:nvPr>
            <p:ph type="body" sz="quarter" idx="12" hasCustomPrompt="1"/>
          </p:nvPr>
        </p:nvSpPr>
        <p:spPr>
          <a:xfrm>
            <a:off x="1171950" y="5674232"/>
            <a:ext cx="3816000" cy="634494"/>
          </a:xfrm>
          <a:prstGeom prst="rect">
            <a:avLst/>
          </a:prstGeom>
        </p:spPr>
        <p:txBody>
          <a:bodyPr anchor="b"/>
          <a:lstStyle>
            <a:lvl1pPr marL="0" indent="0" algn="l" defTabSz="914377" rtl="0" eaLnBrk="1" latinLnBrk="0" hangingPunct="1">
              <a:spcAft>
                <a:spcPts val="0"/>
              </a:spcAft>
              <a:buNone/>
              <a:defRPr lang="en-US" sz="1200" b="0" i="0" kern="1200" dirty="0" smtClean="0">
                <a:solidFill>
                  <a:schemeClr val="tx1"/>
                </a:solidFill>
                <a:latin typeface="Graphik" panose="020B0503030202060203" pitchFamily="34" charset="77"/>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Presenter</a:t>
            </a:r>
          </a:p>
        </p:txBody>
      </p:sp>
      <p:sp>
        <p:nvSpPr>
          <p:cNvPr id="23" name="Text Placeholder 16">
            <a:extLst>
              <a:ext uri="{FF2B5EF4-FFF2-40B4-BE49-F238E27FC236}">
                <a16:creationId xmlns:a16="http://schemas.microsoft.com/office/drawing/2014/main" id="{36108AED-3E3E-1C9D-6AD6-AB28DC816233}"/>
              </a:ext>
            </a:extLst>
          </p:cNvPr>
          <p:cNvSpPr>
            <a:spLocks noGrp="1"/>
          </p:cNvSpPr>
          <p:nvPr>
            <p:ph type="body" sz="quarter" idx="15" hasCustomPrompt="1"/>
          </p:nvPr>
        </p:nvSpPr>
        <p:spPr>
          <a:xfrm>
            <a:off x="9158956" y="6124059"/>
            <a:ext cx="1832894" cy="184666"/>
          </a:xfrm>
          <a:prstGeom prst="rect">
            <a:avLst/>
          </a:prstGeom>
        </p:spPr>
        <p:txBody>
          <a:bodyPr wrap="square">
            <a:spAutoFit/>
          </a:bodyPr>
          <a:lstStyle>
            <a:lvl1pPr marL="0" indent="0" algn="r" defTabSz="914377" rtl="0" eaLnBrk="1" latinLnBrk="0" hangingPunct="1">
              <a:spcAft>
                <a:spcPts val="0"/>
              </a:spcAft>
              <a:buNone/>
              <a:defRPr lang="en-US" sz="1200" b="0" i="0" kern="1200" dirty="0">
                <a:solidFill>
                  <a:schemeClr val="tx1"/>
                </a:solidFill>
                <a:latin typeface="+mj-lt"/>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MM.DD.YYYY</a:t>
            </a:r>
          </a:p>
        </p:txBody>
      </p:sp>
    </p:spTree>
    <p:extLst>
      <p:ext uri="{BB962C8B-B14F-4D97-AF65-F5344CB8AC3E}">
        <p14:creationId xmlns:p14="http://schemas.microsoft.com/office/powerpoint/2010/main" val="44892032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620">
          <p15:clr>
            <a:srgbClr val="C35EA4"/>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Cover: light mode">
    <p:bg>
      <p:bgPr>
        <a:solidFill>
          <a:schemeClr val="tx1"/>
        </a:solid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31B3895-321B-8CAC-83C2-50F886A2CDA3}"/>
              </a:ext>
            </a:extLst>
          </p:cNvPr>
          <p:cNvSpPr>
            <a:spLocks noGrp="1"/>
          </p:cNvSpPr>
          <p:nvPr>
            <p:ph type="title"/>
          </p:nvPr>
        </p:nvSpPr>
        <p:spPr>
          <a:xfrm>
            <a:off x="1171951" y="3008948"/>
            <a:ext cx="6795392" cy="1329595"/>
          </a:xfrm>
          <a:prstGeom prst="rect">
            <a:avLst/>
          </a:prstGeom>
        </p:spPr>
        <p:txBody>
          <a:bodyPr anchor="b"/>
          <a:lstStyle>
            <a:lvl1pPr algn="l">
              <a:lnSpc>
                <a:spcPct val="90000"/>
              </a:lnSpc>
              <a:defRPr sz="4800">
                <a:solidFill>
                  <a:schemeClr val="bg1"/>
                </a:solidFill>
              </a:defRPr>
            </a:lvl1pPr>
          </a:lstStyle>
          <a:p>
            <a:r>
              <a:rPr lang="en-GB"/>
              <a:t>Click to edit Master title style</a:t>
            </a:r>
            <a:endParaRPr lang="en-US"/>
          </a:p>
        </p:txBody>
      </p:sp>
      <p:sp>
        <p:nvSpPr>
          <p:cNvPr id="9" name="Subtitle 2">
            <a:extLst>
              <a:ext uri="{FF2B5EF4-FFF2-40B4-BE49-F238E27FC236}">
                <a16:creationId xmlns:a16="http://schemas.microsoft.com/office/drawing/2014/main" id="{79424AF0-EE9F-A1A8-B5A5-CF437B9F5DBA}"/>
              </a:ext>
            </a:extLst>
          </p:cNvPr>
          <p:cNvSpPr>
            <a:spLocks noGrp="1"/>
          </p:cNvSpPr>
          <p:nvPr>
            <p:ph type="subTitle" idx="1" hasCustomPrompt="1"/>
          </p:nvPr>
        </p:nvSpPr>
        <p:spPr>
          <a:xfrm>
            <a:off x="1171951" y="4475703"/>
            <a:ext cx="6795392" cy="1092845"/>
          </a:xfrm>
          <a:prstGeom prst="rect">
            <a:avLst/>
          </a:prstGeom>
        </p:spPr>
        <p:txBody>
          <a:bodyPr/>
          <a:lstStyle>
            <a:lvl1pPr marL="0" indent="0" algn="l">
              <a:lnSpc>
                <a:spcPct val="90000"/>
              </a:lnSpc>
              <a:spcAft>
                <a:spcPts val="0"/>
              </a:spcAft>
              <a:buNone/>
              <a:defRPr sz="1800" b="0" i="0" spc="0">
                <a:solidFill>
                  <a:schemeClr val="bg1"/>
                </a:solidFill>
                <a:latin typeface="Graphik" panose="020B0503030202060203" pitchFamily="34"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pPr marL="0" lvl="0" indent="0" algn="l" defTabSz="914377" rtl="0" eaLnBrk="1" latinLnBrk="0" hangingPunct="1">
              <a:lnSpc>
                <a:spcPct val="100000"/>
              </a:lnSpc>
              <a:spcBef>
                <a:spcPts val="0"/>
              </a:spcBef>
              <a:spcAft>
                <a:spcPts val="0"/>
              </a:spcAft>
              <a:buFont typeface="Graphik" panose="020B0604020202020204" pitchFamily="34" charset="0"/>
              <a:buNone/>
            </a:pPr>
            <a:r>
              <a:rPr lang="en-GB"/>
              <a:t>Place subtitle here in </a:t>
            </a:r>
            <a:r>
              <a:rPr lang="en-GB" err="1"/>
              <a:t>Graphik</a:t>
            </a:r>
            <a:r>
              <a:rPr lang="en-GB"/>
              <a:t> regular</a:t>
            </a:r>
            <a:endParaRPr lang="en-US"/>
          </a:p>
        </p:txBody>
      </p:sp>
      <p:sp>
        <p:nvSpPr>
          <p:cNvPr id="11" name="Text Placeholder 16">
            <a:extLst>
              <a:ext uri="{FF2B5EF4-FFF2-40B4-BE49-F238E27FC236}">
                <a16:creationId xmlns:a16="http://schemas.microsoft.com/office/drawing/2014/main" id="{349A45E5-70FE-79EB-8E7A-1A2061B62B79}"/>
              </a:ext>
            </a:extLst>
          </p:cNvPr>
          <p:cNvSpPr>
            <a:spLocks noGrp="1"/>
          </p:cNvSpPr>
          <p:nvPr>
            <p:ph type="body" sz="quarter" idx="12" hasCustomPrompt="1"/>
          </p:nvPr>
        </p:nvSpPr>
        <p:spPr>
          <a:xfrm>
            <a:off x="1171950" y="5674232"/>
            <a:ext cx="3816000" cy="634494"/>
          </a:xfrm>
          <a:prstGeom prst="rect">
            <a:avLst/>
          </a:prstGeom>
        </p:spPr>
        <p:txBody>
          <a:bodyPr anchor="b"/>
          <a:lstStyle>
            <a:lvl1pPr marL="0" indent="0" algn="l" defTabSz="914377" rtl="0" eaLnBrk="1" latinLnBrk="0" hangingPunct="1">
              <a:spcAft>
                <a:spcPts val="0"/>
              </a:spcAft>
              <a:buNone/>
              <a:defRPr lang="en-US" sz="1200" b="0" i="0" kern="1200" dirty="0" smtClean="0">
                <a:solidFill>
                  <a:schemeClr val="bg1"/>
                </a:solidFill>
                <a:latin typeface="Graphik" panose="020B0503030202060203" pitchFamily="34" charset="77"/>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Presenter</a:t>
            </a:r>
          </a:p>
        </p:txBody>
      </p:sp>
      <p:sp>
        <p:nvSpPr>
          <p:cNvPr id="22" name="Text Placeholder 16">
            <a:extLst>
              <a:ext uri="{FF2B5EF4-FFF2-40B4-BE49-F238E27FC236}">
                <a16:creationId xmlns:a16="http://schemas.microsoft.com/office/drawing/2014/main" id="{57A6BE55-E9EF-68A2-0448-87EF125B2BE9}"/>
              </a:ext>
            </a:extLst>
          </p:cNvPr>
          <p:cNvSpPr>
            <a:spLocks noGrp="1"/>
          </p:cNvSpPr>
          <p:nvPr>
            <p:ph type="body" sz="quarter" idx="15" hasCustomPrompt="1"/>
          </p:nvPr>
        </p:nvSpPr>
        <p:spPr>
          <a:xfrm>
            <a:off x="9158956" y="6124059"/>
            <a:ext cx="1832894" cy="184666"/>
          </a:xfrm>
          <a:prstGeom prst="rect">
            <a:avLst/>
          </a:prstGeom>
        </p:spPr>
        <p:txBody>
          <a:bodyPr wrap="square" anchor="b">
            <a:spAutoFit/>
          </a:bodyPr>
          <a:lstStyle>
            <a:lvl1pPr marL="0" indent="0" algn="r" defTabSz="914377" rtl="0" eaLnBrk="1" latinLnBrk="0" hangingPunct="1">
              <a:spcAft>
                <a:spcPts val="0"/>
              </a:spcAft>
              <a:buNone/>
              <a:defRPr lang="en-US" sz="1200" b="0" i="0" kern="1200" dirty="0">
                <a:solidFill>
                  <a:schemeClr val="bg1"/>
                </a:solidFill>
                <a:latin typeface="+mj-lt"/>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MM.DD.YYYY</a:t>
            </a:r>
          </a:p>
        </p:txBody>
      </p:sp>
      <p:pic>
        <p:nvPicPr>
          <p:cNvPr id="2" name="accenture" descr="accenture logo">
            <a:extLst>
              <a:ext uri="{FF2B5EF4-FFF2-40B4-BE49-F238E27FC236}">
                <a16:creationId xmlns:a16="http://schemas.microsoft.com/office/drawing/2014/main" id="{B93529DF-12F1-3D03-117A-86D7C5AD9A1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71951" y="557588"/>
            <a:ext cx="1247506" cy="328510"/>
          </a:xfrm>
          <a:prstGeom prst="rect">
            <a:avLst/>
          </a:prstGeom>
        </p:spPr>
      </p:pic>
    </p:spTree>
    <p:extLst>
      <p:ext uri="{BB962C8B-B14F-4D97-AF65-F5344CB8AC3E}">
        <p14:creationId xmlns:p14="http://schemas.microsoft.com/office/powerpoint/2010/main" val="269001721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620">
          <p15:clr>
            <a:srgbClr val="C35EA4"/>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Cover: Song">
    <p:bg>
      <p:bgPr>
        <a:solidFill>
          <a:schemeClr val="tx1">
            <a:lumMod val="65000"/>
          </a:schemeClr>
        </a:solidFill>
        <a:effectLst/>
      </p:bgPr>
    </p:bg>
    <p:spTree>
      <p:nvGrpSpPr>
        <p:cNvPr id="1" name=""/>
        <p:cNvGrpSpPr/>
        <p:nvPr/>
      </p:nvGrpSpPr>
      <p:grpSpPr>
        <a:xfrm>
          <a:off x="0" y="0"/>
          <a:ext cx="0" cy="0"/>
          <a:chOff x="0" y="0"/>
          <a:chExt cx="0" cy="0"/>
        </a:xfrm>
      </p:grpSpPr>
      <p:pic>
        <p:nvPicPr>
          <p:cNvPr id="2" name="Picture 6">
            <a:extLst>
              <a:ext uri="{FF2B5EF4-FFF2-40B4-BE49-F238E27FC236}">
                <a16:creationId xmlns:a16="http://schemas.microsoft.com/office/drawing/2014/main" id="{2F82E940-E7B0-A119-28B0-041715DCEAF2}"/>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bwMode="invGray">
          <a:xfrm rot="5400000">
            <a:off x="2667739" y="-2666263"/>
            <a:ext cx="6857999" cy="12190525"/>
          </a:xfrm>
          <a:prstGeom prst="rect">
            <a:avLst/>
          </a:prstGeom>
        </p:spPr>
      </p:pic>
      <p:sp>
        <p:nvSpPr>
          <p:cNvPr id="3" name="Title 1">
            <a:extLst>
              <a:ext uri="{FF2B5EF4-FFF2-40B4-BE49-F238E27FC236}">
                <a16:creationId xmlns:a16="http://schemas.microsoft.com/office/drawing/2014/main" id="{2878D30E-951E-72C4-5535-66637753BE55}"/>
              </a:ext>
            </a:extLst>
          </p:cNvPr>
          <p:cNvSpPr>
            <a:spLocks noGrp="1"/>
          </p:cNvSpPr>
          <p:nvPr>
            <p:ph type="title"/>
          </p:nvPr>
        </p:nvSpPr>
        <p:spPr>
          <a:xfrm>
            <a:off x="1164970" y="2952671"/>
            <a:ext cx="8931530" cy="664797"/>
          </a:xfrm>
          <a:prstGeom prst="rect">
            <a:avLst/>
          </a:prstGeom>
        </p:spPr>
        <p:txBody>
          <a:bodyPr wrap="square" anchor="b">
            <a:spAutoFit/>
          </a:bodyPr>
          <a:lstStyle>
            <a:lvl1pPr algn="l">
              <a:lnSpc>
                <a:spcPct val="90000"/>
              </a:lnSpc>
              <a:defRPr sz="4800">
                <a:solidFill>
                  <a:schemeClr val="tx1"/>
                </a:solidFill>
              </a:defRPr>
            </a:lvl1pPr>
          </a:lstStyle>
          <a:p>
            <a:r>
              <a:rPr lang="en-GB"/>
              <a:t>Click to edit Master title style</a:t>
            </a:r>
            <a:endParaRPr lang="en-US"/>
          </a:p>
        </p:txBody>
      </p:sp>
      <p:sp>
        <p:nvSpPr>
          <p:cNvPr id="4" name="Subtitle 2">
            <a:extLst>
              <a:ext uri="{FF2B5EF4-FFF2-40B4-BE49-F238E27FC236}">
                <a16:creationId xmlns:a16="http://schemas.microsoft.com/office/drawing/2014/main" id="{5775FD5F-4D58-7741-C57A-08997F3E1DD6}"/>
              </a:ext>
            </a:extLst>
          </p:cNvPr>
          <p:cNvSpPr>
            <a:spLocks noGrp="1"/>
          </p:cNvSpPr>
          <p:nvPr>
            <p:ph type="subTitle" idx="1" hasCustomPrompt="1"/>
          </p:nvPr>
        </p:nvSpPr>
        <p:spPr>
          <a:xfrm>
            <a:off x="1164970" y="3741489"/>
            <a:ext cx="8931530" cy="1092845"/>
          </a:xfrm>
          <a:prstGeom prst="rect">
            <a:avLst/>
          </a:prstGeom>
        </p:spPr>
        <p:txBody>
          <a:bodyPr/>
          <a:lstStyle>
            <a:lvl1pPr marL="0" indent="0" algn="l">
              <a:lnSpc>
                <a:spcPct val="90000"/>
              </a:lnSpc>
              <a:spcAft>
                <a:spcPts val="0"/>
              </a:spcAft>
              <a:buNone/>
              <a:defRPr sz="1800" b="0" i="0" spc="0">
                <a:solidFill>
                  <a:schemeClr val="tx1"/>
                </a:solidFill>
                <a:latin typeface="Graphik" panose="020B0503030202060203" pitchFamily="34"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pPr marL="0" lvl="0" indent="0" algn="l" defTabSz="914377" rtl="0" eaLnBrk="1" latinLnBrk="0" hangingPunct="1">
              <a:lnSpc>
                <a:spcPct val="100000"/>
              </a:lnSpc>
              <a:spcBef>
                <a:spcPts val="0"/>
              </a:spcBef>
              <a:spcAft>
                <a:spcPts val="0"/>
              </a:spcAft>
              <a:buFont typeface="Graphik" panose="020B0604020202020204" pitchFamily="34" charset="0"/>
              <a:buNone/>
            </a:pPr>
            <a:r>
              <a:rPr lang="en-GB"/>
              <a:t>Place subtitle here in </a:t>
            </a:r>
            <a:r>
              <a:rPr lang="en-GB" err="1"/>
              <a:t>Graphik</a:t>
            </a:r>
            <a:r>
              <a:rPr lang="en-GB"/>
              <a:t> regular</a:t>
            </a:r>
            <a:endParaRPr lang="en-US"/>
          </a:p>
        </p:txBody>
      </p:sp>
      <p:sp>
        <p:nvSpPr>
          <p:cNvPr id="6" name="Text Placeholder 16">
            <a:extLst>
              <a:ext uri="{FF2B5EF4-FFF2-40B4-BE49-F238E27FC236}">
                <a16:creationId xmlns:a16="http://schemas.microsoft.com/office/drawing/2014/main" id="{EA105FD1-CA09-BDBB-C408-AB40400DB336}"/>
              </a:ext>
            </a:extLst>
          </p:cNvPr>
          <p:cNvSpPr>
            <a:spLocks noGrp="1"/>
          </p:cNvSpPr>
          <p:nvPr>
            <p:ph type="body" sz="quarter" idx="15" hasCustomPrompt="1"/>
          </p:nvPr>
        </p:nvSpPr>
        <p:spPr>
          <a:xfrm>
            <a:off x="1171950" y="5176580"/>
            <a:ext cx="3655291" cy="184666"/>
          </a:xfrm>
          <a:prstGeom prst="rect">
            <a:avLst/>
          </a:prstGeom>
        </p:spPr>
        <p:txBody>
          <a:bodyPr wrap="square">
            <a:spAutoFit/>
          </a:bodyPr>
          <a:lstStyle>
            <a:lvl1pPr marL="0" indent="0" algn="l" defTabSz="914377" rtl="0" eaLnBrk="1" latinLnBrk="0" hangingPunct="1">
              <a:spcAft>
                <a:spcPts val="0"/>
              </a:spcAft>
              <a:buNone/>
              <a:defRPr lang="en-US" sz="1200" b="0" i="0" kern="1200" dirty="0">
                <a:solidFill>
                  <a:schemeClr val="tx1"/>
                </a:solidFill>
                <a:latin typeface="+mj-lt"/>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MM.DD.YYYY</a:t>
            </a:r>
          </a:p>
        </p:txBody>
      </p:sp>
      <p:sp>
        <p:nvSpPr>
          <p:cNvPr id="5" name="Text Placeholder 16">
            <a:extLst>
              <a:ext uri="{FF2B5EF4-FFF2-40B4-BE49-F238E27FC236}">
                <a16:creationId xmlns:a16="http://schemas.microsoft.com/office/drawing/2014/main" id="{D266AB3E-F8D9-4648-CDC8-BDA8246735A6}"/>
              </a:ext>
            </a:extLst>
          </p:cNvPr>
          <p:cNvSpPr>
            <a:spLocks noGrp="1"/>
          </p:cNvSpPr>
          <p:nvPr>
            <p:ph type="body" sz="quarter" idx="12" hasCustomPrompt="1"/>
          </p:nvPr>
        </p:nvSpPr>
        <p:spPr>
          <a:xfrm>
            <a:off x="1171950" y="5401494"/>
            <a:ext cx="3655291" cy="184666"/>
          </a:xfrm>
          <a:prstGeom prst="rect">
            <a:avLst/>
          </a:prstGeom>
        </p:spPr>
        <p:txBody>
          <a:bodyPr anchor="b"/>
          <a:lstStyle>
            <a:lvl1pPr marL="0" indent="0" algn="l" defTabSz="914377" rtl="0" eaLnBrk="1" latinLnBrk="0" hangingPunct="1">
              <a:spcAft>
                <a:spcPts val="0"/>
              </a:spcAft>
              <a:buNone/>
              <a:defRPr lang="en-US" sz="1200" b="0" i="0" kern="1200" dirty="0" smtClean="0">
                <a:solidFill>
                  <a:schemeClr val="tx1"/>
                </a:solidFill>
                <a:latin typeface="Graphik" panose="020B0503030202060203" pitchFamily="34" charset="77"/>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Presenter</a:t>
            </a:r>
          </a:p>
        </p:txBody>
      </p:sp>
      <p:pic>
        <p:nvPicPr>
          <p:cNvPr id="8" name="Picture 7">
            <a:extLst>
              <a:ext uri="{FF2B5EF4-FFF2-40B4-BE49-F238E27FC236}">
                <a16:creationId xmlns:a16="http://schemas.microsoft.com/office/drawing/2014/main" id="{BAE43744-0C39-A052-7487-659CA9C80BAB}"/>
              </a:ext>
            </a:extLst>
          </p:cNvPr>
          <p:cNvPicPr>
            <a:picLocks noChangeAspect="1"/>
          </p:cNvPicPr>
          <p:nvPr userDrawn="1"/>
        </p:nvPicPr>
        <p:blipFill>
          <a:blip r:embed="rId3"/>
          <a:stretch>
            <a:fillRect/>
          </a:stretch>
        </p:blipFill>
        <p:spPr>
          <a:xfrm>
            <a:off x="1163638" y="6170081"/>
            <a:ext cx="1514051" cy="180050"/>
          </a:xfrm>
          <a:prstGeom prst="rect">
            <a:avLst/>
          </a:prstGeom>
        </p:spPr>
      </p:pic>
      <p:pic>
        <p:nvPicPr>
          <p:cNvPr id="7" name="accenture" descr="accenture logo">
            <a:extLst>
              <a:ext uri="{FF2B5EF4-FFF2-40B4-BE49-F238E27FC236}">
                <a16:creationId xmlns:a16="http://schemas.microsoft.com/office/drawing/2014/main" id="{145CAD81-7743-A093-B6F5-E98233328E56}"/>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1171951" y="557588"/>
            <a:ext cx="1243822" cy="328510"/>
          </a:xfrm>
          <a:prstGeom prst="rect">
            <a:avLst/>
          </a:prstGeom>
        </p:spPr>
      </p:pic>
    </p:spTree>
    <p:extLst>
      <p:ext uri="{BB962C8B-B14F-4D97-AF65-F5344CB8AC3E}">
        <p14:creationId xmlns:p14="http://schemas.microsoft.com/office/powerpoint/2010/main" val="134886994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620">
          <p15:clr>
            <a:srgbClr val="C35EA4"/>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Client &amp; acquisition cover: light mode">
    <p:bg>
      <p:bgPr>
        <a:solidFill>
          <a:schemeClr val="tx1"/>
        </a:solidFill>
        <a:effectLst/>
      </p:bgPr>
    </p:bg>
    <p:spTree>
      <p:nvGrpSpPr>
        <p:cNvPr id="1" name=""/>
        <p:cNvGrpSpPr/>
        <p:nvPr/>
      </p:nvGrpSpPr>
      <p:grpSpPr>
        <a:xfrm>
          <a:off x="0" y="0"/>
          <a:ext cx="0" cy="0"/>
          <a:chOff x="0" y="0"/>
          <a:chExt cx="0" cy="0"/>
        </a:xfrm>
      </p:grpSpPr>
      <p:sp>
        <p:nvSpPr>
          <p:cNvPr id="3" name="Picture Placeholder 11" descr="Image placeholder for client logo">
            <a:extLst>
              <a:ext uri="{FF2B5EF4-FFF2-40B4-BE49-F238E27FC236}">
                <a16:creationId xmlns:a16="http://schemas.microsoft.com/office/drawing/2014/main" id="{C5FB3CF4-DD64-BD63-23C6-97F8FC097FD4}"/>
              </a:ext>
            </a:extLst>
          </p:cNvPr>
          <p:cNvSpPr>
            <a:spLocks noGrp="1"/>
          </p:cNvSpPr>
          <p:nvPr>
            <p:ph type="pic" sz="quarter" idx="13" hasCustomPrompt="1"/>
          </p:nvPr>
        </p:nvSpPr>
        <p:spPr>
          <a:xfrm>
            <a:off x="1143003" y="821769"/>
            <a:ext cx="1884233" cy="985085"/>
          </a:xfrm>
          <a:prstGeom prst="rect">
            <a:avLst/>
          </a:prstGeom>
        </p:spPr>
        <p:txBody>
          <a:bodyPr anchor="ctr"/>
          <a:lstStyle>
            <a:lvl1pPr algn="ctr">
              <a:buFont typeface="Graphik" panose="020B0604020202020204" pitchFamily="34" charset="0"/>
              <a:buNone/>
              <a:defRPr sz="1400" b="0" i="0">
                <a:solidFill>
                  <a:sysClr val="windowText" lastClr="000000"/>
                </a:solidFill>
                <a:latin typeface="Graphik" panose="020B0503030202060203" pitchFamily="34" charset="77"/>
              </a:defRPr>
            </a:lvl1pPr>
          </a:lstStyle>
          <a:p>
            <a:r>
              <a:rPr lang="en-GB"/>
              <a:t>Add client logo</a:t>
            </a:r>
            <a:endParaRPr lang="en-US"/>
          </a:p>
        </p:txBody>
      </p:sp>
      <p:sp>
        <p:nvSpPr>
          <p:cNvPr id="11" name="Title 1">
            <a:extLst>
              <a:ext uri="{FF2B5EF4-FFF2-40B4-BE49-F238E27FC236}">
                <a16:creationId xmlns:a16="http://schemas.microsoft.com/office/drawing/2014/main" id="{441759CF-E2D4-0A80-7950-4AF5952D5985}"/>
              </a:ext>
            </a:extLst>
          </p:cNvPr>
          <p:cNvSpPr>
            <a:spLocks noGrp="1"/>
          </p:cNvSpPr>
          <p:nvPr>
            <p:ph type="ctrTitle"/>
          </p:nvPr>
        </p:nvSpPr>
        <p:spPr bwMode="white">
          <a:xfrm>
            <a:off x="1182796" y="3524589"/>
            <a:ext cx="8813534" cy="664797"/>
          </a:xfrm>
          <a:prstGeom prst="rect">
            <a:avLst/>
          </a:prstGeom>
        </p:spPr>
        <p:txBody>
          <a:bodyPr anchor="b"/>
          <a:lstStyle>
            <a:lvl1pPr algn="l">
              <a:lnSpc>
                <a:spcPct val="90000"/>
              </a:lnSpc>
              <a:defRPr sz="4800">
                <a:solidFill>
                  <a:schemeClr val="bg1"/>
                </a:solidFill>
              </a:defRPr>
            </a:lvl1pPr>
          </a:lstStyle>
          <a:p>
            <a:r>
              <a:rPr lang="en-GB"/>
              <a:t>Click to edit Master title style</a:t>
            </a:r>
            <a:endParaRPr lang="en-US"/>
          </a:p>
        </p:txBody>
      </p:sp>
      <p:sp>
        <p:nvSpPr>
          <p:cNvPr id="10" name="Subtitle 2">
            <a:extLst>
              <a:ext uri="{FF2B5EF4-FFF2-40B4-BE49-F238E27FC236}">
                <a16:creationId xmlns:a16="http://schemas.microsoft.com/office/drawing/2014/main" id="{71313E0C-79AC-2382-CFF0-C1879E03CA7D}"/>
              </a:ext>
            </a:extLst>
          </p:cNvPr>
          <p:cNvSpPr>
            <a:spLocks noGrp="1"/>
          </p:cNvSpPr>
          <p:nvPr>
            <p:ph type="subTitle" idx="1" hasCustomPrompt="1"/>
          </p:nvPr>
        </p:nvSpPr>
        <p:spPr bwMode="white">
          <a:xfrm>
            <a:off x="1182796" y="4302038"/>
            <a:ext cx="5715000" cy="1092845"/>
          </a:xfrm>
          <a:prstGeom prst="rect">
            <a:avLst/>
          </a:prstGeom>
        </p:spPr>
        <p:txBody>
          <a:bodyPr/>
          <a:lstStyle>
            <a:lvl1pPr marL="0" indent="0" algn="l">
              <a:lnSpc>
                <a:spcPct val="90000"/>
              </a:lnSpc>
              <a:spcAft>
                <a:spcPts val="0"/>
              </a:spcAft>
              <a:buNone/>
              <a:defRPr sz="1800" b="0" i="0" spc="0">
                <a:solidFill>
                  <a:schemeClr val="bg1"/>
                </a:solidFill>
                <a:latin typeface="Graphik" panose="020B0503030202060203" pitchFamily="34"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pPr marL="0" lvl="0" indent="0" algn="l" defTabSz="914377" rtl="0" eaLnBrk="1" latinLnBrk="0" hangingPunct="1">
              <a:lnSpc>
                <a:spcPct val="100000"/>
              </a:lnSpc>
              <a:spcBef>
                <a:spcPts val="0"/>
              </a:spcBef>
              <a:spcAft>
                <a:spcPts val="0"/>
              </a:spcAft>
              <a:buFont typeface="Graphik" panose="020B0604020202020204" pitchFamily="34" charset="0"/>
              <a:buNone/>
            </a:pPr>
            <a:r>
              <a:rPr lang="en-GB"/>
              <a:t>Place subtitle here in </a:t>
            </a:r>
            <a:r>
              <a:rPr lang="en-GB" err="1"/>
              <a:t>Graphik</a:t>
            </a:r>
            <a:r>
              <a:rPr lang="en-GB"/>
              <a:t> regular</a:t>
            </a:r>
            <a:endParaRPr lang="en-US"/>
          </a:p>
        </p:txBody>
      </p:sp>
      <p:sp>
        <p:nvSpPr>
          <p:cNvPr id="9" name="Text Placeholder 16">
            <a:extLst>
              <a:ext uri="{FF2B5EF4-FFF2-40B4-BE49-F238E27FC236}">
                <a16:creationId xmlns:a16="http://schemas.microsoft.com/office/drawing/2014/main" id="{EF8263C3-A1F7-3492-0FC4-3EB7054D3058}"/>
              </a:ext>
            </a:extLst>
          </p:cNvPr>
          <p:cNvSpPr>
            <a:spLocks noGrp="1"/>
          </p:cNvSpPr>
          <p:nvPr>
            <p:ph type="body" sz="quarter" idx="16" hasCustomPrompt="1"/>
          </p:nvPr>
        </p:nvSpPr>
        <p:spPr>
          <a:xfrm>
            <a:off x="1178689" y="5495715"/>
            <a:ext cx="2825654" cy="184666"/>
          </a:xfrm>
          <a:prstGeom prst="rect">
            <a:avLst/>
          </a:prstGeom>
        </p:spPr>
        <p:txBody>
          <a:bodyPr wrap="square">
            <a:spAutoFit/>
          </a:bodyPr>
          <a:lstStyle>
            <a:lvl1pPr marL="0" indent="0" algn="l" defTabSz="914377" rtl="0" eaLnBrk="1" latinLnBrk="0" hangingPunct="1">
              <a:spcAft>
                <a:spcPts val="0"/>
              </a:spcAft>
              <a:buNone/>
              <a:defRPr lang="en-US" sz="1200" b="0" i="0" kern="1200" dirty="0">
                <a:solidFill>
                  <a:schemeClr val="bg1"/>
                </a:solidFill>
                <a:latin typeface="+mj-lt"/>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MM.DD.YYYY</a:t>
            </a:r>
          </a:p>
        </p:txBody>
      </p:sp>
      <p:sp>
        <p:nvSpPr>
          <p:cNvPr id="6" name="Text Placeholder 16">
            <a:extLst>
              <a:ext uri="{FF2B5EF4-FFF2-40B4-BE49-F238E27FC236}">
                <a16:creationId xmlns:a16="http://schemas.microsoft.com/office/drawing/2014/main" id="{36794D19-B699-311B-25DD-C0D60FC7889B}"/>
              </a:ext>
            </a:extLst>
          </p:cNvPr>
          <p:cNvSpPr>
            <a:spLocks noGrp="1"/>
          </p:cNvSpPr>
          <p:nvPr>
            <p:ph type="body" sz="quarter" idx="12" hasCustomPrompt="1"/>
          </p:nvPr>
        </p:nvSpPr>
        <p:spPr bwMode="white">
          <a:xfrm>
            <a:off x="1182796" y="5781214"/>
            <a:ext cx="5714999" cy="530687"/>
          </a:xfrm>
          <a:prstGeom prst="rect">
            <a:avLst/>
          </a:prstGeom>
        </p:spPr>
        <p:txBody>
          <a:bodyPr/>
          <a:lstStyle>
            <a:lvl1pPr marL="0" indent="0" algn="l" defTabSz="914377" rtl="0" eaLnBrk="1" latinLnBrk="0" hangingPunct="1">
              <a:spcAft>
                <a:spcPts val="0"/>
              </a:spcAft>
              <a:buNone/>
              <a:defRPr lang="en-US" sz="1200" b="0" i="0" kern="1200" dirty="0" smtClean="0">
                <a:solidFill>
                  <a:schemeClr val="bg1"/>
                </a:solidFill>
                <a:latin typeface="Graphik" panose="020B0503030202060203" pitchFamily="34" charset="77"/>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Presenter</a:t>
            </a:r>
          </a:p>
        </p:txBody>
      </p:sp>
      <p:pic>
        <p:nvPicPr>
          <p:cNvPr id="7" name="accenture" descr="accenture logo">
            <a:extLst>
              <a:ext uri="{FF2B5EF4-FFF2-40B4-BE49-F238E27FC236}">
                <a16:creationId xmlns:a16="http://schemas.microsoft.com/office/drawing/2014/main" id="{B644DD64-75F6-CAA6-3062-5DD0649C1338}"/>
              </a:ext>
            </a:extLst>
          </p:cNvPr>
          <p:cNvPicPr>
            <a:picLocks/>
          </p:cNvPicPr>
          <p:nvPr userDrawn="1"/>
        </p:nvPicPr>
        <p:blipFill>
          <a:blip>
            <a:extLst>
              <a:ext uri="{96DAC541-7B7A-43D3-8B79-37D633B846F1}">
                <asvg:svgBlip xmlns:asvg="http://schemas.microsoft.com/office/drawing/2016/SVG/main" r:embed="rId2"/>
              </a:ext>
            </a:extLst>
          </a:blip>
          <a:stretch>
            <a:fillRect/>
          </a:stretch>
        </p:blipFill>
        <p:spPr>
          <a:xfrm>
            <a:off x="9936000" y="6022800"/>
            <a:ext cx="1044000" cy="273836"/>
          </a:xfrm>
          <a:prstGeom prst="rect">
            <a:avLst/>
          </a:prstGeom>
        </p:spPr>
      </p:pic>
    </p:spTree>
    <p:extLst>
      <p:ext uri="{BB962C8B-B14F-4D97-AF65-F5344CB8AC3E}">
        <p14:creationId xmlns:p14="http://schemas.microsoft.com/office/powerpoint/2010/main" val="3340097476"/>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Client &amp; acquisition cover: gradient">
    <p:bg>
      <p:bgPr>
        <a:solidFill>
          <a:schemeClr val="tx1"/>
        </a:solidFill>
        <a:effectLst/>
      </p:bgPr>
    </p:bg>
    <p:spTree>
      <p:nvGrpSpPr>
        <p:cNvPr id="1" name=""/>
        <p:cNvGrpSpPr/>
        <p:nvPr/>
      </p:nvGrpSpPr>
      <p:grpSpPr>
        <a:xfrm>
          <a:off x="0" y="0"/>
          <a:ext cx="0" cy="0"/>
          <a:chOff x="0" y="0"/>
          <a:chExt cx="0" cy="0"/>
        </a:xfrm>
      </p:grpSpPr>
      <p:pic>
        <p:nvPicPr>
          <p:cNvPr id="4" name="gradient">
            <a:extLst>
              <a:ext uri="{FF2B5EF4-FFF2-40B4-BE49-F238E27FC236}">
                <a16:creationId xmlns:a16="http://schemas.microsoft.com/office/drawing/2014/main" id="{50E1CD4C-93E5-0BD5-6237-D39D310F8CC8}"/>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bwMode="invGray">
          <a:xfrm rot="5400000">
            <a:off x="2667738" y="-2666262"/>
            <a:ext cx="6857999" cy="12190525"/>
          </a:xfrm>
          <a:prstGeom prst="rect">
            <a:avLst/>
          </a:prstGeom>
        </p:spPr>
      </p:pic>
      <p:sp>
        <p:nvSpPr>
          <p:cNvPr id="11" name="Title 1">
            <a:extLst>
              <a:ext uri="{FF2B5EF4-FFF2-40B4-BE49-F238E27FC236}">
                <a16:creationId xmlns:a16="http://schemas.microsoft.com/office/drawing/2014/main" id="{441759CF-E2D4-0A80-7950-4AF5952D5985}"/>
              </a:ext>
            </a:extLst>
          </p:cNvPr>
          <p:cNvSpPr>
            <a:spLocks noGrp="1"/>
          </p:cNvSpPr>
          <p:nvPr>
            <p:ph type="ctrTitle"/>
          </p:nvPr>
        </p:nvSpPr>
        <p:spPr bwMode="white">
          <a:xfrm>
            <a:off x="1182796" y="2425701"/>
            <a:ext cx="8813534" cy="1763686"/>
          </a:xfrm>
          <a:prstGeom prst="rect">
            <a:avLst/>
          </a:prstGeom>
        </p:spPr>
        <p:txBody>
          <a:bodyPr anchor="b"/>
          <a:lstStyle>
            <a:lvl1pPr algn="l">
              <a:lnSpc>
                <a:spcPct val="90000"/>
              </a:lnSpc>
              <a:defRPr sz="4800">
                <a:solidFill>
                  <a:schemeClr val="tx1"/>
                </a:solidFill>
              </a:defRPr>
            </a:lvl1pPr>
          </a:lstStyle>
          <a:p>
            <a:r>
              <a:rPr lang="en-GB"/>
              <a:t>Click to edit Master title style</a:t>
            </a:r>
            <a:endParaRPr lang="en-US"/>
          </a:p>
        </p:txBody>
      </p:sp>
      <p:sp>
        <p:nvSpPr>
          <p:cNvPr id="10" name="Subtitle 2">
            <a:extLst>
              <a:ext uri="{FF2B5EF4-FFF2-40B4-BE49-F238E27FC236}">
                <a16:creationId xmlns:a16="http://schemas.microsoft.com/office/drawing/2014/main" id="{71313E0C-79AC-2382-CFF0-C1879E03CA7D}"/>
              </a:ext>
            </a:extLst>
          </p:cNvPr>
          <p:cNvSpPr>
            <a:spLocks noGrp="1"/>
          </p:cNvSpPr>
          <p:nvPr>
            <p:ph type="subTitle" idx="1" hasCustomPrompt="1"/>
          </p:nvPr>
        </p:nvSpPr>
        <p:spPr bwMode="white">
          <a:xfrm>
            <a:off x="1182796" y="4302038"/>
            <a:ext cx="5715000" cy="1092845"/>
          </a:xfrm>
          <a:prstGeom prst="rect">
            <a:avLst/>
          </a:prstGeom>
        </p:spPr>
        <p:txBody>
          <a:bodyPr/>
          <a:lstStyle>
            <a:lvl1pPr marL="0" indent="0" algn="l">
              <a:lnSpc>
                <a:spcPct val="90000"/>
              </a:lnSpc>
              <a:spcAft>
                <a:spcPts val="0"/>
              </a:spcAft>
              <a:buNone/>
              <a:defRPr sz="1800" b="0" i="0" spc="0">
                <a:solidFill>
                  <a:schemeClr val="tx1"/>
                </a:solidFill>
                <a:latin typeface="Graphik" panose="020B0503030202060203" pitchFamily="34"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pPr marL="0" lvl="0" indent="0" algn="l" defTabSz="914377" rtl="0" eaLnBrk="1" latinLnBrk="0" hangingPunct="1">
              <a:lnSpc>
                <a:spcPct val="100000"/>
              </a:lnSpc>
              <a:spcBef>
                <a:spcPts val="0"/>
              </a:spcBef>
              <a:spcAft>
                <a:spcPts val="0"/>
              </a:spcAft>
              <a:buFont typeface="Graphik" panose="020B0604020202020204" pitchFamily="34" charset="0"/>
              <a:buNone/>
            </a:pPr>
            <a:r>
              <a:rPr lang="en-GB"/>
              <a:t>Place subtitle here in </a:t>
            </a:r>
            <a:r>
              <a:rPr lang="en-GB" err="1"/>
              <a:t>Graphik</a:t>
            </a:r>
            <a:r>
              <a:rPr lang="en-GB"/>
              <a:t> regular</a:t>
            </a:r>
            <a:endParaRPr lang="en-US"/>
          </a:p>
        </p:txBody>
      </p:sp>
      <p:sp>
        <p:nvSpPr>
          <p:cNvPr id="3" name="Picture Placeholder 11" descr="Image placeholder for client logo">
            <a:extLst>
              <a:ext uri="{FF2B5EF4-FFF2-40B4-BE49-F238E27FC236}">
                <a16:creationId xmlns:a16="http://schemas.microsoft.com/office/drawing/2014/main" id="{C5FB3CF4-DD64-BD63-23C6-97F8FC097FD4}"/>
              </a:ext>
            </a:extLst>
          </p:cNvPr>
          <p:cNvSpPr>
            <a:spLocks noGrp="1"/>
          </p:cNvSpPr>
          <p:nvPr>
            <p:ph type="pic" sz="quarter" idx="13" hasCustomPrompt="1"/>
          </p:nvPr>
        </p:nvSpPr>
        <p:spPr>
          <a:xfrm>
            <a:off x="1143003" y="821769"/>
            <a:ext cx="1884233" cy="985085"/>
          </a:xfrm>
          <a:prstGeom prst="rect">
            <a:avLst/>
          </a:prstGeom>
        </p:spPr>
        <p:txBody>
          <a:bodyPr anchor="ctr"/>
          <a:lstStyle>
            <a:lvl1pPr algn="ctr">
              <a:buFont typeface="Graphik" panose="020B0604020202020204" pitchFamily="34" charset="0"/>
              <a:buNone/>
              <a:defRPr sz="1400" b="0" i="0">
                <a:solidFill>
                  <a:schemeClr val="tx1"/>
                </a:solidFill>
                <a:latin typeface="Graphik" panose="020B0503030202060203" pitchFamily="34" charset="77"/>
              </a:defRPr>
            </a:lvl1pPr>
          </a:lstStyle>
          <a:p>
            <a:r>
              <a:rPr lang="en-GB"/>
              <a:t>Add client logo</a:t>
            </a:r>
            <a:endParaRPr lang="en-US"/>
          </a:p>
        </p:txBody>
      </p:sp>
      <p:sp>
        <p:nvSpPr>
          <p:cNvPr id="9" name="Text Placeholder 1">
            <a:extLst>
              <a:ext uri="{FF2B5EF4-FFF2-40B4-BE49-F238E27FC236}">
                <a16:creationId xmlns:a16="http://schemas.microsoft.com/office/drawing/2014/main" id="{EF8263C3-A1F7-3492-0FC4-3EB7054D3058}"/>
              </a:ext>
            </a:extLst>
          </p:cNvPr>
          <p:cNvSpPr>
            <a:spLocks noGrp="1"/>
          </p:cNvSpPr>
          <p:nvPr>
            <p:ph type="body" sz="quarter" idx="16" hasCustomPrompt="1"/>
          </p:nvPr>
        </p:nvSpPr>
        <p:spPr>
          <a:xfrm>
            <a:off x="1178689" y="5495715"/>
            <a:ext cx="2825654" cy="184666"/>
          </a:xfrm>
          <a:prstGeom prst="rect">
            <a:avLst/>
          </a:prstGeom>
        </p:spPr>
        <p:txBody>
          <a:bodyPr wrap="square">
            <a:spAutoFit/>
          </a:bodyPr>
          <a:lstStyle>
            <a:lvl1pPr marL="0" indent="0" algn="l" defTabSz="914377" rtl="0" eaLnBrk="1" latinLnBrk="0" hangingPunct="1">
              <a:spcAft>
                <a:spcPts val="0"/>
              </a:spcAft>
              <a:buNone/>
              <a:defRPr lang="en-US" sz="1200" b="0" i="0" kern="1200" dirty="0">
                <a:solidFill>
                  <a:schemeClr val="tx1"/>
                </a:solidFill>
                <a:latin typeface="+mj-lt"/>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MM.DD.YYYY</a:t>
            </a:r>
          </a:p>
        </p:txBody>
      </p:sp>
      <p:sp>
        <p:nvSpPr>
          <p:cNvPr id="6" name="Text Placeholder 2">
            <a:extLst>
              <a:ext uri="{FF2B5EF4-FFF2-40B4-BE49-F238E27FC236}">
                <a16:creationId xmlns:a16="http://schemas.microsoft.com/office/drawing/2014/main" id="{36794D19-B699-311B-25DD-C0D60FC7889B}"/>
              </a:ext>
            </a:extLst>
          </p:cNvPr>
          <p:cNvSpPr>
            <a:spLocks noGrp="1"/>
          </p:cNvSpPr>
          <p:nvPr>
            <p:ph type="body" sz="quarter" idx="12" hasCustomPrompt="1"/>
          </p:nvPr>
        </p:nvSpPr>
        <p:spPr bwMode="white">
          <a:xfrm>
            <a:off x="1182796" y="5781214"/>
            <a:ext cx="5714999" cy="530687"/>
          </a:xfrm>
          <a:prstGeom prst="rect">
            <a:avLst/>
          </a:prstGeom>
        </p:spPr>
        <p:txBody>
          <a:bodyPr/>
          <a:lstStyle>
            <a:lvl1pPr marL="0" indent="0" algn="l" defTabSz="914377" rtl="0" eaLnBrk="1" latinLnBrk="0" hangingPunct="1">
              <a:spcAft>
                <a:spcPts val="0"/>
              </a:spcAft>
              <a:buNone/>
              <a:defRPr lang="en-US" sz="1200" b="0" i="0" kern="1200" dirty="0" smtClean="0">
                <a:solidFill>
                  <a:schemeClr val="tx1"/>
                </a:solidFill>
                <a:latin typeface="Graphik" panose="020B0503030202060203" pitchFamily="34" charset="77"/>
                <a:ea typeface="+mn-ea"/>
                <a:cs typeface="+mn-cs"/>
              </a:defRPr>
            </a:lvl1pPr>
            <a:lvl2pPr marL="0" algn="l" defTabSz="914377" rtl="0" eaLnBrk="1" latinLnBrk="0" hangingPunct="1">
              <a:spcAft>
                <a:spcPts val="0"/>
              </a:spcAft>
              <a:defRPr lang="en-US" sz="1400" b="0" kern="1200" dirty="0" smtClean="0">
                <a:solidFill>
                  <a:schemeClr val="tx1"/>
                </a:solidFill>
                <a:latin typeface="+mn-lt"/>
                <a:ea typeface="+mn-ea"/>
                <a:cs typeface="+mn-cs"/>
              </a:defRPr>
            </a:lvl2pPr>
            <a:lvl3pPr marL="0" algn="l" defTabSz="914377" rtl="0" eaLnBrk="1" latinLnBrk="0" hangingPunct="1">
              <a:spcAft>
                <a:spcPts val="0"/>
              </a:spcAft>
              <a:defRPr lang="en-US" sz="1400" b="0" kern="1200" dirty="0" smtClean="0">
                <a:solidFill>
                  <a:schemeClr val="tx1"/>
                </a:solidFill>
                <a:latin typeface="+mn-lt"/>
                <a:ea typeface="+mn-ea"/>
                <a:cs typeface="+mn-cs"/>
              </a:defRPr>
            </a:lvl3pPr>
            <a:lvl4pPr marL="0" algn="l" defTabSz="914377" rtl="0" eaLnBrk="1" latinLnBrk="0" hangingPunct="1">
              <a:spcAft>
                <a:spcPts val="0"/>
              </a:spcAft>
              <a:defRPr lang="en-US" sz="1400" b="0" kern="1200" dirty="0" smtClean="0">
                <a:solidFill>
                  <a:schemeClr val="tx1"/>
                </a:solidFill>
                <a:latin typeface="+mn-lt"/>
                <a:ea typeface="+mn-ea"/>
                <a:cs typeface="+mn-cs"/>
              </a:defRPr>
            </a:lvl4pPr>
            <a:lvl5pPr marL="0" algn="l" defTabSz="914377" rtl="0" eaLnBrk="1" latinLnBrk="0" hangingPunct="1">
              <a:spcAft>
                <a:spcPts val="0"/>
              </a:spcAft>
              <a:defRPr lang="en-US" sz="1400" b="0" kern="1200" dirty="0" smtClean="0">
                <a:solidFill>
                  <a:schemeClr val="tx1"/>
                </a:solidFill>
                <a:latin typeface="+mn-lt"/>
                <a:ea typeface="+mn-ea"/>
                <a:cs typeface="+mn-cs"/>
              </a:defRPr>
            </a:lvl5pPr>
          </a:lstStyle>
          <a:p>
            <a:pPr lvl="0"/>
            <a:r>
              <a:rPr lang="en-US"/>
              <a:t>Presenter</a:t>
            </a:r>
          </a:p>
        </p:txBody>
      </p:sp>
      <p:pic>
        <p:nvPicPr>
          <p:cNvPr id="2" name="accenture" descr="accenture logo">
            <a:extLst>
              <a:ext uri="{FF2B5EF4-FFF2-40B4-BE49-F238E27FC236}">
                <a16:creationId xmlns:a16="http://schemas.microsoft.com/office/drawing/2014/main" id="{F9A1CCE7-7706-F83F-4541-BDA00F682BFA}"/>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9919196" y="6016340"/>
            <a:ext cx="1082581" cy="285924"/>
          </a:xfrm>
          <a:prstGeom prst="rect">
            <a:avLst/>
          </a:prstGeom>
        </p:spPr>
      </p:pic>
    </p:spTree>
    <p:extLst>
      <p:ext uri="{BB962C8B-B14F-4D97-AF65-F5344CB8AC3E}">
        <p14:creationId xmlns:p14="http://schemas.microsoft.com/office/powerpoint/2010/main" val="4259757296"/>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Agenda: dark mod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8DFF95F-BC04-BCE4-81EC-25C099CB74A3}"/>
              </a:ext>
            </a:extLst>
          </p:cNvPr>
          <p:cNvSpPr/>
          <p:nvPr userDrawn="1"/>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tIns="121920" bIns="121920" rtlCol="0" anchor="ctr"/>
          <a:lstStyle/>
          <a:p>
            <a:pPr algn="ctr"/>
            <a:endParaRPr lang="en-AR" sz="2400" err="1"/>
          </a:p>
        </p:txBody>
      </p:sp>
      <p:sp>
        <p:nvSpPr>
          <p:cNvPr id="2" name="Title 1">
            <a:extLst>
              <a:ext uri="{FF2B5EF4-FFF2-40B4-BE49-F238E27FC236}">
                <a16:creationId xmlns:a16="http://schemas.microsoft.com/office/drawing/2014/main" id="{F251A5E4-3909-4229-80CB-2E4CA2A5B2D3}"/>
              </a:ext>
            </a:extLst>
          </p:cNvPr>
          <p:cNvSpPr>
            <a:spLocks noGrp="1"/>
          </p:cNvSpPr>
          <p:nvPr>
            <p:ph type="title" hasCustomPrompt="1"/>
          </p:nvPr>
        </p:nvSpPr>
        <p:spPr>
          <a:xfrm>
            <a:off x="561600" y="2187403"/>
            <a:ext cx="3091443" cy="393954"/>
          </a:xfrm>
          <a:prstGeom prst="rect">
            <a:avLst/>
          </a:prstGeom>
        </p:spPr>
        <p:txBody>
          <a:bodyPr anchor="b"/>
          <a:lstStyle>
            <a:lvl1pPr>
              <a:defRPr sz="3200">
                <a:solidFill>
                  <a:schemeClr val="accent2"/>
                </a:solidFill>
              </a:defRPr>
            </a:lvl1pPr>
          </a:lstStyle>
          <a:p>
            <a:r>
              <a:rPr lang="en-GB"/>
              <a:t>Agenda title</a:t>
            </a:r>
            <a:endParaRPr lang="en-US"/>
          </a:p>
        </p:txBody>
      </p:sp>
      <p:sp>
        <p:nvSpPr>
          <p:cNvPr id="29" name="Text Placeholder 3">
            <a:extLst>
              <a:ext uri="{FF2B5EF4-FFF2-40B4-BE49-F238E27FC236}">
                <a16:creationId xmlns:a16="http://schemas.microsoft.com/office/drawing/2014/main" id="{2F4C171E-3D12-FC48-87BB-B5005B4EE338}"/>
              </a:ext>
            </a:extLst>
          </p:cNvPr>
          <p:cNvSpPr>
            <a:spLocks noGrp="1"/>
          </p:cNvSpPr>
          <p:nvPr>
            <p:ph type="body" sz="quarter" idx="31" hasCustomPrompt="1"/>
          </p:nvPr>
        </p:nvSpPr>
        <p:spPr>
          <a:xfrm>
            <a:off x="4426241" y="1371602"/>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18" name="Text Placeholder 4">
            <a:extLst>
              <a:ext uri="{FF2B5EF4-FFF2-40B4-BE49-F238E27FC236}">
                <a16:creationId xmlns:a16="http://schemas.microsoft.com/office/drawing/2014/main" id="{257C0C72-781A-F24F-B1F2-0A290409F1F6}"/>
              </a:ext>
            </a:extLst>
          </p:cNvPr>
          <p:cNvSpPr>
            <a:spLocks noGrp="1"/>
          </p:cNvSpPr>
          <p:nvPr>
            <p:ph type="body" sz="quarter" idx="16" hasCustomPrompt="1"/>
          </p:nvPr>
        </p:nvSpPr>
        <p:spPr>
          <a:xfrm>
            <a:off x="4966974" y="1371602"/>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30" name="Text Placeholder 5">
            <a:extLst>
              <a:ext uri="{FF2B5EF4-FFF2-40B4-BE49-F238E27FC236}">
                <a16:creationId xmlns:a16="http://schemas.microsoft.com/office/drawing/2014/main" id="{E8AE9E02-9423-4748-8AD7-2BBB3B94A799}"/>
              </a:ext>
            </a:extLst>
          </p:cNvPr>
          <p:cNvSpPr>
            <a:spLocks noGrp="1"/>
          </p:cNvSpPr>
          <p:nvPr>
            <p:ph type="body" sz="quarter" idx="32" hasCustomPrompt="1"/>
          </p:nvPr>
        </p:nvSpPr>
        <p:spPr>
          <a:xfrm>
            <a:off x="4426241" y="1976479"/>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57" name="Text Placeholder 6">
            <a:extLst>
              <a:ext uri="{FF2B5EF4-FFF2-40B4-BE49-F238E27FC236}">
                <a16:creationId xmlns:a16="http://schemas.microsoft.com/office/drawing/2014/main" id="{A5D4C4AC-7870-A641-AF65-6F3ECB9DA9CA}"/>
              </a:ext>
            </a:extLst>
          </p:cNvPr>
          <p:cNvSpPr>
            <a:spLocks noGrp="1"/>
          </p:cNvSpPr>
          <p:nvPr>
            <p:ph type="body" sz="quarter" idx="18" hasCustomPrompt="1"/>
          </p:nvPr>
        </p:nvSpPr>
        <p:spPr>
          <a:xfrm>
            <a:off x="4966974" y="1976479"/>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31" name="Text Placeholder 7">
            <a:extLst>
              <a:ext uri="{FF2B5EF4-FFF2-40B4-BE49-F238E27FC236}">
                <a16:creationId xmlns:a16="http://schemas.microsoft.com/office/drawing/2014/main" id="{7C692F47-FBF4-5842-A0CA-4B8B48DE4638}"/>
              </a:ext>
            </a:extLst>
          </p:cNvPr>
          <p:cNvSpPr>
            <a:spLocks noGrp="1"/>
          </p:cNvSpPr>
          <p:nvPr>
            <p:ph type="body" sz="quarter" idx="33" hasCustomPrompt="1"/>
          </p:nvPr>
        </p:nvSpPr>
        <p:spPr>
          <a:xfrm>
            <a:off x="4426241" y="2581358"/>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59" name="Text Placeholder 8">
            <a:extLst>
              <a:ext uri="{FF2B5EF4-FFF2-40B4-BE49-F238E27FC236}">
                <a16:creationId xmlns:a16="http://schemas.microsoft.com/office/drawing/2014/main" id="{9F332AA7-2896-E24E-B21D-90FED54D4335}"/>
              </a:ext>
            </a:extLst>
          </p:cNvPr>
          <p:cNvSpPr>
            <a:spLocks noGrp="1"/>
          </p:cNvSpPr>
          <p:nvPr>
            <p:ph type="body" sz="quarter" idx="20" hasCustomPrompt="1"/>
          </p:nvPr>
        </p:nvSpPr>
        <p:spPr>
          <a:xfrm>
            <a:off x="4966974" y="2581358"/>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32" name="Text Placeholder 9">
            <a:extLst>
              <a:ext uri="{FF2B5EF4-FFF2-40B4-BE49-F238E27FC236}">
                <a16:creationId xmlns:a16="http://schemas.microsoft.com/office/drawing/2014/main" id="{BDE48124-A481-074B-9AD4-22EC49D172D0}"/>
              </a:ext>
            </a:extLst>
          </p:cNvPr>
          <p:cNvSpPr>
            <a:spLocks noGrp="1"/>
          </p:cNvSpPr>
          <p:nvPr>
            <p:ph type="body" sz="quarter" idx="34" hasCustomPrompt="1"/>
          </p:nvPr>
        </p:nvSpPr>
        <p:spPr>
          <a:xfrm>
            <a:off x="4426241" y="3186235"/>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1" name="Text Placeholder 10">
            <a:extLst>
              <a:ext uri="{FF2B5EF4-FFF2-40B4-BE49-F238E27FC236}">
                <a16:creationId xmlns:a16="http://schemas.microsoft.com/office/drawing/2014/main" id="{25D7BCB2-FC6B-2A46-AC11-482A4F731116}"/>
              </a:ext>
            </a:extLst>
          </p:cNvPr>
          <p:cNvSpPr>
            <a:spLocks noGrp="1"/>
          </p:cNvSpPr>
          <p:nvPr>
            <p:ph type="body" sz="quarter" idx="22" hasCustomPrompt="1"/>
          </p:nvPr>
        </p:nvSpPr>
        <p:spPr>
          <a:xfrm>
            <a:off x="4966974" y="3186235"/>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33" name="Text Placeholder 11">
            <a:extLst>
              <a:ext uri="{FF2B5EF4-FFF2-40B4-BE49-F238E27FC236}">
                <a16:creationId xmlns:a16="http://schemas.microsoft.com/office/drawing/2014/main" id="{98E2B4B4-ED02-4945-B581-1A8D48D031AA}"/>
              </a:ext>
            </a:extLst>
          </p:cNvPr>
          <p:cNvSpPr>
            <a:spLocks noGrp="1"/>
          </p:cNvSpPr>
          <p:nvPr>
            <p:ph type="body" sz="quarter" idx="35" hasCustomPrompt="1"/>
          </p:nvPr>
        </p:nvSpPr>
        <p:spPr>
          <a:xfrm>
            <a:off x="4426241" y="3791114"/>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3" name="Text Placeholder 12">
            <a:extLst>
              <a:ext uri="{FF2B5EF4-FFF2-40B4-BE49-F238E27FC236}">
                <a16:creationId xmlns:a16="http://schemas.microsoft.com/office/drawing/2014/main" id="{FD74906C-72A4-CF4A-A4F6-B28AE864B9B7}"/>
              </a:ext>
            </a:extLst>
          </p:cNvPr>
          <p:cNvSpPr>
            <a:spLocks noGrp="1"/>
          </p:cNvSpPr>
          <p:nvPr>
            <p:ph type="body" sz="quarter" idx="24" hasCustomPrompt="1"/>
          </p:nvPr>
        </p:nvSpPr>
        <p:spPr>
          <a:xfrm>
            <a:off x="4966974" y="3791114"/>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34" name="Text Placeholder 13">
            <a:extLst>
              <a:ext uri="{FF2B5EF4-FFF2-40B4-BE49-F238E27FC236}">
                <a16:creationId xmlns:a16="http://schemas.microsoft.com/office/drawing/2014/main" id="{B70B7DFE-5DE8-0F42-BF3C-DA43110C0D0E}"/>
              </a:ext>
            </a:extLst>
          </p:cNvPr>
          <p:cNvSpPr>
            <a:spLocks noGrp="1"/>
          </p:cNvSpPr>
          <p:nvPr>
            <p:ph type="body" sz="quarter" idx="36" hasCustomPrompt="1"/>
          </p:nvPr>
        </p:nvSpPr>
        <p:spPr>
          <a:xfrm>
            <a:off x="4426241" y="4395991"/>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5" name="Text Placeholder 14">
            <a:extLst>
              <a:ext uri="{FF2B5EF4-FFF2-40B4-BE49-F238E27FC236}">
                <a16:creationId xmlns:a16="http://schemas.microsoft.com/office/drawing/2014/main" id="{F28AA3EC-0083-2742-A4D0-0B32569FD766}"/>
              </a:ext>
            </a:extLst>
          </p:cNvPr>
          <p:cNvSpPr>
            <a:spLocks noGrp="1"/>
          </p:cNvSpPr>
          <p:nvPr>
            <p:ph type="body" sz="quarter" idx="26" hasCustomPrompt="1"/>
          </p:nvPr>
        </p:nvSpPr>
        <p:spPr>
          <a:xfrm>
            <a:off x="4966974" y="4395991"/>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35" name="Text Placeholder 15">
            <a:extLst>
              <a:ext uri="{FF2B5EF4-FFF2-40B4-BE49-F238E27FC236}">
                <a16:creationId xmlns:a16="http://schemas.microsoft.com/office/drawing/2014/main" id="{D63FCDAD-F7F9-774F-8EC9-A0777820ED0F}"/>
              </a:ext>
            </a:extLst>
          </p:cNvPr>
          <p:cNvSpPr>
            <a:spLocks noGrp="1"/>
          </p:cNvSpPr>
          <p:nvPr>
            <p:ph type="body" sz="quarter" idx="37" hasCustomPrompt="1"/>
          </p:nvPr>
        </p:nvSpPr>
        <p:spPr>
          <a:xfrm>
            <a:off x="4426241" y="5000870"/>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7" name="Text Placeholder 16">
            <a:extLst>
              <a:ext uri="{FF2B5EF4-FFF2-40B4-BE49-F238E27FC236}">
                <a16:creationId xmlns:a16="http://schemas.microsoft.com/office/drawing/2014/main" id="{D46DA866-B19E-684E-8A23-EEA295487841}"/>
              </a:ext>
            </a:extLst>
          </p:cNvPr>
          <p:cNvSpPr>
            <a:spLocks noGrp="1"/>
          </p:cNvSpPr>
          <p:nvPr>
            <p:ph type="body" sz="quarter" idx="28" hasCustomPrompt="1"/>
          </p:nvPr>
        </p:nvSpPr>
        <p:spPr>
          <a:xfrm>
            <a:off x="4966974" y="5000870"/>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36" name="Text Placeholder 17">
            <a:extLst>
              <a:ext uri="{FF2B5EF4-FFF2-40B4-BE49-F238E27FC236}">
                <a16:creationId xmlns:a16="http://schemas.microsoft.com/office/drawing/2014/main" id="{AE66CCF5-C5F4-5645-A851-E4A7D572FDA7}"/>
              </a:ext>
            </a:extLst>
          </p:cNvPr>
          <p:cNvSpPr>
            <a:spLocks noGrp="1"/>
          </p:cNvSpPr>
          <p:nvPr>
            <p:ph type="body" sz="quarter" idx="38" hasCustomPrompt="1"/>
          </p:nvPr>
        </p:nvSpPr>
        <p:spPr>
          <a:xfrm>
            <a:off x="4426241" y="5605747"/>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9" name="Text Placeholder 18">
            <a:extLst>
              <a:ext uri="{FF2B5EF4-FFF2-40B4-BE49-F238E27FC236}">
                <a16:creationId xmlns:a16="http://schemas.microsoft.com/office/drawing/2014/main" id="{A4A135E2-DF01-5543-BA57-DFBCCC446A3A}"/>
              </a:ext>
            </a:extLst>
          </p:cNvPr>
          <p:cNvSpPr>
            <a:spLocks noGrp="1"/>
          </p:cNvSpPr>
          <p:nvPr>
            <p:ph type="body" sz="quarter" idx="30" hasCustomPrompt="1"/>
          </p:nvPr>
        </p:nvSpPr>
        <p:spPr>
          <a:xfrm>
            <a:off x="4966974" y="5605747"/>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94" name="Text Placeholder 19">
            <a:extLst>
              <a:ext uri="{FF2B5EF4-FFF2-40B4-BE49-F238E27FC236}">
                <a16:creationId xmlns:a16="http://schemas.microsoft.com/office/drawing/2014/main" id="{ED51288A-4DF8-0D4F-8BBC-90AE60B66177}"/>
              </a:ext>
            </a:extLst>
          </p:cNvPr>
          <p:cNvSpPr>
            <a:spLocks noGrp="1"/>
          </p:cNvSpPr>
          <p:nvPr>
            <p:ph type="body" sz="quarter" idx="47" hasCustomPrompt="1"/>
          </p:nvPr>
        </p:nvSpPr>
        <p:spPr>
          <a:xfrm>
            <a:off x="8317231" y="1371602"/>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86" name="Text Placeholder 20">
            <a:extLst>
              <a:ext uri="{FF2B5EF4-FFF2-40B4-BE49-F238E27FC236}">
                <a16:creationId xmlns:a16="http://schemas.microsoft.com/office/drawing/2014/main" id="{C10680BC-1106-B24D-A63E-02912A27325E}"/>
              </a:ext>
            </a:extLst>
          </p:cNvPr>
          <p:cNvSpPr>
            <a:spLocks noGrp="1"/>
          </p:cNvSpPr>
          <p:nvPr>
            <p:ph type="body" sz="quarter" idx="39" hasCustomPrompt="1"/>
          </p:nvPr>
        </p:nvSpPr>
        <p:spPr>
          <a:xfrm>
            <a:off x="8857963" y="1371602"/>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95" name="Text Placeholder 21">
            <a:extLst>
              <a:ext uri="{FF2B5EF4-FFF2-40B4-BE49-F238E27FC236}">
                <a16:creationId xmlns:a16="http://schemas.microsoft.com/office/drawing/2014/main" id="{B55123CE-2705-2A4C-88D5-5BEECF04606C}"/>
              </a:ext>
            </a:extLst>
          </p:cNvPr>
          <p:cNvSpPr>
            <a:spLocks noGrp="1"/>
          </p:cNvSpPr>
          <p:nvPr>
            <p:ph type="body" sz="quarter" idx="48" hasCustomPrompt="1"/>
          </p:nvPr>
        </p:nvSpPr>
        <p:spPr>
          <a:xfrm>
            <a:off x="8317231" y="1976479"/>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87" name="Text Placeholder 22">
            <a:extLst>
              <a:ext uri="{FF2B5EF4-FFF2-40B4-BE49-F238E27FC236}">
                <a16:creationId xmlns:a16="http://schemas.microsoft.com/office/drawing/2014/main" id="{194D437D-E8B7-694E-B60A-5A3D6E811713}"/>
              </a:ext>
            </a:extLst>
          </p:cNvPr>
          <p:cNvSpPr>
            <a:spLocks noGrp="1"/>
          </p:cNvSpPr>
          <p:nvPr>
            <p:ph type="body" sz="quarter" idx="40" hasCustomPrompt="1"/>
          </p:nvPr>
        </p:nvSpPr>
        <p:spPr>
          <a:xfrm>
            <a:off x="8857963" y="1976479"/>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96" name="Text Placeholder 23">
            <a:extLst>
              <a:ext uri="{FF2B5EF4-FFF2-40B4-BE49-F238E27FC236}">
                <a16:creationId xmlns:a16="http://schemas.microsoft.com/office/drawing/2014/main" id="{95340386-A048-C64F-B858-E874FB9006DC}"/>
              </a:ext>
            </a:extLst>
          </p:cNvPr>
          <p:cNvSpPr>
            <a:spLocks noGrp="1"/>
          </p:cNvSpPr>
          <p:nvPr>
            <p:ph type="body" sz="quarter" idx="49" hasCustomPrompt="1"/>
          </p:nvPr>
        </p:nvSpPr>
        <p:spPr>
          <a:xfrm>
            <a:off x="8317231" y="2581358"/>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88" name="Text Placeholder 24">
            <a:extLst>
              <a:ext uri="{FF2B5EF4-FFF2-40B4-BE49-F238E27FC236}">
                <a16:creationId xmlns:a16="http://schemas.microsoft.com/office/drawing/2014/main" id="{D743CFF4-B173-B648-86A6-5021F5FB8C07}"/>
              </a:ext>
            </a:extLst>
          </p:cNvPr>
          <p:cNvSpPr>
            <a:spLocks noGrp="1"/>
          </p:cNvSpPr>
          <p:nvPr>
            <p:ph type="body" sz="quarter" idx="41" hasCustomPrompt="1"/>
          </p:nvPr>
        </p:nvSpPr>
        <p:spPr>
          <a:xfrm>
            <a:off x="8857963" y="2581358"/>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97" name="Text Placeholder 25">
            <a:extLst>
              <a:ext uri="{FF2B5EF4-FFF2-40B4-BE49-F238E27FC236}">
                <a16:creationId xmlns:a16="http://schemas.microsoft.com/office/drawing/2014/main" id="{389D3522-38D0-6A46-B023-28998ECDD0FA}"/>
              </a:ext>
            </a:extLst>
          </p:cNvPr>
          <p:cNvSpPr>
            <a:spLocks noGrp="1"/>
          </p:cNvSpPr>
          <p:nvPr>
            <p:ph type="body" sz="quarter" idx="50" hasCustomPrompt="1"/>
          </p:nvPr>
        </p:nvSpPr>
        <p:spPr>
          <a:xfrm>
            <a:off x="8317231" y="3186235"/>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89" name="Text Placeholder 26">
            <a:extLst>
              <a:ext uri="{FF2B5EF4-FFF2-40B4-BE49-F238E27FC236}">
                <a16:creationId xmlns:a16="http://schemas.microsoft.com/office/drawing/2014/main" id="{67B9EDF9-023B-A84C-B540-ABBA3E3BA5C0}"/>
              </a:ext>
            </a:extLst>
          </p:cNvPr>
          <p:cNvSpPr>
            <a:spLocks noGrp="1"/>
          </p:cNvSpPr>
          <p:nvPr>
            <p:ph type="body" sz="quarter" idx="42" hasCustomPrompt="1"/>
          </p:nvPr>
        </p:nvSpPr>
        <p:spPr>
          <a:xfrm>
            <a:off x="8857963" y="3186235"/>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98" name="Text Placeholder 27">
            <a:extLst>
              <a:ext uri="{FF2B5EF4-FFF2-40B4-BE49-F238E27FC236}">
                <a16:creationId xmlns:a16="http://schemas.microsoft.com/office/drawing/2014/main" id="{DFF1DA35-A5DD-8E48-B33F-D2FC79AD9AF0}"/>
              </a:ext>
            </a:extLst>
          </p:cNvPr>
          <p:cNvSpPr>
            <a:spLocks noGrp="1"/>
          </p:cNvSpPr>
          <p:nvPr>
            <p:ph type="body" sz="quarter" idx="51" hasCustomPrompt="1"/>
          </p:nvPr>
        </p:nvSpPr>
        <p:spPr>
          <a:xfrm>
            <a:off x="8317231" y="3791114"/>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90" name="Text Placeholder 28">
            <a:extLst>
              <a:ext uri="{FF2B5EF4-FFF2-40B4-BE49-F238E27FC236}">
                <a16:creationId xmlns:a16="http://schemas.microsoft.com/office/drawing/2014/main" id="{EA82EDEB-3F03-7A48-BC36-8C7437083F46}"/>
              </a:ext>
            </a:extLst>
          </p:cNvPr>
          <p:cNvSpPr>
            <a:spLocks noGrp="1"/>
          </p:cNvSpPr>
          <p:nvPr>
            <p:ph type="body" sz="quarter" idx="43" hasCustomPrompt="1"/>
          </p:nvPr>
        </p:nvSpPr>
        <p:spPr>
          <a:xfrm>
            <a:off x="8857963" y="3791114"/>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99" name="Text Placeholder 29">
            <a:extLst>
              <a:ext uri="{FF2B5EF4-FFF2-40B4-BE49-F238E27FC236}">
                <a16:creationId xmlns:a16="http://schemas.microsoft.com/office/drawing/2014/main" id="{2DD1FA43-908E-6A4A-8D78-19F781C138B2}"/>
              </a:ext>
            </a:extLst>
          </p:cNvPr>
          <p:cNvSpPr>
            <a:spLocks noGrp="1"/>
          </p:cNvSpPr>
          <p:nvPr>
            <p:ph type="body" sz="quarter" idx="52" hasCustomPrompt="1"/>
          </p:nvPr>
        </p:nvSpPr>
        <p:spPr>
          <a:xfrm>
            <a:off x="8317231" y="4395991"/>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91" name="Text Placeholder 30">
            <a:extLst>
              <a:ext uri="{FF2B5EF4-FFF2-40B4-BE49-F238E27FC236}">
                <a16:creationId xmlns:a16="http://schemas.microsoft.com/office/drawing/2014/main" id="{8D7A3AD2-4413-D941-B944-D1D235AC6689}"/>
              </a:ext>
            </a:extLst>
          </p:cNvPr>
          <p:cNvSpPr>
            <a:spLocks noGrp="1"/>
          </p:cNvSpPr>
          <p:nvPr>
            <p:ph type="body" sz="quarter" idx="44" hasCustomPrompt="1"/>
          </p:nvPr>
        </p:nvSpPr>
        <p:spPr>
          <a:xfrm>
            <a:off x="8857963" y="4395991"/>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100" name="Text Placeholder 31">
            <a:extLst>
              <a:ext uri="{FF2B5EF4-FFF2-40B4-BE49-F238E27FC236}">
                <a16:creationId xmlns:a16="http://schemas.microsoft.com/office/drawing/2014/main" id="{B42DF6FB-CEA5-344B-B42D-A5B8AF0712F6}"/>
              </a:ext>
            </a:extLst>
          </p:cNvPr>
          <p:cNvSpPr>
            <a:spLocks noGrp="1"/>
          </p:cNvSpPr>
          <p:nvPr>
            <p:ph type="body" sz="quarter" idx="53" hasCustomPrompt="1"/>
          </p:nvPr>
        </p:nvSpPr>
        <p:spPr>
          <a:xfrm>
            <a:off x="8317231" y="5000870"/>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92" name="Text Placeholder 32">
            <a:extLst>
              <a:ext uri="{FF2B5EF4-FFF2-40B4-BE49-F238E27FC236}">
                <a16:creationId xmlns:a16="http://schemas.microsoft.com/office/drawing/2014/main" id="{F5014509-24B5-6040-8686-31A95601E0B3}"/>
              </a:ext>
            </a:extLst>
          </p:cNvPr>
          <p:cNvSpPr>
            <a:spLocks noGrp="1"/>
          </p:cNvSpPr>
          <p:nvPr>
            <p:ph type="body" sz="quarter" idx="45" hasCustomPrompt="1"/>
          </p:nvPr>
        </p:nvSpPr>
        <p:spPr>
          <a:xfrm>
            <a:off x="8857963" y="5000870"/>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sp>
        <p:nvSpPr>
          <p:cNvPr id="101" name="Text Placeholder 33">
            <a:extLst>
              <a:ext uri="{FF2B5EF4-FFF2-40B4-BE49-F238E27FC236}">
                <a16:creationId xmlns:a16="http://schemas.microsoft.com/office/drawing/2014/main" id="{DD7618EA-1B4E-9D4F-BE9D-ED39BC26377B}"/>
              </a:ext>
            </a:extLst>
          </p:cNvPr>
          <p:cNvSpPr>
            <a:spLocks noGrp="1"/>
          </p:cNvSpPr>
          <p:nvPr>
            <p:ph type="body" sz="quarter" idx="54" hasCustomPrompt="1"/>
          </p:nvPr>
        </p:nvSpPr>
        <p:spPr>
          <a:xfrm>
            <a:off x="8317231" y="5605747"/>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accent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93" name="Text Placeholder 34">
            <a:extLst>
              <a:ext uri="{FF2B5EF4-FFF2-40B4-BE49-F238E27FC236}">
                <a16:creationId xmlns:a16="http://schemas.microsoft.com/office/drawing/2014/main" id="{02B9D5CB-DA36-724C-A996-6331344816A3}"/>
              </a:ext>
            </a:extLst>
          </p:cNvPr>
          <p:cNvSpPr>
            <a:spLocks noGrp="1"/>
          </p:cNvSpPr>
          <p:nvPr>
            <p:ph type="body" sz="quarter" idx="46" hasCustomPrompt="1"/>
          </p:nvPr>
        </p:nvSpPr>
        <p:spPr>
          <a:xfrm>
            <a:off x="8857963" y="5605747"/>
            <a:ext cx="2783175" cy="485340"/>
          </a:xfrm>
          <a:prstGeom prst="rect">
            <a:avLst/>
          </a:prstGeom>
        </p:spPr>
        <p:txBody>
          <a:bodyPr anchor="ctr"/>
          <a:lstStyle>
            <a:lvl1pPr>
              <a:spcAft>
                <a:spcPts val="0"/>
              </a:spcAft>
              <a:buNone/>
              <a:defRPr sz="1600" b="0" i="0">
                <a:solidFill>
                  <a:schemeClr val="bg1"/>
                </a:solidFill>
                <a:latin typeface="Graphik" panose="020B0503030202060203" pitchFamily="34" charset="77"/>
              </a:defRPr>
            </a:lvl1pPr>
          </a:lstStyle>
          <a:p>
            <a:pPr lvl="0"/>
            <a:r>
              <a:rPr lang="en-GB"/>
              <a:t>Insert agenda item</a:t>
            </a:r>
            <a:endParaRPr lang="en-US"/>
          </a:p>
        </p:txBody>
      </p:sp>
      <p:cxnSp>
        <p:nvCxnSpPr>
          <p:cNvPr id="4" name="Straight Connector 3">
            <a:extLst>
              <a:ext uri="{FF2B5EF4-FFF2-40B4-BE49-F238E27FC236}">
                <a16:creationId xmlns:a16="http://schemas.microsoft.com/office/drawing/2014/main" id="{D72EABDE-2DC7-B441-8D65-EC926DD10B85}"/>
              </a:ext>
              <a:ext uri="{C183D7F6-B498-43B3-948B-1728B52AA6E4}">
                <adec:decorative xmlns:adec="http://schemas.microsoft.com/office/drawing/2017/decorative" val="1"/>
              </a:ext>
            </a:extLst>
          </p:cNvPr>
          <p:cNvCxnSpPr/>
          <p:nvPr userDrawn="1"/>
        </p:nvCxnSpPr>
        <p:spPr>
          <a:xfrm>
            <a:off x="4045241" y="1371603"/>
            <a:ext cx="0" cy="4719487"/>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sp>
        <p:nvSpPr>
          <p:cNvPr id="8" name="GTS_WH">
            <a:extLst>
              <a:ext uri="{FF2B5EF4-FFF2-40B4-BE49-F238E27FC236}">
                <a16:creationId xmlns:a16="http://schemas.microsoft.com/office/drawing/2014/main" id="{042F1CA7-6A9E-5C2F-F3C0-78D6AFD6C707}"/>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10" name="Text Placeholder 2">
            <a:extLst>
              <a:ext uri="{FF2B5EF4-FFF2-40B4-BE49-F238E27FC236}">
                <a16:creationId xmlns:a16="http://schemas.microsoft.com/office/drawing/2014/main" id="{B01AB161-4BFB-138B-C93C-DFFFE563CF59}"/>
              </a:ext>
            </a:extLst>
          </p:cNvPr>
          <p:cNvSpPr>
            <a:spLocks noGrp="1"/>
          </p:cNvSpPr>
          <p:nvPr>
            <p:ph type="body" sz="quarter" idx="14" hasCustomPrompt="1"/>
          </p:nvPr>
        </p:nvSpPr>
        <p:spPr>
          <a:xfrm>
            <a:off x="561600" y="2745679"/>
            <a:ext cx="3091443" cy="2415468"/>
          </a:xfrm>
          <a:prstGeom prst="rect">
            <a:avLst/>
          </a:prstGeom>
        </p:spPr>
        <p:txBody>
          <a:bodyPr/>
          <a:lstStyle>
            <a:lvl1pPr marL="0" indent="0">
              <a:lnSpc>
                <a:spcPct val="90000"/>
              </a:lnSpc>
              <a:buNone/>
              <a:defRPr sz="1600" b="0" i="0">
                <a:solidFill>
                  <a:schemeClr val="bg1"/>
                </a:solidFill>
                <a:latin typeface="Graphik" panose="020B0503030202060203" pitchFamily="34" charset="77"/>
              </a:defRPr>
            </a:lvl1pPr>
            <a:lvl2pPr marL="0" indent="0">
              <a:buNone/>
              <a:defRPr sz="1800"/>
            </a:lvl2pPr>
            <a:lvl3pPr marL="228594">
              <a:buFont typeface="Graphik" panose="020B0604020202020204" pitchFamily="34" charset="0"/>
              <a:buChar char="•"/>
              <a:defRPr sz="1800"/>
            </a:lvl3pPr>
            <a:lvl4pPr marL="457189">
              <a:buFont typeface="Graphik"/>
              <a:buChar char="–"/>
              <a:defRPr sz="1600"/>
            </a:lvl4pPr>
            <a:lvl5pPr marL="685783">
              <a:buFont typeface="Graphik" panose="020B0604020202020204" pitchFamily="34" charset="0"/>
              <a:buChar char="•"/>
              <a:defRPr sz="1600"/>
            </a:lvl5pPr>
          </a:lstStyle>
          <a:p>
            <a:pPr lvl="0"/>
            <a:r>
              <a:rPr lang="en-GB"/>
              <a:t>Place subtitle here in </a:t>
            </a:r>
            <a:r>
              <a:rPr lang="en-GB" err="1"/>
              <a:t>Graphik</a:t>
            </a:r>
            <a:r>
              <a:rPr lang="en-GB"/>
              <a:t> regular</a:t>
            </a:r>
            <a:endParaRPr lang="en-US"/>
          </a:p>
        </p:txBody>
      </p:sp>
      <p:sp>
        <p:nvSpPr>
          <p:cNvPr id="3" name="copyright">
            <a:extLst>
              <a:ext uri="{FF2B5EF4-FFF2-40B4-BE49-F238E27FC236}">
                <a16:creationId xmlns:a16="http://schemas.microsoft.com/office/drawing/2014/main" id="{95F63345-6C3E-8981-5F6D-DF2B3FF6475C}"/>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7" name="slide number automatic">
            <a:extLst>
              <a:ext uri="{FF2B5EF4-FFF2-40B4-BE49-F238E27FC236}">
                <a16:creationId xmlns:a16="http://schemas.microsoft.com/office/drawing/2014/main" id="{EA0A3F89-649C-BCA9-F69D-4791BE39CE26}"/>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Tree>
    <p:extLst>
      <p:ext uri="{BB962C8B-B14F-4D97-AF65-F5344CB8AC3E}">
        <p14:creationId xmlns:p14="http://schemas.microsoft.com/office/powerpoint/2010/main" val="2144568034"/>
      </p:ext>
    </p:extLst>
  </p:cSld>
  <p:clrMapOvr>
    <a:masterClrMapping/>
  </p:clrMapOvr>
  <p:extLst>
    <p:ext uri="{DCECCB84-F9BA-43D5-87BE-67443E8EF086}">
      <p15:sldGuideLst xmlns:p15="http://schemas.microsoft.com/office/powerpoint/2012/main"/>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Agenda: light mode">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FA4FF600-954F-A932-EB0A-7C9AF337B5D8}"/>
              </a:ext>
            </a:extLst>
          </p:cNvPr>
          <p:cNvSpPr>
            <a:spLocks noGrp="1"/>
          </p:cNvSpPr>
          <p:nvPr>
            <p:ph type="title" hasCustomPrompt="1"/>
          </p:nvPr>
        </p:nvSpPr>
        <p:spPr>
          <a:xfrm>
            <a:off x="559848" y="2187404"/>
            <a:ext cx="3098568" cy="393954"/>
          </a:xfrm>
          <a:prstGeom prst="rect">
            <a:avLst/>
          </a:prstGeom>
        </p:spPr>
        <p:txBody>
          <a:bodyPr anchor="b"/>
          <a:lstStyle>
            <a:lvl1pPr>
              <a:defRPr sz="3200">
                <a:solidFill>
                  <a:schemeClr val="tx1"/>
                </a:solidFill>
              </a:defRPr>
            </a:lvl1pPr>
          </a:lstStyle>
          <a:p>
            <a:r>
              <a:rPr lang="en-GB"/>
              <a:t>Agenda title</a:t>
            </a:r>
            <a:endParaRPr lang="en-US"/>
          </a:p>
        </p:txBody>
      </p:sp>
      <p:sp>
        <p:nvSpPr>
          <p:cNvPr id="8" name="Text Placeholder 2">
            <a:extLst>
              <a:ext uri="{FF2B5EF4-FFF2-40B4-BE49-F238E27FC236}">
                <a16:creationId xmlns:a16="http://schemas.microsoft.com/office/drawing/2014/main" id="{15D79A3D-AC3D-4EB4-AFB4-D6CEFA4231AA}"/>
              </a:ext>
            </a:extLst>
          </p:cNvPr>
          <p:cNvSpPr>
            <a:spLocks noGrp="1"/>
          </p:cNvSpPr>
          <p:nvPr>
            <p:ph type="body" sz="quarter" idx="14" hasCustomPrompt="1"/>
          </p:nvPr>
        </p:nvSpPr>
        <p:spPr>
          <a:xfrm>
            <a:off x="559948" y="2745679"/>
            <a:ext cx="3093440" cy="2415468"/>
          </a:xfrm>
          <a:prstGeom prst="rect">
            <a:avLst/>
          </a:prstGeom>
        </p:spPr>
        <p:txBody>
          <a:bodyPr/>
          <a:lstStyle>
            <a:lvl1pPr marL="0" indent="0">
              <a:lnSpc>
                <a:spcPct val="90000"/>
              </a:lnSpc>
              <a:buNone/>
              <a:defRPr sz="1600" b="0" i="0">
                <a:solidFill>
                  <a:schemeClr val="tx1"/>
                </a:solidFill>
                <a:latin typeface="Graphik" panose="020B0503030202060203" pitchFamily="34" charset="77"/>
              </a:defRPr>
            </a:lvl1pPr>
            <a:lvl2pPr marL="0" indent="0">
              <a:buNone/>
              <a:defRPr sz="1800"/>
            </a:lvl2pPr>
            <a:lvl3pPr marL="228594">
              <a:buFont typeface="Graphik" panose="020B0604020202020204" pitchFamily="34" charset="0"/>
              <a:buChar char="•"/>
              <a:defRPr sz="1800"/>
            </a:lvl3pPr>
            <a:lvl4pPr marL="457189">
              <a:buFont typeface="Graphik"/>
              <a:buChar char="–"/>
              <a:defRPr sz="1600"/>
            </a:lvl4pPr>
            <a:lvl5pPr marL="685783">
              <a:buFont typeface="Graphik" panose="020B0604020202020204" pitchFamily="34" charset="0"/>
              <a:buChar char="•"/>
              <a:defRPr sz="1600"/>
            </a:lvl5pPr>
          </a:lstStyle>
          <a:p>
            <a:pPr lvl="0"/>
            <a:r>
              <a:rPr lang="en-GB"/>
              <a:t>Place subtitle here in </a:t>
            </a:r>
            <a:r>
              <a:rPr lang="en-GB" err="1"/>
              <a:t>Graphik</a:t>
            </a:r>
            <a:r>
              <a:rPr lang="en-GB"/>
              <a:t> regular</a:t>
            </a:r>
            <a:endParaRPr lang="en-US"/>
          </a:p>
        </p:txBody>
      </p:sp>
      <p:sp>
        <p:nvSpPr>
          <p:cNvPr id="29" name="Text Placeholder 3">
            <a:extLst>
              <a:ext uri="{FF2B5EF4-FFF2-40B4-BE49-F238E27FC236}">
                <a16:creationId xmlns:a16="http://schemas.microsoft.com/office/drawing/2014/main" id="{2F4C171E-3D12-FC48-87BB-B5005B4EE338}"/>
              </a:ext>
            </a:extLst>
          </p:cNvPr>
          <p:cNvSpPr>
            <a:spLocks noGrp="1"/>
          </p:cNvSpPr>
          <p:nvPr>
            <p:ph type="body" sz="quarter" idx="31" hasCustomPrompt="1"/>
          </p:nvPr>
        </p:nvSpPr>
        <p:spPr>
          <a:xfrm>
            <a:off x="4426241" y="1371602"/>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18" name="Text Placeholder 4">
            <a:extLst>
              <a:ext uri="{FF2B5EF4-FFF2-40B4-BE49-F238E27FC236}">
                <a16:creationId xmlns:a16="http://schemas.microsoft.com/office/drawing/2014/main" id="{257C0C72-781A-F24F-B1F2-0A290409F1F6}"/>
              </a:ext>
            </a:extLst>
          </p:cNvPr>
          <p:cNvSpPr>
            <a:spLocks noGrp="1"/>
          </p:cNvSpPr>
          <p:nvPr>
            <p:ph type="body" sz="quarter" idx="16" hasCustomPrompt="1"/>
          </p:nvPr>
        </p:nvSpPr>
        <p:spPr>
          <a:xfrm>
            <a:off x="4966974" y="1371602"/>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30" name="Text Placeholder 5">
            <a:extLst>
              <a:ext uri="{FF2B5EF4-FFF2-40B4-BE49-F238E27FC236}">
                <a16:creationId xmlns:a16="http://schemas.microsoft.com/office/drawing/2014/main" id="{E8AE9E02-9423-4748-8AD7-2BBB3B94A799}"/>
              </a:ext>
            </a:extLst>
          </p:cNvPr>
          <p:cNvSpPr>
            <a:spLocks noGrp="1"/>
          </p:cNvSpPr>
          <p:nvPr>
            <p:ph type="body" sz="quarter" idx="32" hasCustomPrompt="1"/>
          </p:nvPr>
        </p:nvSpPr>
        <p:spPr>
          <a:xfrm>
            <a:off x="4426241" y="1976479"/>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57" name="Text Placeholder 6">
            <a:extLst>
              <a:ext uri="{FF2B5EF4-FFF2-40B4-BE49-F238E27FC236}">
                <a16:creationId xmlns:a16="http://schemas.microsoft.com/office/drawing/2014/main" id="{A5D4C4AC-7870-A641-AF65-6F3ECB9DA9CA}"/>
              </a:ext>
            </a:extLst>
          </p:cNvPr>
          <p:cNvSpPr>
            <a:spLocks noGrp="1"/>
          </p:cNvSpPr>
          <p:nvPr>
            <p:ph type="body" sz="quarter" idx="18" hasCustomPrompt="1"/>
          </p:nvPr>
        </p:nvSpPr>
        <p:spPr>
          <a:xfrm>
            <a:off x="4966974" y="1976479"/>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31" name="Text Placeholder 7">
            <a:extLst>
              <a:ext uri="{FF2B5EF4-FFF2-40B4-BE49-F238E27FC236}">
                <a16:creationId xmlns:a16="http://schemas.microsoft.com/office/drawing/2014/main" id="{7C692F47-FBF4-5842-A0CA-4B8B48DE4638}"/>
              </a:ext>
            </a:extLst>
          </p:cNvPr>
          <p:cNvSpPr>
            <a:spLocks noGrp="1"/>
          </p:cNvSpPr>
          <p:nvPr>
            <p:ph type="body" sz="quarter" idx="33" hasCustomPrompt="1"/>
          </p:nvPr>
        </p:nvSpPr>
        <p:spPr>
          <a:xfrm>
            <a:off x="4426241" y="2581358"/>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59" name="Text Placeholder 8">
            <a:extLst>
              <a:ext uri="{FF2B5EF4-FFF2-40B4-BE49-F238E27FC236}">
                <a16:creationId xmlns:a16="http://schemas.microsoft.com/office/drawing/2014/main" id="{9F332AA7-2896-E24E-B21D-90FED54D4335}"/>
              </a:ext>
            </a:extLst>
          </p:cNvPr>
          <p:cNvSpPr>
            <a:spLocks noGrp="1"/>
          </p:cNvSpPr>
          <p:nvPr>
            <p:ph type="body" sz="quarter" idx="20" hasCustomPrompt="1"/>
          </p:nvPr>
        </p:nvSpPr>
        <p:spPr>
          <a:xfrm>
            <a:off x="4966974" y="2581358"/>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32" name="Text Placeholder 9">
            <a:extLst>
              <a:ext uri="{FF2B5EF4-FFF2-40B4-BE49-F238E27FC236}">
                <a16:creationId xmlns:a16="http://schemas.microsoft.com/office/drawing/2014/main" id="{BDE48124-A481-074B-9AD4-22EC49D172D0}"/>
              </a:ext>
            </a:extLst>
          </p:cNvPr>
          <p:cNvSpPr>
            <a:spLocks noGrp="1"/>
          </p:cNvSpPr>
          <p:nvPr>
            <p:ph type="body" sz="quarter" idx="34" hasCustomPrompt="1"/>
          </p:nvPr>
        </p:nvSpPr>
        <p:spPr>
          <a:xfrm>
            <a:off x="4426241" y="3186235"/>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1" name="Text Placeholder 10">
            <a:extLst>
              <a:ext uri="{FF2B5EF4-FFF2-40B4-BE49-F238E27FC236}">
                <a16:creationId xmlns:a16="http://schemas.microsoft.com/office/drawing/2014/main" id="{25D7BCB2-FC6B-2A46-AC11-482A4F731116}"/>
              </a:ext>
            </a:extLst>
          </p:cNvPr>
          <p:cNvSpPr>
            <a:spLocks noGrp="1"/>
          </p:cNvSpPr>
          <p:nvPr>
            <p:ph type="body" sz="quarter" idx="22" hasCustomPrompt="1"/>
          </p:nvPr>
        </p:nvSpPr>
        <p:spPr>
          <a:xfrm>
            <a:off x="4966974" y="3186235"/>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33" name="Text Placeholder 11">
            <a:extLst>
              <a:ext uri="{FF2B5EF4-FFF2-40B4-BE49-F238E27FC236}">
                <a16:creationId xmlns:a16="http://schemas.microsoft.com/office/drawing/2014/main" id="{98E2B4B4-ED02-4945-B581-1A8D48D031AA}"/>
              </a:ext>
            </a:extLst>
          </p:cNvPr>
          <p:cNvSpPr>
            <a:spLocks noGrp="1"/>
          </p:cNvSpPr>
          <p:nvPr>
            <p:ph type="body" sz="quarter" idx="35" hasCustomPrompt="1"/>
          </p:nvPr>
        </p:nvSpPr>
        <p:spPr>
          <a:xfrm>
            <a:off x="4426241" y="3791114"/>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3" name="Text Placeholder 12">
            <a:extLst>
              <a:ext uri="{FF2B5EF4-FFF2-40B4-BE49-F238E27FC236}">
                <a16:creationId xmlns:a16="http://schemas.microsoft.com/office/drawing/2014/main" id="{FD74906C-72A4-CF4A-A4F6-B28AE864B9B7}"/>
              </a:ext>
            </a:extLst>
          </p:cNvPr>
          <p:cNvSpPr>
            <a:spLocks noGrp="1"/>
          </p:cNvSpPr>
          <p:nvPr>
            <p:ph type="body" sz="quarter" idx="24" hasCustomPrompt="1"/>
          </p:nvPr>
        </p:nvSpPr>
        <p:spPr>
          <a:xfrm>
            <a:off x="4966974" y="3791114"/>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34" name="Text Placeholder 13">
            <a:extLst>
              <a:ext uri="{FF2B5EF4-FFF2-40B4-BE49-F238E27FC236}">
                <a16:creationId xmlns:a16="http://schemas.microsoft.com/office/drawing/2014/main" id="{B70B7DFE-5DE8-0F42-BF3C-DA43110C0D0E}"/>
              </a:ext>
            </a:extLst>
          </p:cNvPr>
          <p:cNvSpPr>
            <a:spLocks noGrp="1"/>
          </p:cNvSpPr>
          <p:nvPr>
            <p:ph type="body" sz="quarter" idx="36" hasCustomPrompt="1"/>
          </p:nvPr>
        </p:nvSpPr>
        <p:spPr>
          <a:xfrm>
            <a:off x="4426241" y="4395991"/>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5" name="Text Placeholder 14">
            <a:extLst>
              <a:ext uri="{FF2B5EF4-FFF2-40B4-BE49-F238E27FC236}">
                <a16:creationId xmlns:a16="http://schemas.microsoft.com/office/drawing/2014/main" id="{F28AA3EC-0083-2742-A4D0-0B32569FD766}"/>
              </a:ext>
            </a:extLst>
          </p:cNvPr>
          <p:cNvSpPr>
            <a:spLocks noGrp="1"/>
          </p:cNvSpPr>
          <p:nvPr>
            <p:ph type="body" sz="quarter" idx="26" hasCustomPrompt="1"/>
          </p:nvPr>
        </p:nvSpPr>
        <p:spPr>
          <a:xfrm>
            <a:off x="4966974" y="4395991"/>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35" name="Text Placeholder 15">
            <a:extLst>
              <a:ext uri="{FF2B5EF4-FFF2-40B4-BE49-F238E27FC236}">
                <a16:creationId xmlns:a16="http://schemas.microsoft.com/office/drawing/2014/main" id="{D63FCDAD-F7F9-774F-8EC9-A0777820ED0F}"/>
              </a:ext>
            </a:extLst>
          </p:cNvPr>
          <p:cNvSpPr>
            <a:spLocks noGrp="1"/>
          </p:cNvSpPr>
          <p:nvPr>
            <p:ph type="body" sz="quarter" idx="37" hasCustomPrompt="1"/>
          </p:nvPr>
        </p:nvSpPr>
        <p:spPr>
          <a:xfrm>
            <a:off x="4426241" y="5000870"/>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7" name="Text Placeholder 16">
            <a:extLst>
              <a:ext uri="{FF2B5EF4-FFF2-40B4-BE49-F238E27FC236}">
                <a16:creationId xmlns:a16="http://schemas.microsoft.com/office/drawing/2014/main" id="{D46DA866-B19E-684E-8A23-EEA295487841}"/>
              </a:ext>
            </a:extLst>
          </p:cNvPr>
          <p:cNvSpPr>
            <a:spLocks noGrp="1"/>
          </p:cNvSpPr>
          <p:nvPr>
            <p:ph type="body" sz="quarter" idx="28" hasCustomPrompt="1"/>
          </p:nvPr>
        </p:nvSpPr>
        <p:spPr>
          <a:xfrm>
            <a:off x="4966974" y="5000870"/>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36" name="Text Placeholder 17">
            <a:extLst>
              <a:ext uri="{FF2B5EF4-FFF2-40B4-BE49-F238E27FC236}">
                <a16:creationId xmlns:a16="http://schemas.microsoft.com/office/drawing/2014/main" id="{AE66CCF5-C5F4-5645-A851-E4A7D572FDA7}"/>
              </a:ext>
            </a:extLst>
          </p:cNvPr>
          <p:cNvSpPr>
            <a:spLocks noGrp="1"/>
          </p:cNvSpPr>
          <p:nvPr>
            <p:ph type="body" sz="quarter" idx="38" hasCustomPrompt="1"/>
          </p:nvPr>
        </p:nvSpPr>
        <p:spPr>
          <a:xfrm>
            <a:off x="4426241" y="5605747"/>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69" name="Text Placeholder 18">
            <a:extLst>
              <a:ext uri="{FF2B5EF4-FFF2-40B4-BE49-F238E27FC236}">
                <a16:creationId xmlns:a16="http://schemas.microsoft.com/office/drawing/2014/main" id="{A4A135E2-DF01-5543-BA57-DFBCCC446A3A}"/>
              </a:ext>
            </a:extLst>
          </p:cNvPr>
          <p:cNvSpPr>
            <a:spLocks noGrp="1"/>
          </p:cNvSpPr>
          <p:nvPr>
            <p:ph type="body" sz="quarter" idx="30" hasCustomPrompt="1"/>
          </p:nvPr>
        </p:nvSpPr>
        <p:spPr>
          <a:xfrm>
            <a:off x="4966974" y="5605747"/>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94" name="Text Placeholder 19">
            <a:extLst>
              <a:ext uri="{FF2B5EF4-FFF2-40B4-BE49-F238E27FC236}">
                <a16:creationId xmlns:a16="http://schemas.microsoft.com/office/drawing/2014/main" id="{ED51288A-4DF8-0D4F-8BBC-90AE60B66177}"/>
              </a:ext>
            </a:extLst>
          </p:cNvPr>
          <p:cNvSpPr>
            <a:spLocks noGrp="1"/>
          </p:cNvSpPr>
          <p:nvPr>
            <p:ph type="body" sz="quarter" idx="47" hasCustomPrompt="1"/>
          </p:nvPr>
        </p:nvSpPr>
        <p:spPr>
          <a:xfrm>
            <a:off x="8317231" y="1371602"/>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86" name="Text Placeholder 20">
            <a:extLst>
              <a:ext uri="{FF2B5EF4-FFF2-40B4-BE49-F238E27FC236}">
                <a16:creationId xmlns:a16="http://schemas.microsoft.com/office/drawing/2014/main" id="{C10680BC-1106-B24D-A63E-02912A27325E}"/>
              </a:ext>
            </a:extLst>
          </p:cNvPr>
          <p:cNvSpPr>
            <a:spLocks noGrp="1"/>
          </p:cNvSpPr>
          <p:nvPr>
            <p:ph type="body" sz="quarter" idx="39" hasCustomPrompt="1"/>
          </p:nvPr>
        </p:nvSpPr>
        <p:spPr>
          <a:xfrm>
            <a:off x="8857963" y="1371602"/>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95" name="Text Placeholder 21">
            <a:extLst>
              <a:ext uri="{FF2B5EF4-FFF2-40B4-BE49-F238E27FC236}">
                <a16:creationId xmlns:a16="http://schemas.microsoft.com/office/drawing/2014/main" id="{B55123CE-2705-2A4C-88D5-5BEECF04606C}"/>
              </a:ext>
            </a:extLst>
          </p:cNvPr>
          <p:cNvSpPr>
            <a:spLocks noGrp="1"/>
          </p:cNvSpPr>
          <p:nvPr>
            <p:ph type="body" sz="quarter" idx="48" hasCustomPrompt="1"/>
          </p:nvPr>
        </p:nvSpPr>
        <p:spPr>
          <a:xfrm>
            <a:off x="8317231" y="1976479"/>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87" name="Text Placeholder 22">
            <a:extLst>
              <a:ext uri="{FF2B5EF4-FFF2-40B4-BE49-F238E27FC236}">
                <a16:creationId xmlns:a16="http://schemas.microsoft.com/office/drawing/2014/main" id="{194D437D-E8B7-694E-B60A-5A3D6E811713}"/>
              </a:ext>
            </a:extLst>
          </p:cNvPr>
          <p:cNvSpPr>
            <a:spLocks noGrp="1"/>
          </p:cNvSpPr>
          <p:nvPr>
            <p:ph type="body" sz="quarter" idx="40" hasCustomPrompt="1"/>
          </p:nvPr>
        </p:nvSpPr>
        <p:spPr>
          <a:xfrm>
            <a:off x="8857963" y="1976479"/>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96" name="Text Placeholder 23">
            <a:extLst>
              <a:ext uri="{FF2B5EF4-FFF2-40B4-BE49-F238E27FC236}">
                <a16:creationId xmlns:a16="http://schemas.microsoft.com/office/drawing/2014/main" id="{95340386-A048-C64F-B858-E874FB9006DC}"/>
              </a:ext>
            </a:extLst>
          </p:cNvPr>
          <p:cNvSpPr>
            <a:spLocks noGrp="1"/>
          </p:cNvSpPr>
          <p:nvPr>
            <p:ph type="body" sz="quarter" idx="49" hasCustomPrompt="1"/>
          </p:nvPr>
        </p:nvSpPr>
        <p:spPr>
          <a:xfrm>
            <a:off x="8317231" y="2581358"/>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88" name="Text Placeholder 24">
            <a:extLst>
              <a:ext uri="{FF2B5EF4-FFF2-40B4-BE49-F238E27FC236}">
                <a16:creationId xmlns:a16="http://schemas.microsoft.com/office/drawing/2014/main" id="{D743CFF4-B173-B648-86A6-5021F5FB8C07}"/>
              </a:ext>
            </a:extLst>
          </p:cNvPr>
          <p:cNvSpPr>
            <a:spLocks noGrp="1"/>
          </p:cNvSpPr>
          <p:nvPr>
            <p:ph type="body" sz="quarter" idx="41" hasCustomPrompt="1"/>
          </p:nvPr>
        </p:nvSpPr>
        <p:spPr>
          <a:xfrm>
            <a:off x="8857963" y="2581358"/>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97" name="Text Placeholder 25">
            <a:extLst>
              <a:ext uri="{FF2B5EF4-FFF2-40B4-BE49-F238E27FC236}">
                <a16:creationId xmlns:a16="http://schemas.microsoft.com/office/drawing/2014/main" id="{389D3522-38D0-6A46-B023-28998ECDD0FA}"/>
              </a:ext>
            </a:extLst>
          </p:cNvPr>
          <p:cNvSpPr>
            <a:spLocks noGrp="1"/>
          </p:cNvSpPr>
          <p:nvPr>
            <p:ph type="body" sz="quarter" idx="50" hasCustomPrompt="1"/>
          </p:nvPr>
        </p:nvSpPr>
        <p:spPr>
          <a:xfrm>
            <a:off x="8317231" y="3186235"/>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89" name="Text Placeholder 26">
            <a:extLst>
              <a:ext uri="{FF2B5EF4-FFF2-40B4-BE49-F238E27FC236}">
                <a16:creationId xmlns:a16="http://schemas.microsoft.com/office/drawing/2014/main" id="{67B9EDF9-023B-A84C-B540-ABBA3E3BA5C0}"/>
              </a:ext>
            </a:extLst>
          </p:cNvPr>
          <p:cNvSpPr>
            <a:spLocks noGrp="1"/>
          </p:cNvSpPr>
          <p:nvPr>
            <p:ph type="body" sz="quarter" idx="42" hasCustomPrompt="1"/>
          </p:nvPr>
        </p:nvSpPr>
        <p:spPr>
          <a:xfrm>
            <a:off x="8857963" y="3186235"/>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98" name="Text Placeholder 27">
            <a:extLst>
              <a:ext uri="{FF2B5EF4-FFF2-40B4-BE49-F238E27FC236}">
                <a16:creationId xmlns:a16="http://schemas.microsoft.com/office/drawing/2014/main" id="{DFF1DA35-A5DD-8E48-B33F-D2FC79AD9AF0}"/>
              </a:ext>
            </a:extLst>
          </p:cNvPr>
          <p:cNvSpPr>
            <a:spLocks noGrp="1"/>
          </p:cNvSpPr>
          <p:nvPr>
            <p:ph type="body" sz="quarter" idx="51" hasCustomPrompt="1"/>
          </p:nvPr>
        </p:nvSpPr>
        <p:spPr>
          <a:xfrm>
            <a:off x="8317231" y="3791114"/>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90" name="Text Placeholder 28">
            <a:extLst>
              <a:ext uri="{FF2B5EF4-FFF2-40B4-BE49-F238E27FC236}">
                <a16:creationId xmlns:a16="http://schemas.microsoft.com/office/drawing/2014/main" id="{EA82EDEB-3F03-7A48-BC36-8C7437083F46}"/>
              </a:ext>
            </a:extLst>
          </p:cNvPr>
          <p:cNvSpPr>
            <a:spLocks noGrp="1"/>
          </p:cNvSpPr>
          <p:nvPr>
            <p:ph type="body" sz="quarter" idx="43" hasCustomPrompt="1"/>
          </p:nvPr>
        </p:nvSpPr>
        <p:spPr>
          <a:xfrm>
            <a:off x="8857963" y="3791114"/>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99" name="Text Placeholder 29">
            <a:extLst>
              <a:ext uri="{FF2B5EF4-FFF2-40B4-BE49-F238E27FC236}">
                <a16:creationId xmlns:a16="http://schemas.microsoft.com/office/drawing/2014/main" id="{2DD1FA43-908E-6A4A-8D78-19F781C138B2}"/>
              </a:ext>
            </a:extLst>
          </p:cNvPr>
          <p:cNvSpPr>
            <a:spLocks noGrp="1"/>
          </p:cNvSpPr>
          <p:nvPr>
            <p:ph type="body" sz="quarter" idx="52" hasCustomPrompt="1"/>
          </p:nvPr>
        </p:nvSpPr>
        <p:spPr>
          <a:xfrm>
            <a:off x="8317231" y="4395991"/>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91" name="Text Placeholder 30">
            <a:extLst>
              <a:ext uri="{FF2B5EF4-FFF2-40B4-BE49-F238E27FC236}">
                <a16:creationId xmlns:a16="http://schemas.microsoft.com/office/drawing/2014/main" id="{8D7A3AD2-4413-D941-B944-D1D235AC6689}"/>
              </a:ext>
            </a:extLst>
          </p:cNvPr>
          <p:cNvSpPr>
            <a:spLocks noGrp="1"/>
          </p:cNvSpPr>
          <p:nvPr>
            <p:ph type="body" sz="quarter" idx="44" hasCustomPrompt="1"/>
          </p:nvPr>
        </p:nvSpPr>
        <p:spPr>
          <a:xfrm>
            <a:off x="8857963" y="4395991"/>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100" name="Text Placeholder 31">
            <a:extLst>
              <a:ext uri="{FF2B5EF4-FFF2-40B4-BE49-F238E27FC236}">
                <a16:creationId xmlns:a16="http://schemas.microsoft.com/office/drawing/2014/main" id="{B42DF6FB-CEA5-344B-B42D-A5B8AF0712F6}"/>
              </a:ext>
            </a:extLst>
          </p:cNvPr>
          <p:cNvSpPr>
            <a:spLocks noGrp="1"/>
          </p:cNvSpPr>
          <p:nvPr>
            <p:ph type="body" sz="quarter" idx="53" hasCustomPrompt="1"/>
          </p:nvPr>
        </p:nvSpPr>
        <p:spPr>
          <a:xfrm>
            <a:off x="8317231" y="5000870"/>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92" name="Text Placeholder 32">
            <a:extLst>
              <a:ext uri="{FF2B5EF4-FFF2-40B4-BE49-F238E27FC236}">
                <a16:creationId xmlns:a16="http://schemas.microsoft.com/office/drawing/2014/main" id="{F5014509-24B5-6040-8686-31A95601E0B3}"/>
              </a:ext>
            </a:extLst>
          </p:cNvPr>
          <p:cNvSpPr>
            <a:spLocks noGrp="1"/>
          </p:cNvSpPr>
          <p:nvPr>
            <p:ph type="body" sz="quarter" idx="45" hasCustomPrompt="1"/>
          </p:nvPr>
        </p:nvSpPr>
        <p:spPr>
          <a:xfrm>
            <a:off x="8857963" y="5000870"/>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sp>
        <p:nvSpPr>
          <p:cNvPr id="101" name="Text Placeholder 33">
            <a:extLst>
              <a:ext uri="{FF2B5EF4-FFF2-40B4-BE49-F238E27FC236}">
                <a16:creationId xmlns:a16="http://schemas.microsoft.com/office/drawing/2014/main" id="{DD7618EA-1B4E-9D4F-BE9D-ED39BC26377B}"/>
              </a:ext>
            </a:extLst>
          </p:cNvPr>
          <p:cNvSpPr>
            <a:spLocks noGrp="1"/>
          </p:cNvSpPr>
          <p:nvPr>
            <p:ph type="body" sz="quarter" idx="54" hasCustomPrompt="1"/>
          </p:nvPr>
        </p:nvSpPr>
        <p:spPr>
          <a:xfrm>
            <a:off x="8317231" y="5605747"/>
            <a:ext cx="405128"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1800" b="0">
                <a:solidFill>
                  <a:schemeClr val="bg2"/>
                </a:solidFill>
                <a:latin typeface="+mj-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sp>
        <p:nvSpPr>
          <p:cNvPr id="93" name="Text Placeholder 34">
            <a:extLst>
              <a:ext uri="{FF2B5EF4-FFF2-40B4-BE49-F238E27FC236}">
                <a16:creationId xmlns:a16="http://schemas.microsoft.com/office/drawing/2014/main" id="{02B9D5CB-DA36-724C-A996-6331344816A3}"/>
              </a:ext>
            </a:extLst>
          </p:cNvPr>
          <p:cNvSpPr>
            <a:spLocks noGrp="1"/>
          </p:cNvSpPr>
          <p:nvPr>
            <p:ph type="body" sz="quarter" idx="46" hasCustomPrompt="1"/>
          </p:nvPr>
        </p:nvSpPr>
        <p:spPr>
          <a:xfrm>
            <a:off x="8857963" y="5605747"/>
            <a:ext cx="2783175" cy="485340"/>
          </a:xfrm>
          <a:prstGeom prst="rect">
            <a:avLst/>
          </a:prstGeom>
        </p:spPr>
        <p:txBody>
          <a:bodyPr anchor="ctr"/>
          <a:lstStyle>
            <a:lvl1pPr>
              <a:spcAft>
                <a:spcPts val="0"/>
              </a:spcAft>
              <a:buNone/>
              <a:defRPr sz="1600" b="0" i="0">
                <a:latin typeface="Graphik" panose="020B0503030202060203" pitchFamily="34" charset="77"/>
              </a:defRPr>
            </a:lvl1pPr>
          </a:lstStyle>
          <a:p>
            <a:pPr lvl="0"/>
            <a:r>
              <a:rPr lang="en-GB"/>
              <a:t>Insert agenda item</a:t>
            </a:r>
            <a:endParaRPr lang="en-US"/>
          </a:p>
        </p:txBody>
      </p:sp>
      <p:cxnSp>
        <p:nvCxnSpPr>
          <p:cNvPr id="4" name="Straight Connector 3">
            <a:extLst>
              <a:ext uri="{FF2B5EF4-FFF2-40B4-BE49-F238E27FC236}">
                <a16:creationId xmlns:a16="http://schemas.microsoft.com/office/drawing/2014/main" id="{D72EABDE-2DC7-B441-8D65-EC926DD10B85}"/>
              </a:ext>
              <a:ext uri="{C183D7F6-B498-43B3-948B-1728B52AA6E4}">
                <adec:decorative xmlns:adec="http://schemas.microsoft.com/office/drawing/2017/decorative" val="1"/>
              </a:ext>
            </a:extLst>
          </p:cNvPr>
          <p:cNvCxnSpPr/>
          <p:nvPr userDrawn="1"/>
        </p:nvCxnSpPr>
        <p:spPr>
          <a:xfrm>
            <a:off x="4045241" y="1371603"/>
            <a:ext cx="0" cy="4719487"/>
          </a:xfrm>
          <a:prstGeom prst="line">
            <a:avLst/>
          </a:prstGeom>
          <a:ln w="12700">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57581845"/>
      </p:ext>
    </p:extLst>
  </p:cSld>
  <p:clrMapOvr>
    <a:masterClrMapping/>
  </p:clrMapOvr>
  <p:extLst>
    <p:ext uri="{DCECCB84-F9BA-43D5-87BE-67443E8EF086}">
      <p15:sldGuideLst xmlns:p15="http://schemas.microsoft.com/office/powerpoint/2012/main"/>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Agenda: image 1">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1798FE22-CDE6-88FF-ACBC-FD9C36E03DFD}"/>
              </a:ext>
            </a:extLst>
          </p:cNvPr>
          <p:cNvSpPr>
            <a:spLocks noGrp="1"/>
          </p:cNvSpPr>
          <p:nvPr>
            <p:ph type="pic" sz="quarter" idx="10"/>
          </p:nvPr>
        </p:nvSpPr>
        <p:spPr>
          <a:xfrm>
            <a:off x="-6349" y="1341439"/>
            <a:ext cx="2329381" cy="4787900"/>
          </a:xfrm>
          <a:solidFill>
            <a:schemeClr val="bg1">
              <a:lumMod val="95000"/>
            </a:schemeClr>
          </a:solidFill>
        </p:spPr>
        <p:txBody>
          <a:bodyPr anchor="ctr"/>
          <a:lstStyle>
            <a:lvl1pPr algn="ctr">
              <a:defRPr/>
            </a:lvl1pPr>
          </a:lstStyle>
          <a:p>
            <a:r>
              <a:rPr lang="en-GB"/>
              <a:t>Click icon to add picture</a:t>
            </a:r>
            <a:endParaRPr lang="en-US"/>
          </a:p>
        </p:txBody>
      </p:sp>
      <p:sp>
        <p:nvSpPr>
          <p:cNvPr id="12" name="Text Placeholder 2">
            <a:extLst>
              <a:ext uri="{FF2B5EF4-FFF2-40B4-BE49-F238E27FC236}">
                <a16:creationId xmlns:a16="http://schemas.microsoft.com/office/drawing/2014/main" id="{F7CBA93D-A16D-15A7-59FB-5DA53C303FE4}"/>
              </a:ext>
            </a:extLst>
          </p:cNvPr>
          <p:cNvSpPr>
            <a:spLocks noGrp="1"/>
          </p:cNvSpPr>
          <p:nvPr>
            <p:ph idx="1" hasCustomPrompt="1"/>
          </p:nvPr>
        </p:nvSpPr>
        <p:spPr>
          <a:xfrm>
            <a:off x="2759509" y="4791684"/>
            <a:ext cx="1913607" cy="1299406"/>
          </a:xfrm>
          <a:prstGeom prst="rect">
            <a:avLst/>
          </a:prstGeom>
        </p:spPr>
        <p:txBody>
          <a:bodyPr vert="horz" lIns="0" tIns="0" rIns="0" bIns="0" rtlCol="0">
            <a:noAutofit/>
          </a:bodyPr>
          <a:lstStyle>
            <a:lvl1pPr>
              <a:defRPr sz="1600" b="1" i="0">
                <a:solidFill>
                  <a:schemeClr val="bg2"/>
                </a:solidFill>
                <a:latin typeface="Graphik Semibold" panose="020B0503030202060203" pitchFamily="34" charset="77"/>
              </a:defRPr>
            </a:lvl1pPr>
            <a:lvl2pPr marL="0" indent="0">
              <a:buNone/>
              <a:defRPr sz="1200" b="0" i="0">
                <a:latin typeface="Graphik" panose="020B0503030202060203" pitchFamily="34" charset="77"/>
              </a:defRPr>
            </a:lvl2pPr>
            <a:lvl3pPr marL="16933" indent="0">
              <a:buNone/>
              <a:tabLst/>
              <a:defRPr sz="1200" b="0" i="0">
                <a:latin typeface="Graphik" panose="020B0503030202060203" pitchFamily="34" charset="77"/>
              </a:defRPr>
            </a:lvl3pPr>
            <a:lvl4pPr marL="16933" indent="0">
              <a:buNone/>
              <a:tabLst/>
              <a:defRPr sz="1050" b="0" i="0">
                <a:latin typeface="Graphik" panose="020B0503030202060203" pitchFamily="34" charset="77"/>
              </a:defRPr>
            </a:lvl4pPr>
            <a:lvl5pPr marL="16933" indent="0">
              <a:buNone/>
              <a:tabLst/>
              <a:defRPr sz="1050" b="0" i="0">
                <a:latin typeface="Graphik" panose="020B0503030202060203" pitchFamily="34" charset="77"/>
              </a:defRPr>
            </a:lvl5pPr>
            <a:lvl6pPr>
              <a:defRPr sz="1200" b="0" i="0">
                <a:latin typeface="Graphik" panose="020B0503030202060203" pitchFamily="34" charset="77"/>
              </a:defRPr>
            </a:lvl6pPr>
            <a:lvl7pPr>
              <a:defRPr sz="1050" b="0" i="0">
                <a:latin typeface="Graphik" panose="020B0503030202060203" pitchFamily="34" charset="77"/>
              </a:defRPr>
            </a:lvl7pPr>
            <a:lvl9pPr>
              <a:defRPr sz="1050" b="0" i="0">
                <a:latin typeface="Graphik" panose="020B0503030202060203" pitchFamily="34" charset="77"/>
              </a:defRPr>
            </a:lvl9pPr>
          </a:lstStyle>
          <a:p>
            <a:pPr lvl="0"/>
            <a:r>
              <a:rPr lang="en-US"/>
              <a:t>First level (bullet)</a:t>
            </a:r>
          </a:p>
          <a:p>
            <a:pPr lvl="1"/>
            <a:r>
              <a:rPr lang="en-US"/>
              <a:t>Insert text here</a:t>
            </a:r>
          </a:p>
        </p:txBody>
      </p:sp>
      <p:sp>
        <p:nvSpPr>
          <p:cNvPr id="13" name="Text Placeholder 2">
            <a:extLst>
              <a:ext uri="{FF2B5EF4-FFF2-40B4-BE49-F238E27FC236}">
                <a16:creationId xmlns:a16="http://schemas.microsoft.com/office/drawing/2014/main" id="{59F85972-AC4E-08A3-B374-8C2AF42D54FD}"/>
              </a:ext>
            </a:extLst>
          </p:cNvPr>
          <p:cNvSpPr>
            <a:spLocks noGrp="1"/>
          </p:cNvSpPr>
          <p:nvPr>
            <p:ph idx="11" hasCustomPrompt="1"/>
          </p:nvPr>
        </p:nvSpPr>
        <p:spPr>
          <a:xfrm>
            <a:off x="5080176" y="4791684"/>
            <a:ext cx="1913607" cy="1299406"/>
          </a:xfrm>
          <a:prstGeom prst="rect">
            <a:avLst/>
          </a:prstGeom>
        </p:spPr>
        <p:txBody>
          <a:bodyPr vert="horz" lIns="0" tIns="0" rIns="0" bIns="0" rtlCol="0">
            <a:noAutofit/>
          </a:bodyPr>
          <a:lstStyle>
            <a:lvl1pPr>
              <a:defRPr sz="1600" b="1" i="0">
                <a:solidFill>
                  <a:schemeClr val="bg2"/>
                </a:solidFill>
                <a:latin typeface="Graphik Semibold" panose="020B0503030202060203" pitchFamily="34" charset="77"/>
              </a:defRPr>
            </a:lvl1pPr>
            <a:lvl2pPr marL="0" indent="0">
              <a:buNone/>
              <a:defRPr sz="1200" b="0" i="0">
                <a:latin typeface="Graphik" panose="020B0503030202060203" pitchFamily="34" charset="77"/>
              </a:defRPr>
            </a:lvl2pPr>
            <a:lvl3pPr marL="16933" indent="0">
              <a:buNone/>
              <a:tabLst/>
              <a:defRPr sz="1200" b="0" i="0">
                <a:latin typeface="Graphik" panose="020B0503030202060203" pitchFamily="34" charset="77"/>
              </a:defRPr>
            </a:lvl3pPr>
            <a:lvl4pPr marL="16933" indent="0">
              <a:buNone/>
              <a:tabLst/>
              <a:defRPr sz="1050" b="0" i="0">
                <a:latin typeface="Graphik" panose="020B0503030202060203" pitchFamily="34" charset="77"/>
              </a:defRPr>
            </a:lvl4pPr>
            <a:lvl5pPr marL="16933" indent="0">
              <a:buNone/>
              <a:tabLst/>
              <a:defRPr sz="1050" b="0" i="0">
                <a:latin typeface="Graphik" panose="020B0503030202060203" pitchFamily="34" charset="77"/>
              </a:defRPr>
            </a:lvl5pPr>
            <a:lvl6pPr>
              <a:defRPr sz="1200" b="0" i="0">
                <a:latin typeface="Graphik" panose="020B0503030202060203" pitchFamily="34" charset="77"/>
              </a:defRPr>
            </a:lvl6pPr>
            <a:lvl7pPr>
              <a:defRPr sz="1050" b="0" i="0">
                <a:latin typeface="Graphik" panose="020B0503030202060203" pitchFamily="34" charset="77"/>
              </a:defRPr>
            </a:lvl7pPr>
            <a:lvl9pPr>
              <a:defRPr sz="1050" b="0" i="0">
                <a:latin typeface="Graphik" panose="020B0503030202060203" pitchFamily="34" charset="77"/>
              </a:defRPr>
            </a:lvl9pPr>
          </a:lstStyle>
          <a:p>
            <a:pPr lvl="0"/>
            <a:r>
              <a:rPr lang="en-US"/>
              <a:t>First level (bullet)</a:t>
            </a:r>
          </a:p>
          <a:p>
            <a:pPr lvl="1"/>
            <a:r>
              <a:rPr lang="en-US"/>
              <a:t>Insert text here</a:t>
            </a:r>
          </a:p>
        </p:txBody>
      </p:sp>
      <p:sp>
        <p:nvSpPr>
          <p:cNvPr id="14" name="Text Placeholder 2">
            <a:extLst>
              <a:ext uri="{FF2B5EF4-FFF2-40B4-BE49-F238E27FC236}">
                <a16:creationId xmlns:a16="http://schemas.microsoft.com/office/drawing/2014/main" id="{6C21799C-032C-A3F2-FCE9-D7BE2B106CC9}"/>
              </a:ext>
            </a:extLst>
          </p:cNvPr>
          <p:cNvSpPr>
            <a:spLocks noGrp="1"/>
          </p:cNvSpPr>
          <p:nvPr>
            <p:ph idx="12" hasCustomPrompt="1"/>
          </p:nvPr>
        </p:nvSpPr>
        <p:spPr>
          <a:xfrm>
            <a:off x="7406324" y="4791684"/>
            <a:ext cx="1913607" cy="1299406"/>
          </a:xfrm>
          <a:prstGeom prst="rect">
            <a:avLst/>
          </a:prstGeom>
        </p:spPr>
        <p:txBody>
          <a:bodyPr vert="horz" lIns="0" tIns="0" rIns="0" bIns="0" rtlCol="0">
            <a:noAutofit/>
          </a:bodyPr>
          <a:lstStyle>
            <a:lvl1pPr>
              <a:defRPr sz="1600" b="1" i="0">
                <a:solidFill>
                  <a:schemeClr val="bg2"/>
                </a:solidFill>
                <a:latin typeface="Graphik Semibold" panose="020B0503030202060203" pitchFamily="34" charset="77"/>
              </a:defRPr>
            </a:lvl1pPr>
            <a:lvl2pPr marL="0" indent="0">
              <a:buNone/>
              <a:defRPr sz="1200" b="0" i="0">
                <a:solidFill>
                  <a:schemeClr val="tx2"/>
                </a:solidFill>
                <a:latin typeface="Graphik" panose="020B0503030202060203" pitchFamily="34" charset="77"/>
              </a:defRPr>
            </a:lvl2pPr>
            <a:lvl3pPr marL="16933" indent="0">
              <a:buNone/>
              <a:tabLst/>
              <a:defRPr sz="1200" b="0" i="0">
                <a:latin typeface="Graphik" panose="020B0503030202060203" pitchFamily="34" charset="77"/>
              </a:defRPr>
            </a:lvl3pPr>
            <a:lvl4pPr marL="16933" indent="0">
              <a:buNone/>
              <a:tabLst/>
              <a:defRPr sz="1050" b="0" i="0">
                <a:latin typeface="Graphik" panose="020B0503030202060203" pitchFamily="34" charset="77"/>
              </a:defRPr>
            </a:lvl4pPr>
            <a:lvl5pPr marL="16933" indent="0">
              <a:buNone/>
              <a:tabLst/>
              <a:defRPr sz="1050" b="0" i="0">
                <a:latin typeface="Graphik" panose="020B0503030202060203" pitchFamily="34" charset="77"/>
              </a:defRPr>
            </a:lvl5pPr>
            <a:lvl6pPr>
              <a:defRPr sz="1200" b="0" i="0">
                <a:latin typeface="Graphik" panose="020B0503030202060203" pitchFamily="34" charset="77"/>
              </a:defRPr>
            </a:lvl6pPr>
            <a:lvl7pPr>
              <a:defRPr sz="1050" b="0" i="0">
                <a:latin typeface="Graphik" panose="020B0503030202060203" pitchFamily="34" charset="77"/>
              </a:defRPr>
            </a:lvl7pPr>
            <a:lvl9pPr>
              <a:defRPr sz="1050" b="0" i="0">
                <a:latin typeface="Graphik" panose="020B0503030202060203" pitchFamily="34" charset="77"/>
              </a:defRPr>
            </a:lvl9pPr>
          </a:lstStyle>
          <a:p>
            <a:pPr lvl="0"/>
            <a:r>
              <a:rPr lang="en-US"/>
              <a:t>First level (bullet)</a:t>
            </a:r>
          </a:p>
          <a:p>
            <a:pPr lvl="1"/>
            <a:r>
              <a:rPr lang="en-US"/>
              <a:t>Insert text here</a:t>
            </a:r>
          </a:p>
        </p:txBody>
      </p:sp>
      <p:sp>
        <p:nvSpPr>
          <p:cNvPr id="3" name="Text Placeholder 2">
            <a:extLst>
              <a:ext uri="{FF2B5EF4-FFF2-40B4-BE49-F238E27FC236}">
                <a16:creationId xmlns:a16="http://schemas.microsoft.com/office/drawing/2014/main" id="{6EE563D9-F425-062E-85B6-BFD1ECBB98D3}"/>
              </a:ext>
            </a:extLst>
          </p:cNvPr>
          <p:cNvSpPr>
            <a:spLocks noGrp="1"/>
          </p:cNvSpPr>
          <p:nvPr>
            <p:ph idx="13" hasCustomPrompt="1"/>
          </p:nvPr>
        </p:nvSpPr>
        <p:spPr>
          <a:xfrm>
            <a:off x="9726991" y="4791684"/>
            <a:ext cx="1913607" cy="1299406"/>
          </a:xfrm>
          <a:prstGeom prst="rect">
            <a:avLst/>
          </a:prstGeom>
        </p:spPr>
        <p:txBody>
          <a:bodyPr vert="horz" lIns="0" tIns="0" rIns="0" bIns="0" rtlCol="0">
            <a:noAutofit/>
          </a:bodyPr>
          <a:lstStyle>
            <a:lvl1pPr>
              <a:defRPr sz="1600" b="1" i="0">
                <a:solidFill>
                  <a:schemeClr val="bg2"/>
                </a:solidFill>
                <a:latin typeface="Graphik Semibold" panose="020B0503030202060203" pitchFamily="34" charset="77"/>
              </a:defRPr>
            </a:lvl1pPr>
            <a:lvl2pPr marL="0" indent="0">
              <a:buNone/>
              <a:defRPr sz="1200" b="0" i="0">
                <a:latin typeface="Graphik" panose="020B0503030202060203" pitchFamily="34" charset="77"/>
              </a:defRPr>
            </a:lvl2pPr>
            <a:lvl3pPr marL="16933" indent="0">
              <a:buNone/>
              <a:tabLst/>
              <a:defRPr sz="1200" b="0" i="0">
                <a:latin typeface="Graphik" panose="020B0503030202060203" pitchFamily="34" charset="77"/>
              </a:defRPr>
            </a:lvl3pPr>
            <a:lvl4pPr marL="16933" indent="0">
              <a:buNone/>
              <a:tabLst/>
              <a:defRPr sz="1050" b="0" i="0">
                <a:latin typeface="Graphik" panose="020B0503030202060203" pitchFamily="34" charset="77"/>
              </a:defRPr>
            </a:lvl4pPr>
            <a:lvl5pPr marL="16933" indent="0">
              <a:buNone/>
              <a:tabLst/>
              <a:defRPr sz="1050" b="0" i="0">
                <a:latin typeface="Graphik" panose="020B0503030202060203" pitchFamily="34" charset="77"/>
              </a:defRPr>
            </a:lvl5pPr>
            <a:lvl6pPr>
              <a:defRPr sz="1200" b="0" i="0">
                <a:latin typeface="Graphik" panose="020B0503030202060203" pitchFamily="34" charset="77"/>
              </a:defRPr>
            </a:lvl6pPr>
            <a:lvl7pPr>
              <a:defRPr sz="1050" b="0" i="0">
                <a:latin typeface="Graphik" panose="020B0503030202060203" pitchFamily="34" charset="77"/>
              </a:defRPr>
            </a:lvl7pPr>
            <a:lvl9pPr>
              <a:defRPr sz="1050" b="0" i="0">
                <a:latin typeface="Graphik" panose="020B0503030202060203" pitchFamily="34" charset="77"/>
              </a:defRPr>
            </a:lvl9pPr>
          </a:lstStyle>
          <a:p>
            <a:pPr lvl="0"/>
            <a:r>
              <a:rPr lang="en-US"/>
              <a:t>First level (bullet)</a:t>
            </a:r>
          </a:p>
          <a:p>
            <a:pPr lvl="1"/>
            <a:r>
              <a:rPr lang="en-US"/>
              <a:t>Insert text here</a:t>
            </a:r>
          </a:p>
        </p:txBody>
      </p:sp>
      <p:sp>
        <p:nvSpPr>
          <p:cNvPr id="4" name="Title 1">
            <a:extLst>
              <a:ext uri="{FF2B5EF4-FFF2-40B4-BE49-F238E27FC236}">
                <a16:creationId xmlns:a16="http://schemas.microsoft.com/office/drawing/2014/main" id="{B439FCDF-0209-75C7-EEFD-72F454BE9350}"/>
              </a:ext>
            </a:extLst>
          </p:cNvPr>
          <p:cNvSpPr>
            <a:spLocks noGrp="1"/>
          </p:cNvSpPr>
          <p:nvPr>
            <p:ph type="title"/>
          </p:nvPr>
        </p:nvSpPr>
        <p:spPr>
          <a:xfrm>
            <a:off x="565461" y="558086"/>
            <a:ext cx="11075678" cy="393954"/>
          </a:xfrm>
        </p:spPr>
        <p:txBody>
          <a:bodyPr/>
          <a:lstStyle/>
          <a:p>
            <a:r>
              <a:rPr lang="en-GB"/>
              <a:t>Click to edit Master title style</a:t>
            </a:r>
            <a:endParaRPr lang="en-US"/>
          </a:p>
        </p:txBody>
      </p:sp>
      <p:sp>
        <p:nvSpPr>
          <p:cNvPr id="6" name="Text Placeholder 3">
            <a:extLst>
              <a:ext uri="{FF2B5EF4-FFF2-40B4-BE49-F238E27FC236}">
                <a16:creationId xmlns:a16="http://schemas.microsoft.com/office/drawing/2014/main" id="{56063D68-A744-CDD7-FA67-D2E3EBBCDB1B}"/>
              </a:ext>
            </a:extLst>
          </p:cNvPr>
          <p:cNvSpPr>
            <a:spLocks noGrp="1"/>
          </p:cNvSpPr>
          <p:nvPr>
            <p:ph type="body" sz="quarter" idx="31" hasCustomPrompt="1"/>
          </p:nvPr>
        </p:nvSpPr>
        <p:spPr>
          <a:xfrm>
            <a:off x="2759508" y="1371602"/>
            <a:ext cx="721093"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4000" b="0">
                <a:solidFill>
                  <a:schemeClr val="tx1"/>
                </a:solidFill>
                <a:latin typeface="+mn-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cxnSp>
        <p:nvCxnSpPr>
          <p:cNvPr id="7" name="Straight Connector 6">
            <a:extLst>
              <a:ext uri="{FF2B5EF4-FFF2-40B4-BE49-F238E27FC236}">
                <a16:creationId xmlns:a16="http://schemas.microsoft.com/office/drawing/2014/main" id="{68764EE2-7F2F-45E2-82F3-AAF71D3EBFB5}"/>
              </a:ext>
              <a:ext uri="{C183D7F6-B498-43B3-948B-1728B52AA6E4}">
                <adec:decorative xmlns:adec="http://schemas.microsoft.com/office/drawing/2017/decorative" val="1"/>
              </a:ext>
            </a:extLst>
          </p:cNvPr>
          <p:cNvCxnSpPr/>
          <p:nvPr userDrawn="1"/>
        </p:nvCxnSpPr>
        <p:spPr>
          <a:xfrm>
            <a:off x="2562457" y="1371603"/>
            <a:ext cx="0" cy="4719487"/>
          </a:xfrm>
          <a:prstGeom prst="line">
            <a:avLst/>
          </a:prstGeom>
          <a:ln w="12700">
            <a:solidFill>
              <a:schemeClr val="bg2"/>
            </a:solidFill>
          </a:ln>
        </p:spPr>
        <p:style>
          <a:lnRef idx="1">
            <a:schemeClr val="accent1"/>
          </a:lnRef>
          <a:fillRef idx="0">
            <a:schemeClr val="accent1"/>
          </a:fillRef>
          <a:effectRef idx="0">
            <a:schemeClr val="accent1"/>
          </a:effectRef>
          <a:fontRef idx="minor">
            <a:schemeClr val="tx1"/>
          </a:fontRef>
        </p:style>
      </p:cxnSp>
      <p:sp>
        <p:nvSpPr>
          <p:cNvPr id="20" name="Text Placeholder 3">
            <a:extLst>
              <a:ext uri="{FF2B5EF4-FFF2-40B4-BE49-F238E27FC236}">
                <a16:creationId xmlns:a16="http://schemas.microsoft.com/office/drawing/2014/main" id="{591D4CA2-E2F2-5487-46F9-665130B94BE8}"/>
              </a:ext>
            </a:extLst>
          </p:cNvPr>
          <p:cNvSpPr>
            <a:spLocks noGrp="1"/>
          </p:cNvSpPr>
          <p:nvPr>
            <p:ph type="body" sz="quarter" idx="35" hasCustomPrompt="1"/>
          </p:nvPr>
        </p:nvSpPr>
        <p:spPr>
          <a:xfrm>
            <a:off x="5080175" y="1371602"/>
            <a:ext cx="721093"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4000" b="0">
                <a:solidFill>
                  <a:schemeClr val="tx1"/>
                </a:solidFill>
                <a:latin typeface="+mn-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cxnSp>
        <p:nvCxnSpPr>
          <p:cNvPr id="21" name="Straight Connector 20">
            <a:extLst>
              <a:ext uri="{FF2B5EF4-FFF2-40B4-BE49-F238E27FC236}">
                <a16:creationId xmlns:a16="http://schemas.microsoft.com/office/drawing/2014/main" id="{3B5359CD-D0A3-6EBD-72CC-C75E6319FD1B}"/>
              </a:ext>
              <a:ext uri="{C183D7F6-B498-43B3-948B-1728B52AA6E4}">
                <adec:decorative xmlns:adec="http://schemas.microsoft.com/office/drawing/2017/decorative" val="1"/>
              </a:ext>
            </a:extLst>
          </p:cNvPr>
          <p:cNvCxnSpPr/>
          <p:nvPr userDrawn="1"/>
        </p:nvCxnSpPr>
        <p:spPr>
          <a:xfrm>
            <a:off x="4883124" y="1371603"/>
            <a:ext cx="0" cy="4719487"/>
          </a:xfrm>
          <a:prstGeom prst="line">
            <a:avLst/>
          </a:prstGeom>
          <a:ln w="12700">
            <a:solidFill>
              <a:schemeClr val="bg2"/>
            </a:solidFill>
          </a:ln>
        </p:spPr>
        <p:style>
          <a:lnRef idx="1">
            <a:schemeClr val="accent1"/>
          </a:lnRef>
          <a:fillRef idx="0">
            <a:schemeClr val="accent1"/>
          </a:fillRef>
          <a:effectRef idx="0">
            <a:schemeClr val="accent1"/>
          </a:effectRef>
          <a:fontRef idx="minor">
            <a:schemeClr val="tx1"/>
          </a:fontRef>
        </p:style>
      </p:cxnSp>
      <p:sp>
        <p:nvSpPr>
          <p:cNvPr id="26" name="Text Placeholder 3">
            <a:extLst>
              <a:ext uri="{FF2B5EF4-FFF2-40B4-BE49-F238E27FC236}">
                <a16:creationId xmlns:a16="http://schemas.microsoft.com/office/drawing/2014/main" id="{414973FE-1A5A-4784-BBEF-55CFBBF298DC}"/>
              </a:ext>
            </a:extLst>
          </p:cNvPr>
          <p:cNvSpPr>
            <a:spLocks noGrp="1"/>
          </p:cNvSpPr>
          <p:nvPr>
            <p:ph type="body" sz="quarter" idx="36" hasCustomPrompt="1"/>
          </p:nvPr>
        </p:nvSpPr>
        <p:spPr>
          <a:xfrm>
            <a:off x="7406323" y="1371602"/>
            <a:ext cx="721093"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4000" b="0">
                <a:solidFill>
                  <a:schemeClr val="tx1"/>
                </a:solidFill>
                <a:latin typeface="+mn-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cxnSp>
        <p:nvCxnSpPr>
          <p:cNvPr id="27" name="Straight Connector 26">
            <a:extLst>
              <a:ext uri="{FF2B5EF4-FFF2-40B4-BE49-F238E27FC236}">
                <a16:creationId xmlns:a16="http://schemas.microsoft.com/office/drawing/2014/main" id="{DEC62542-3EC7-23B4-6810-D7943AD8A258}"/>
              </a:ext>
              <a:ext uri="{C183D7F6-B498-43B3-948B-1728B52AA6E4}">
                <adec:decorative xmlns:adec="http://schemas.microsoft.com/office/drawing/2017/decorative" val="1"/>
              </a:ext>
            </a:extLst>
          </p:cNvPr>
          <p:cNvCxnSpPr/>
          <p:nvPr userDrawn="1"/>
        </p:nvCxnSpPr>
        <p:spPr>
          <a:xfrm>
            <a:off x="7209272" y="1371603"/>
            <a:ext cx="0" cy="4719487"/>
          </a:xfrm>
          <a:prstGeom prst="line">
            <a:avLst/>
          </a:prstGeom>
          <a:ln w="12700">
            <a:solidFill>
              <a:schemeClr val="bg2"/>
            </a:solidFill>
          </a:ln>
        </p:spPr>
        <p:style>
          <a:lnRef idx="1">
            <a:schemeClr val="accent1"/>
          </a:lnRef>
          <a:fillRef idx="0">
            <a:schemeClr val="accent1"/>
          </a:fillRef>
          <a:effectRef idx="0">
            <a:schemeClr val="accent1"/>
          </a:effectRef>
          <a:fontRef idx="minor">
            <a:schemeClr val="tx1"/>
          </a:fontRef>
        </p:style>
      </p:cxnSp>
      <p:sp>
        <p:nvSpPr>
          <p:cNvPr id="28" name="Text Placeholder 3">
            <a:extLst>
              <a:ext uri="{FF2B5EF4-FFF2-40B4-BE49-F238E27FC236}">
                <a16:creationId xmlns:a16="http://schemas.microsoft.com/office/drawing/2014/main" id="{E4DD7065-8DBD-BB8F-6299-198F246266BE}"/>
              </a:ext>
            </a:extLst>
          </p:cNvPr>
          <p:cNvSpPr>
            <a:spLocks noGrp="1"/>
          </p:cNvSpPr>
          <p:nvPr>
            <p:ph type="body" sz="quarter" idx="37" hasCustomPrompt="1"/>
          </p:nvPr>
        </p:nvSpPr>
        <p:spPr>
          <a:xfrm>
            <a:off x="9726990" y="1371602"/>
            <a:ext cx="721093" cy="485340"/>
          </a:xfrm>
          <a:prstGeom prst="rect">
            <a:avLst/>
          </a:prstGeom>
        </p:spPr>
        <p:txBody>
          <a:bodyPr anchor="ctr"/>
          <a:lstStyle>
            <a:lvl1pPr marL="0" marR="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sz="4000" b="0">
                <a:solidFill>
                  <a:schemeClr val="tx1"/>
                </a:solidFill>
                <a:latin typeface="+mn-lt"/>
              </a:defRPr>
            </a:lvl1pPr>
          </a:lstStyle>
          <a:p>
            <a:pPr marL="0" marR="0" lvl="0" indent="0" algn="ctr" defTabSz="228594" rtl="0" eaLnBrk="1" fontAlgn="auto" latinLnBrk="0" hangingPunct="1">
              <a:lnSpc>
                <a:spcPct val="100000"/>
              </a:lnSpc>
              <a:spcBef>
                <a:spcPts val="0"/>
              </a:spcBef>
              <a:spcAft>
                <a:spcPts val="0"/>
              </a:spcAft>
              <a:buClrTx/>
              <a:buSzTx/>
              <a:buFont typeface="Graphik" panose="020B0604020202020204" pitchFamily="34" charset="0"/>
              <a:buNone/>
              <a:tabLst/>
              <a:defRPr/>
            </a:pPr>
            <a:r>
              <a:rPr lang="en-GB"/>
              <a:t>##</a:t>
            </a:r>
            <a:endParaRPr lang="en-US"/>
          </a:p>
        </p:txBody>
      </p:sp>
      <p:cxnSp>
        <p:nvCxnSpPr>
          <p:cNvPr id="29" name="Straight Connector 28">
            <a:extLst>
              <a:ext uri="{FF2B5EF4-FFF2-40B4-BE49-F238E27FC236}">
                <a16:creationId xmlns:a16="http://schemas.microsoft.com/office/drawing/2014/main" id="{678B4AEA-422E-5B9F-1050-B102C345D5CB}"/>
              </a:ext>
              <a:ext uri="{C183D7F6-B498-43B3-948B-1728B52AA6E4}">
                <adec:decorative xmlns:adec="http://schemas.microsoft.com/office/drawing/2017/decorative" val="1"/>
              </a:ext>
            </a:extLst>
          </p:cNvPr>
          <p:cNvCxnSpPr/>
          <p:nvPr userDrawn="1"/>
        </p:nvCxnSpPr>
        <p:spPr>
          <a:xfrm>
            <a:off x="9529939" y="1371603"/>
            <a:ext cx="0" cy="4719487"/>
          </a:xfrm>
          <a:prstGeom prst="line">
            <a:avLst/>
          </a:prstGeom>
          <a:ln w="12700">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3632383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Agenda: imag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97204A-4462-2F62-F226-525C35783498}"/>
              </a:ext>
            </a:extLst>
          </p:cNvPr>
          <p:cNvSpPr>
            <a:spLocks noGrp="1"/>
          </p:cNvSpPr>
          <p:nvPr>
            <p:ph type="title"/>
          </p:nvPr>
        </p:nvSpPr>
        <p:spPr>
          <a:xfrm>
            <a:off x="565461" y="558086"/>
            <a:ext cx="11075678" cy="393954"/>
          </a:xfrm>
        </p:spPr>
        <p:txBody>
          <a:bodyPr/>
          <a:lstStyle/>
          <a:p>
            <a:r>
              <a:rPr lang="en-GB"/>
              <a:t>Click to edit Master title style</a:t>
            </a:r>
            <a:endParaRPr lang="en-US"/>
          </a:p>
        </p:txBody>
      </p:sp>
      <p:sp>
        <p:nvSpPr>
          <p:cNvPr id="3" name="Picture Placeholder 10">
            <a:extLst>
              <a:ext uri="{FF2B5EF4-FFF2-40B4-BE49-F238E27FC236}">
                <a16:creationId xmlns:a16="http://schemas.microsoft.com/office/drawing/2014/main" id="{49ACF502-3E74-91C2-B945-4A140A77E48E}"/>
              </a:ext>
            </a:extLst>
          </p:cNvPr>
          <p:cNvSpPr>
            <a:spLocks noGrp="1"/>
          </p:cNvSpPr>
          <p:nvPr>
            <p:ph type="pic" sz="quarter" idx="10"/>
          </p:nvPr>
        </p:nvSpPr>
        <p:spPr>
          <a:xfrm>
            <a:off x="-6350" y="1331548"/>
            <a:ext cx="3130551" cy="4812304"/>
          </a:xfrm>
          <a:solidFill>
            <a:schemeClr val="bg1">
              <a:lumMod val="95000"/>
            </a:schemeClr>
          </a:solidFill>
        </p:spPr>
        <p:txBody>
          <a:bodyPr anchor="ctr"/>
          <a:lstStyle>
            <a:lvl1pPr algn="ctr">
              <a:defRPr>
                <a:solidFill>
                  <a:schemeClr val="tx1"/>
                </a:solidFill>
              </a:defRPr>
            </a:lvl1pPr>
          </a:lstStyle>
          <a:p>
            <a:r>
              <a:rPr lang="en-GB"/>
              <a:t>Click icon to add picture</a:t>
            </a:r>
            <a:endParaRPr lang="en-US"/>
          </a:p>
        </p:txBody>
      </p:sp>
      <p:sp>
        <p:nvSpPr>
          <p:cNvPr id="16" name="Text Placeholder 15">
            <a:extLst>
              <a:ext uri="{FF2B5EF4-FFF2-40B4-BE49-F238E27FC236}">
                <a16:creationId xmlns:a16="http://schemas.microsoft.com/office/drawing/2014/main" id="{E6ED4F0B-36A9-C1D2-C829-FDA15A800F9D}"/>
              </a:ext>
            </a:extLst>
          </p:cNvPr>
          <p:cNvSpPr>
            <a:spLocks noGrp="1"/>
          </p:cNvSpPr>
          <p:nvPr>
            <p:ph type="body" sz="quarter" idx="14" hasCustomPrompt="1"/>
          </p:nvPr>
        </p:nvSpPr>
        <p:spPr>
          <a:xfrm>
            <a:off x="3326296" y="1399117"/>
            <a:ext cx="563754" cy="492443"/>
          </a:xfrm>
        </p:spPr>
        <p:txBody>
          <a:bodyPr wrap="square">
            <a:spAutoFit/>
          </a:bodyPr>
          <a:lstStyle>
            <a:lvl1pPr algn="r">
              <a:defRPr sz="1600">
                <a:latin typeface="+mj-lt"/>
              </a:defRPr>
            </a:lvl1pPr>
          </a:lstStyle>
          <a:p>
            <a:pPr lvl="0"/>
            <a:r>
              <a:rPr lang="en-US"/>
              <a:t>Click ##</a:t>
            </a:r>
          </a:p>
        </p:txBody>
      </p:sp>
      <p:sp>
        <p:nvSpPr>
          <p:cNvPr id="4" name="Text Placeholder 2">
            <a:extLst>
              <a:ext uri="{FF2B5EF4-FFF2-40B4-BE49-F238E27FC236}">
                <a16:creationId xmlns:a16="http://schemas.microsoft.com/office/drawing/2014/main" id="{E40A9406-C547-1F85-E71D-853495CEBBB9}"/>
              </a:ext>
            </a:extLst>
          </p:cNvPr>
          <p:cNvSpPr>
            <a:spLocks noGrp="1"/>
          </p:cNvSpPr>
          <p:nvPr>
            <p:ph idx="1" hasCustomPrompt="1"/>
          </p:nvPr>
        </p:nvSpPr>
        <p:spPr>
          <a:xfrm>
            <a:off x="4148043" y="1398093"/>
            <a:ext cx="6980401" cy="694100"/>
          </a:xfrm>
          <a:prstGeom prst="rect">
            <a:avLst/>
          </a:prstGeom>
        </p:spPr>
        <p:txBody>
          <a:bodyPr vert="horz" lIns="0" tIns="0" rIns="0" bIns="0" rtlCol="0">
            <a:noAutofit/>
          </a:bodyPr>
          <a:lstStyle>
            <a:lvl1pPr>
              <a:spcAft>
                <a:spcPts val="400"/>
              </a:spcAft>
              <a:defRPr sz="1600" b="1" i="0">
                <a:solidFill>
                  <a:schemeClr val="bg2"/>
                </a:solidFill>
                <a:latin typeface="Graphik Semibold" panose="020B0503030202060203" pitchFamily="34" charset="77"/>
              </a:defRPr>
            </a:lvl1pPr>
            <a:lvl2pPr marL="0" indent="0">
              <a:spcAft>
                <a:spcPts val="400"/>
              </a:spcAft>
              <a:buNone/>
              <a:defRPr sz="1200" b="0" i="0">
                <a:latin typeface="Graphik" panose="020B0503030202060203" pitchFamily="34" charset="77"/>
              </a:defRPr>
            </a:lvl2pPr>
            <a:lvl3pPr marL="10584" indent="0">
              <a:spcAft>
                <a:spcPts val="400"/>
              </a:spcAft>
              <a:buNone/>
              <a:tabLst/>
              <a:defRPr sz="1200" b="0" i="0">
                <a:latin typeface="Graphik" panose="020B0503030202060203" pitchFamily="34" charset="77"/>
              </a:defRPr>
            </a:lvl3pPr>
            <a:lvl4pPr marL="16933" indent="0">
              <a:buNone/>
              <a:tabLst/>
              <a:defRPr b="0" i="0">
                <a:latin typeface="Graphik" panose="020B0503030202060203" pitchFamily="34" charset="77"/>
              </a:defRPr>
            </a:lvl4pPr>
            <a:lvl5pPr marL="16933" indent="0">
              <a:buNone/>
              <a:tabLst/>
              <a:defRPr b="0" i="0">
                <a:latin typeface="Graphik" panose="020B0503030202060203" pitchFamily="34" charset="77"/>
              </a:defRPr>
            </a:lvl5pPr>
            <a:lvl6pPr>
              <a:defRPr sz="1600" b="0" i="0">
                <a:latin typeface="Graphik" panose="020B0503030202060203" pitchFamily="34" charset="77"/>
              </a:defRPr>
            </a:lvl6pPr>
            <a:lvl7pPr>
              <a:defRPr sz="1200" b="0" i="0">
                <a:latin typeface="Graphik" panose="020B0503030202060203" pitchFamily="34" charset="77"/>
              </a:defRPr>
            </a:lvl7pPr>
            <a:lvl9pPr>
              <a:defRPr sz="1200" b="0" i="0">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p:txBody>
      </p:sp>
      <p:sp>
        <p:nvSpPr>
          <p:cNvPr id="17" name="Text Placeholder 15">
            <a:extLst>
              <a:ext uri="{FF2B5EF4-FFF2-40B4-BE49-F238E27FC236}">
                <a16:creationId xmlns:a16="http://schemas.microsoft.com/office/drawing/2014/main" id="{F21C5D35-2D9B-01B4-73C2-EF565E27FB9D}"/>
              </a:ext>
            </a:extLst>
          </p:cNvPr>
          <p:cNvSpPr>
            <a:spLocks noGrp="1"/>
          </p:cNvSpPr>
          <p:nvPr>
            <p:ph type="body" sz="quarter" idx="15" hasCustomPrompt="1"/>
          </p:nvPr>
        </p:nvSpPr>
        <p:spPr>
          <a:xfrm>
            <a:off x="3326296" y="2376037"/>
            <a:ext cx="563754" cy="492443"/>
          </a:xfrm>
        </p:spPr>
        <p:txBody>
          <a:bodyPr wrap="square">
            <a:spAutoFit/>
          </a:bodyPr>
          <a:lstStyle>
            <a:lvl1pPr algn="r">
              <a:defRPr sz="1600">
                <a:latin typeface="+mj-lt"/>
              </a:defRPr>
            </a:lvl1pPr>
          </a:lstStyle>
          <a:p>
            <a:pPr lvl="0"/>
            <a:r>
              <a:rPr lang="en-US"/>
              <a:t>Click ##</a:t>
            </a:r>
          </a:p>
        </p:txBody>
      </p:sp>
      <p:sp>
        <p:nvSpPr>
          <p:cNvPr id="8" name="Text Placeholder 2">
            <a:extLst>
              <a:ext uri="{FF2B5EF4-FFF2-40B4-BE49-F238E27FC236}">
                <a16:creationId xmlns:a16="http://schemas.microsoft.com/office/drawing/2014/main" id="{C79B9814-F84A-3469-40B8-1C61FBBE11E2}"/>
              </a:ext>
            </a:extLst>
          </p:cNvPr>
          <p:cNvSpPr>
            <a:spLocks noGrp="1"/>
          </p:cNvSpPr>
          <p:nvPr>
            <p:ph idx="11" hasCustomPrompt="1"/>
          </p:nvPr>
        </p:nvSpPr>
        <p:spPr>
          <a:xfrm>
            <a:off x="4148043" y="2375233"/>
            <a:ext cx="6980401" cy="694100"/>
          </a:xfrm>
          <a:prstGeom prst="rect">
            <a:avLst/>
          </a:prstGeom>
        </p:spPr>
        <p:txBody>
          <a:bodyPr vert="horz" lIns="0" tIns="0" rIns="0" bIns="0" rtlCol="0">
            <a:noAutofit/>
          </a:bodyPr>
          <a:lstStyle>
            <a:lvl1pPr>
              <a:spcAft>
                <a:spcPts val="400"/>
              </a:spcAft>
              <a:defRPr sz="1600" b="1" i="0">
                <a:solidFill>
                  <a:schemeClr val="bg2"/>
                </a:solidFill>
                <a:latin typeface="Graphik Semibold" panose="020B0503030202060203" pitchFamily="34" charset="77"/>
              </a:defRPr>
            </a:lvl1pPr>
            <a:lvl2pPr marL="0" indent="0">
              <a:spcAft>
                <a:spcPts val="400"/>
              </a:spcAft>
              <a:buNone/>
              <a:defRPr sz="1200" b="0" i="0">
                <a:latin typeface="Graphik" panose="020B0503030202060203" pitchFamily="34" charset="77"/>
              </a:defRPr>
            </a:lvl2pPr>
            <a:lvl3pPr marL="10584" indent="0">
              <a:spcAft>
                <a:spcPts val="400"/>
              </a:spcAft>
              <a:buNone/>
              <a:tabLst/>
              <a:defRPr sz="1200" b="0" i="0">
                <a:latin typeface="Graphik" panose="020B0503030202060203" pitchFamily="34" charset="77"/>
              </a:defRPr>
            </a:lvl3pPr>
            <a:lvl4pPr marL="16933" indent="0">
              <a:buNone/>
              <a:tabLst/>
              <a:defRPr b="0" i="0">
                <a:latin typeface="Graphik" panose="020B0503030202060203" pitchFamily="34" charset="77"/>
              </a:defRPr>
            </a:lvl4pPr>
            <a:lvl5pPr marL="16933" indent="0">
              <a:buNone/>
              <a:tabLst/>
              <a:defRPr b="0" i="0">
                <a:latin typeface="Graphik" panose="020B0503030202060203" pitchFamily="34" charset="77"/>
              </a:defRPr>
            </a:lvl5pPr>
            <a:lvl6pPr>
              <a:defRPr sz="1600" b="0" i="0">
                <a:latin typeface="Graphik" panose="020B0503030202060203" pitchFamily="34" charset="77"/>
              </a:defRPr>
            </a:lvl6pPr>
            <a:lvl7pPr>
              <a:defRPr sz="1200" b="0" i="0">
                <a:latin typeface="Graphik" panose="020B0503030202060203" pitchFamily="34" charset="77"/>
              </a:defRPr>
            </a:lvl7pPr>
            <a:lvl9pPr>
              <a:defRPr sz="1200" b="0" i="0">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p:txBody>
      </p:sp>
      <p:sp>
        <p:nvSpPr>
          <p:cNvPr id="18" name="Text Placeholder 15">
            <a:extLst>
              <a:ext uri="{FF2B5EF4-FFF2-40B4-BE49-F238E27FC236}">
                <a16:creationId xmlns:a16="http://schemas.microsoft.com/office/drawing/2014/main" id="{731C7DC5-DAD9-9025-120D-FBB8C142A60F}"/>
              </a:ext>
            </a:extLst>
          </p:cNvPr>
          <p:cNvSpPr>
            <a:spLocks noGrp="1"/>
          </p:cNvSpPr>
          <p:nvPr>
            <p:ph type="body" sz="quarter" idx="16" hasCustomPrompt="1"/>
          </p:nvPr>
        </p:nvSpPr>
        <p:spPr>
          <a:xfrm>
            <a:off x="3326296" y="3350384"/>
            <a:ext cx="563754" cy="492443"/>
          </a:xfrm>
        </p:spPr>
        <p:txBody>
          <a:bodyPr wrap="square">
            <a:spAutoFit/>
          </a:bodyPr>
          <a:lstStyle>
            <a:lvl1pPr algn="r">
              <a:defRPr sz="1600">
                <a:latin typeface="+mj-lt"/>
              </a:defRPr>
            </a:lvl1pPr>
          </a:lstStyle>
          <a:p>
            <a:pPr lvl="0"/>
            <a:r>
              <a:rPr lang="en-US"/>
              <a:t>Click ##</a:t>
            </a:r>
          </a:p>
        </p:txBody>
      </p:sp>
      <p:sp>
        <p:nvSpPr>
          <p:cNvPr id="9" name="Text Placeholder 2">
            <a:extLst>
              <a:ext uri="{FF2B5EF4-FFF2-40B4-BE49-F238E27FC236}">
                <a16:creationId xmlns:a16="http://schemas.microsoft.com/office/drawing/2014/main" id="{DBE139AE-63B6-C2C1-4D09-17C298F69AB6}"/>
              </a:ext>
            </a:extLst>
          </p:cNvPr>
          <p:cNvSpPr>
            <a:spLocks noGrp="1"/>
          </p:cNvSpPr>
          <p:nvPr>
            <p:ph idx="12" hasCustomPrompt="1"/>
          </p:nvPr>
        </p:nvSpPr>
        <p:spPr>
          <a:xfrm>
            <a:off x="4148043" y="3352372"/>
            <a:ext cx="6980401" cy="694100"/>
          </a:xfrm>
          <a:prstGeom prst="rect">
            <a:avLst/>
          </a:prstGeom>
        </p:spPr>
        <p:txBody>
          <a:bodyPr vert="horz" lIns="0" tIns="0" rIns="0" bIns="0" rtlCol="0">
            <a:noAutofit/>
          </a:bodyPr>
          <a:lstStyle>
            <a:lvl1pPr>
              <a:spcAft>
                <a:spcPts val="400"/>
              </a:spcAft>
              <a:defRPr sz="1600" b="1" i="0">
                <a:solidFill>
                  <a:schemeClr val="bg2"/>
                </a:solidFill>
                <a:latin typeface="Graphik Semibold" panose="020B0503030202060203" pitchFamily="34" charset="77"/>
              </a:defRPr>
            </a:lvl1pPr>
            <a:lvl2pPr marL="0" indent="0">
              <a:spcAft>
                <a:spcPts val="400"/>
              </a:spcAft>
              <a:buNone/>
              <a:defRPr sz="1200" b="0" i="0">
                <a:latin typeface="Graphik" panose="020B0503030202060203" pitchFamily="34" charset="77"/>
              </a:defRPr>
            </a:lvl2pPr>
            <a:lvl3pPr marL="10584" indent="0">
              <a:spcAft>
                <a:spcPts val="400"/>
              </a:spcAft>
              <a:buNone/>
              <a:tabLst/>
              <a:defRPr sz="1200" b="0" i="0">
                <a:latin typeface="Graphik" panose="020B0503030202060203" pitchFamily="34" charset="77"/>
              </a:defRPr>
            </a:lvl3pPr>
            <a:lvl4pPr marL="16933" indent="0">
              <a:buNone/>
              <a:tabLst/>
              <a:defRPr b="0" i="0">
                <a:latin typeface="Graphik" panose="020B0503030202060203" pitchFamily="34" charset="77"/>
              </a:defRPr>
            </a:lvl4pPr>
            <a:lvl5pPr marL="16933" indent="0">
              <a:buNone/>
              <a:tabLst/>
              <a:defRPr b="0" i="0">
                <a:latin typeface="Graphik" panose="020B0503030202060203" pitchFamily="34" charset="77"/>
              </a:defRPr>
            </a:lvl5pPr>
            <a:lvl6pPr>
              <a:defRPr sz="1600" b="0" i="0">
                <a:latin typeface="Graphik" panose="020B0503030202060203" pitchFamily="34" charset="77"/>
              </a:defRPr>
            </a:lvl6pPr>
            <a:lvl7pPr>
              <a:defRPr sz="1200" b="0" i="0">
                <a:latin typeface="Graphik" panose="020B0503030202060203" pitchFamily="34" charset="77"/>
              </a:defRPr>
            </a:lvl7pPr>
            <a:lvl9pPr>
              <a:defRPr sz="1200" b="0" i="0">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p:txBody>
      </p:sp>
      <p:sp>
        <p:nvSpPr>
          <p:cNvPr id="19" name="Text Placeholder 15">
            <a:extLst>
              <a:ext uri="{FF2B5EF4-FFF2-40B4-BE49-F238E27FC236}">
                <a16:creationId xmlns:a16="http://schemas.microsoft.com/office/drawing/2014/main" id="{8EA33AE2-AAF8-CAB9-E244-AD70E24C3EB6}"/>
              </a:ext>
            </a:extLst>
          </p:cNvPr>
          <p:cNvSpPr>
            <a:spLocks noGrp="1"/>
          </p:cNvSpPr>
          <p:nvPr>
            <p:ph type="body" sz="quarter" idx="17" hasCustomPrompt="1"/>
          </p:nvPr>
        </p:nvSpPr>
        <p:spPr>
          <a:xfrm>
            <a:off x="3326296" y="4335521"/>
            <a:ext cx="563754" cy="492443"/>
          </a:xfrm>
        </p:spPr>
        <p:txBody>
          <a:bodyPr wrap="square">
            <a:spAutoFit/>
          </a:bodyPr>
          <a:lstStyle>
            <a:lvl1pPr algn="r">
              <a:defRPr sz="1600">
                <a:latin typeface="+mj-lt"/>
              </a:defRPr>
            </a:lvl1pPr>
          </a:lstStyle>
          <a:p>
            <a:pPr lvl="0"/>
            <a:r>
              <a:rPr lang="en-US"/>
              <a:t>Click ##</a:t>
            </a:r>
          </a:p>
        </p:txBody>
      </p:sp>
      <p:sp>
        <p:nvSpPr>
          <p:cNvPr id="10" name="Text Placeholder 2">
            <a:extLst>
              <a:ext uri="{FF2B5EF4-FFF2-40B4-BE49-F238E27FC236}">
                <a16:creationId xmlns:a16="http://schemas.microsoft.com/office/drawing/2014/main" id="{F7111FC3-B91A-E597-25A2-DCDF58B1DF3D}"/>
              </a:ext>
            </a:extLst>
          </p:cNvPr>
          <p:cNvSpPr>
            <a:spLocks noGrp="1"/>
          </p:cNvSpPr>
          <p:nvPr>
            <p:ph idx="13" hasCustomPrompt="1"/>
          </p:nvPr>
        </p:nvSpPr>
        <p:spPr>
          <a:xfrm>
            <a:off x="4148043" y="4329511"/>
            <a:ext cx="6980401" cy="694100"/>
          </a:xfrm>
          <a:prstGeom prst="rect">
            <a:avLst/>
          </a:prstGeom>
        </p:spPr>
        <p:txBody>
          <a:bodyPr vert="horz" lIns="0" tIns="0" rIns="0" bIns="0" rtlCol="0">
            <a:noAutofit/>
          </a:bodyPr>
          <a:lstStyle>
            <a:lvl1pPr>
              <a:spcAft>
                <a:spcPts val="400"/>
              </a:spcAft>
              <a:defRPr sz="1600" b="1" i="0">
                <a:solidFill>
                  <a:schemeClr val="bg2"/>
                </a:solidFill>
                <a:latin typeface="Graphik Semibold" panose="020B0503030202060203" pitchFamily="34" charset="77"/>
              </a:defRPr>
            </a:lvl1pPr>
            <a:lvl2pPr marL="0" indent="0">
              <a:spcAft>
                <a:spcPts val="400"/>
              </a:spcAft>
              <a:buNone/>
              <a:defRPr sz="1200" b="0" i="0">
                <a:latin typeface="Graphik" panose="020B0503030202060203" pitchFamily="34" charset="77"/>
              </a:defRPr>
            </a:lvl2pPr>
            <a:lvl3pPr marL="10584" indent="0">
              <a:spcAft>
                <a:spcPts val="400"/>
              </a:spcAft>
              <a:buNone/>
              <a:tabLst/>
              <a:defRPr sz="1200" b="0" i="0">
                <a:latin typeface="Graphik" panose="020B0503030202060203" pitchFamily="34" charset="77"/>
              </a:defRPr>
            </a:lvl3pPr>
            <a:lvl4pPr marL="16933" indent="0">
              <a:buNone/>
              <a:tabLst/>
              <a:defRPr b="0" i="0">
                <a:latin typeface="Graphik" panose="020B0503030202060203" pitchFamily="34" charset="77"/>
              </a:defRPr>
            </a:lvl4pPr>
            <a:lvl5pPr marL="16933" indent="0">
              <a:buNone/>
              <a:tabLst/>
              <a:defRPr b="0" i="0">
                <a:latin typeface="Graphik" panose="020B0503030202060203" pitchFamily="34" charset="77"/>
              </a:defRPr>
            </a:lvl5pPr>
            <a:lvl6pPr>
              <a:defRPr sz="1600" b="0" i="0">
                <a:latin typeface="Graphik" panose="020B0503030202060203" pitchFamily="34" charset="77"/>
              </a:defRPr>
            </a:lvl6pPr>
            <a:lvl7pPr>
              <a:defRPr sz="1200" b="0" i="0">
                <a:latin typeface="Graphik" panose="020B0503030202060203" pitchFamily="34" charset="77"/>
              </a:defRPr>
            </a:lvl7pPr>
            <a:lvl9pPr>
              <a:defRPr sz="1200" b="0" i="0">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p:txBody>
      </p:sp>
      <p:sp>
        <p:nvSpPr>
          <p:cNvPr id="6" name="Text Placeholder 15">
            <a:extLst>
              <a:ext uri="{FF2B5EF4-FFF2-40B4-BE49-F238E27FC236}">
                <a16:creationId xmlns:a16="http://schemas.microsoft.com/office/drawing/2014/main" id="{8EC9E534-1AD8-73C5-C5AC-15F48DA342B1}"/>
              </a:ext>
            </a:extLst>
          </p:cNvPr>
          <p:cNvSpPr>
            <a:spLocks noGrp="1"/>
          </p:cNvSpPr>
          <p:nvPr>
            <p:ph type="body" sz="quarter" idx="19" hasCustomPrompt="1"/>
          </p:nvPr>
        </p:nvSpPr>
        <p:spPr>
          <a:xfrm>
            <a:off x="3326296" y="5307673"/>
            <a:ext cx="563754" cy="492443"/>
          </a:xfrm>
        </p:spPr>
        <p:txBody>
          <a:bodyPr wrap="square">
            <a:spAutoFit/>
          </a:bodyPr>
          <a:lstStyle>
            <a:lvl1pPr algn="r">
              <a:defRPr sz="1600">
                <a:latin typeface="+mj-lt"/>
              </a:defRPr>
            </a:lvl1pPr>
          </a:lstStyle>
          <a:p>
            <a:pPr lvl="0"/>
            <a:r>
              <a:rPr lang="en-US"/>
              <a:t>Click ##</a:t>
            </a:r>
          </a:p>
        </p:txBody>
      </p:sp>
      <p:sp>
        <p:nvSpPr>
          <p:cNvPr id="5" name="Text Placeholder 2">
            <a:extLst>
              <a:ext uri="{FF2B5EF4-FFF2-40B4-BE49-F238E27FC236}">
                <a16:creationId xmlns:a16="http://schemas.microsoft.com/office/drawing/2014/main" id="{1702F099-923C-04BF-8A6D-959AE146329A}"/>
              </a:ext>
            </a:extLst>
          </p:cNvPr>
          <p:cNvSpPr>
            <a:spLocks noGrp="1"/>
          </p:cNvSpPr>
          <p:nvPr>
            <p:ph idx="18" hasCustomPrompt="1"/>
          </p:nvPr>
        </p:nvSpPr>
        <p:spPr>
          <a:xfrm>
            <a:off x="4148043" y="5306651"/>
            <a:ext cx="6980401" cy="694100"/>
          </a:xfrm>
          <a:prstGeom prst="rect">
            <a:avLst/>
          </a:prstGeom>
        </p:spPr>
        <p:txBody>
          <a:bodyPr vert="horz" lIns="0" tIns="0" rIns="0" bIns="0" rtlCol="0">
            <a:noAutofit/>
          </a:bodyPr>
          <a:lstStyle>
            <a:lvl1pPr>
              <a:spcAft>
                <a:spcPts val="400"/>
              </a:spcAft>
              <a:defRPr sz="1600" b="1" i="0">
                <a:solidFill>
                  <a:schemeClr val="bg2"/>
                </a:solidFill>
                <a:latin typeface="Graphik Semibold" panose="020B0503030202060203" pitchFamily="34" charset="77"/>
              </a:defRPr>
            </a:lvl1pPr>
            <a:lvl2pPr marL="0" indent="0">
              <a:spcAft>
                <a:spcPts val="400"/>
              </a:spcAft>
              <a:buNone/>
              <a:defRPr sz="1200" b="0" i="0">
                <a:latin typeface="Graphik" panose="020B0503030202060203" pitchFamily="34" charset="77"/>
              </a:defRPr>
            </a:lvl2pPr>
            <a:lvl3pPr marL="10584" indent="0">
              <a:spcAft>
                <a:spcPts val="400"/>
              </a:spcAft>
              <a:buNone/>
              <a:tabLst/>
              <a:defRPr sz="1200" b="0" i="0">
                <a:latin typeface="Graphik" panose="020B0503030202060203" pitchFamily="34" charset="77"/>
              </a:defRPr>
            </a:lvl3pPr>
            <a:lvl4pPr marL="16933" indent="0">
              <a:buNone/>
              <a:tabLst/>
              <a:defRPr b="0" i="0">
                <a:latin typeface="Graphik" panose="020B0503030202060203" pitchFamily="34" charset="77"/>
              </a:defRPr>
            </a:lvl4pPr>
            <a:lvl5pPr marL="16933" indent="0">
              <a:buNone/>
              <a:tabLst/>
              <a:defRPr b="0" i="0">
                <a:latin typeface="Graphik" panose="020B0503030202060203" pitchFamily="34" charset="77"/>
              </a:defRPr>
            </a:lvl5pPr>
            <a:lvl6pPr>
              <a:defRPr sz="1600" b="0" i="0">
                <a:latin typeface="Graphik" panose="020B0503030202060203" pitchFamily="34" charset="77"/>
              </a:defRPr>
            </a:lvl6pPr>
            <a:lvl7pPr>
              <a:defRPr sz="1200" b="0" i="0">
                <a:latin typeface="Graphik" panose="020B0503030202060203" pitchFamily="34" charset="77"/>
              </a:defRPr>
            </a:lvl7pPr>
            <a:lvl9pPr>
              <a:defRPr sz="1200" b="0" i="0">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p:txBody>
      </p:sp>
    </p:spTree>
    <p:extLst>
      <p:ext uri="{BB962C8B-B14F-4D97-AF65-F5344CB8AC3E}">
        <p14:creationId xmlns:p14="http://schemas.microsoft.com/office/powerpoint/2010/main" val="2080521210"/>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Section divider: gradient">
    <p:bg>
      <p:bgPr>
        <a:solidFill>
          <a:schemeClr val="accent3"/>
        </a:solidFill>
        <a:effectLst/>
      </p:bgPr>
    </p:bg>
    <p:spTree>
      <p:nvGrpSpPr>
        <p:cNvPr id="1" name=""/>
        <p:cNvGrpSpPr/>
        <p:nvPr/>
      </p:nvGrpSpPr>
      <p:grpSpPr>
        <a:xfrm>
          <a:off x="0" y="0"/>
          <a:ext cx="0" cy="0"/>
          <a:chOff x="0" y="0"/>
          <a:chExt cx="0" cy="0"/>
        </a:xfrm>
      </p:grpSpPr>
      <p:pic>
        <p:nvPicPr>
          <p:cNvPr id="4" name="Picture 3" descr="A purple and white blurry background&#10;&#10;AI-generated content may be incorrect.">
            <a:extLst>
              <a:ext uri="{FF2B5EF4-FFF2-40B4-BE49-F238E27FC236}">
                <a16:creationId xmlns:a16="http://schemas.microsoft.com/office/drawing/2014/main" id="{87111667-186F-DD25-9A4B-3608F196AB7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5400000">
            <a:off x="2665522" y="-2667001"/>
            <a:ext cx="6857998" cy="12192000"/>
          </a:xfrm>
          <a:prstGeom prst="rect">
            <a:avLst/>
          </a:prstGeom>
        </p:spPr>
      </p:pic>
      <p:sp>
        <p:nvSpPr>
          <p:cNvPr id="17" name="Title 1">
            <a:extLst>
              <a:ext uri="{FF2B5EF4-FFF2-40B4-BE49-F238E27FC236}">
                <a16:creationId xmlns:a16="http://schemas.microsoft.com/office/drawing/2014/main" id="{2B28B826-EFF3-117E-A205-62F240EBE2CC}"/>
              </a:ext>
            </a:extLst>
          </p:cNvPr>
          <p:cNvSpPr>
            <a:spLocks noGrp="1"/>
          </p:cNvSpPr>
          <p:nvPr>
            <p:ph type="ctrTitle"/>
          </p:nvPr>
        </p:nvSpPr>
        <p:spPr bwMode="white">
          <a:xfrm>
            <a:off x="1182796" y="3776810"/>
            <a:ext cx="5715000" cy="1329595"/>
          </a:xfrm>
          <a:prstGeom prst="rect">
            <a:avLst/>
          </a:prstGeom>
        </p:spPr>
        <p:txBody>
          <a:bodyPr anchor="b"/>
          <a:lstStyle>
            <a:lvl1pPr algn="l">
              <a:lnSpc>
                <a:spcPct val="90000"/>
              </a:lnSpc>
              <a:defRPr sz="4800">
                <a:solidFill>
                  <a:schemeClr val="tx1"/>
                </a:solidFill>
              </a:defRPr>
            </a:lvl1pPr>
          </a:lstStyle>
          <a:p>
            <a:r>
              <a:rPr lang="en-GB"/>
              <a:t>Click to edit Master title style</a:t>
            </a:r>
            <a:endParaRPr lang="en-US"/>
          </a:p>
        </p:txBody>
      </p:sp>
      <p:sp>
        <p:nvSpPr>
          <p:cNvPr id="18" name="Subtitle 2">
            <a:extLst>
              <a:ext uri="{FF2B5EF4-FFF2-40B4-BE49-F238E27FC236}">
                <a16:creationId xmlns:a16="http://schemas.microsoft.com/office/drawing/2014/main" id="{31547BE7-16A3-D21E-ADAC-48D17CDF3008}"/>
              </a:ext>
            </a:extLst>
          </p:cNvPr>
          <p:cNvSpPr>
            <a:spLocks noGrp="1"/>
          </p:cNvSpPr>
          <p:nvPr>
            <p:ph type="subTitle" idx="1" hasCustomPrompt="1"/>
          </p:nvPr>
        </p:nvSpPr>
        <p:spPr bwMode="white">
          <a:xfrm>
            <a:off x="1182796" y="5219056"/>
            <a:ext cx="5715000" cy="1092845"/>
          </a:xfrm>
          <a:prstGeom prst="rect">
            <a:avLst/>
          </a:prstGeom>
        </p:spPr>
        <p:txBody>
          <a:bodyPr/>
          <a:lstStyle>
            <a:lvl1pPr marL="0" indent="0" algn="l">
              <a:lnSpc>
                <a:spcPct val="90000"/>
              </a:lnSpc>
              <a:spcAft>
                <a:spcPts val="0"/>
              </a:spcAft>
              <a:buNone/>
              <a:defRPr sz="1800" b="0" i="0" spc="0">
                <a:solidFill>
                  <a:schemeClr val="tx1"/>
                </a:solidFill>
                <a:latin typeface="Graphik" panose="020B0503030202060203" pitchFamily="34"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pPr marL="0" lvl="0" indent="0" algn="l" defTabSz="914377" rtl="0" eaLnBrk="1" latinLnBrk="0" hangingPunct="1">
              <a:lnSpc>
                <a:spcPct val="100000"/>
              </a:lnSpc>
              <a:spcBef>
                <a:spcPts val="0"/>
              </a:spcBef>
              <a:spcAft>
                <a:spcPts val="0"/>
              </a:spcAft>
              <a:buFont typeface="Graphik" panose="020B0604020202020204" pitchFamily="34" charset="0"/>
              <a:buNone/>
            </a:pPr>
            <a:r>
              <a:rPr lang="en-GB"/>
              <a:t>Place subtitle here in </a:t>
            </a:r>
            <a:r>
              <a:rPr lang="en-GB" err="1"/>
              <a:t>Graphik</a:t>
            </a:r>
            <a:r>
              <a:rPr lang="en-GB"/>
              <a:t> regular</a:t>
            </a:r>
            <a:endParaRPr lang="en-US"/>
          </a:p>
        </p:txBody>
      </p:sp>
      <p:sp>
        <p:nvSpPr>
          <p:cNvPr id="2" name="Text Placeholder 8">
            <a:extLst>
              <a:ext uri="{FF2B5EF4-FFF2-40B4-BE49-F238E27FC236}">
                <a16:creationId xmlns:a16="http://schemas.microsoft.com/office/drawing/2014/main" id="{56C59DBC-B2E5-1892-B37B-68897D161976}"/>
              </a:ext>
            </a:extLst>
          </p:cNvPr>
          <p:cNvSpPr>
            <a:spLocks noGrp="1"/>
          </p:cNvSpPr>
          <p:nvPr>
            <p:ph type="body" sz="quarter" idx="11" hasCustomPrompt="1"/>
          </p:nvPr>
        </p:nvSpPr>
        <p:spPr>
          <a:xfrm>
            <a:off x="1189497" y="2433053"/>
            <a:ext cx="1150956" cy="1231106"/>
          </a:xfrm>
        </p:spPr>
        <p:txBody>
          <a:bodyPr wrap="none" anchor="b">
            <a:spAutoFit/>
          </a:bodyPr>
          <a:lstStyle>
            <a:lvl1pPr>
              <a:defRPr sz="8000">
                <a:latin typeface="+mj-lt"/>
              </a:defRPr>
            </a:lvl1pPr>
          </a:lstStyle>
          <a:p>
            <a:pPr lvl="0"/>
            <a:r>
              <a:rPr lang="pt-BR"/>
              <a:t>##</a:t>
            </a:r>
            <a:endParaRPr lang="en-AR"/>
          </a:p>
        </p:txBody>
      </p:sp>
      <p:sp>
        <p:nvSpPr>
          <p:cNvPr id="9" name="GTS_WH">
            <a:extLst>
              <a:ext uri="{FF2B5EF4-FFF2-40B4-BE49-F238E27FC236}">
                <a16:creationId xmlns:a16="http://schemas.microsoft.com/office/drawing/2014/main" id="{08C622A3-6AC3-418E-A8AE-75B117754CFC}"/>
              </a:ext>
              <a:ext uri="{C183D7F6-B498-43B3-948B-1728B52AA6E4}">
                <adec:decorative xmlns:adec="http://schemas.microsoft.com/office/drawing/2017/decorative" val="1"/>
              </a:ext>
            </a:extLst>
          </p:cNvPr>
          <p:cNvSpPr>
            <a:spLocks noChangeAspect="1"/>
          </p:cNvSpPr>
          <p:nvPr userDrawn="1"/>
        </p:nvSpPr>
        <p:spPr bwMode="white">
          <a:xfrm>
            <a:off x="10499353" y="5752334"/>
            <a:ext cx="509851" cy="559567"/>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10489473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Section divider: image dark mode">
    <p:bg>
      <p:bgPr>
        <a:solidFill>
          <a:srgbClr val="0000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394B85-B39D-4BE7-A334-787162CB4A41}"/>
              </a:ext>
            </a:extLst>
          </p:cNvPr>
          <p:cNvSpPr>
            <a:spLocks noGrp="1"/>
          </p:cNvSpPr>
          <p:nvPr>
            <p:ph type="title" hasCustomPrompt="1"/>
          </p:nvPr>
        </p:nvSpPr>
        <p:spPr>
          <a:xfrm>
            <a:off x="574352" y="4020089"/>
            <a:ext cx="4205323" cy="787908"/>
          </a:xfrm>
          <a:prstGeom prst="rect">
            <a:avLst/>
          </a:prstGeom>
        </p:spPr>
        <p:txBody>
          <a:bodyPr anchor="b" anchorCtr="0"/>
          <a:lstStyle>
            <a:lvl1pPr>
              <a:defRPr sz="3200">
                <a:solidFill>
                  <a:schemeClr val="tx1"/>
                </a:solidFill>
              </a:defRPr>
            </a:lvl1pPr>
          </a:lstStyle>
          <a:p>
            <a:r>
              <a:rPr lang="en-US"/>
              <a:t>Click to edit Section title style</a:t>
            </a:r>
          </a:p>
        </p:txBody>
      </p:sp>
      <p:sp>
        <p:nvSpPr>
          <p:cNvPr id="3" name="Text Placeholder 8">
            <a:extLst>
              <a:ext uri="{FF2B5EF4-FFF2-40B4-BE49-F238E27FC236}">
                <a16:creationId xmlns:a16="http://schemas.microsoft.com/office/drawing/2014/main" id="{1462BA77-FAF3-D3DC-18C0-2C2257012AB5}"/>
              </a:ext>
            </a:extLst>
          </p:cNvPr>
          <p:cNvSpPr>
            <a:spLocks noGrp="1"/>
          </p:cNvSpPr>
          <p:nvPr>
            <p:ph type="body" sz="quarter" idx="11" hasCustomPrompt="1"/>
          </p:nvPr>
        </p:nvSpPr>
        <p:spPr>
          <a:xfrm>
            <a:off x="574352" y="2576447"/>
            <a:ext cx="1150956" cy="1231106"/>
          </a:xfrm>
        </p:spPr>
        <p:txBody>
          <a:bodyPr wrap="none" anchor="b">
            <a:spAutoFit/>
          </a:bodyPr>
          <a:lstStyle>
            <a:lvl1pPr>
              <a:defRPr sz="8000">
                <a:latin typeface="+mj-lt"/>
              </a:defRPr>
            </a:lvl1pPr>
          </a:lstStyle>
          <a:p>
            <a:pPr lvl="0"/>
            <a:r>
              <a:rPr lang="pt-BR"/>
              <a:t>##</a:t>
            </a:r>
            <a:endParaRPr lang="en-AR"/>
          </a:p>
        </p:txBody>
      </p:sp>
      <p:sp>
        <p:nvSpPr>
          <p:cNvPr id="5" name="Text Placeholder 8">
            <a:extLst>
              <a:ext uri="{FF2B5EF4-FFF2-40B4-BE49-F238E27FC236}">
                <a16:creationId xmlns:a16="http://schemas.microsoft.com/office/drawing/2014/main" id="{772726BC-B615-3428-7DAF-2FCAE36D30B4}"/>
              </a:ext>
            </a:extLst>
          </p:cNvPr>
          <p:cNvSpPr>
            <a:spLocks noGrp="1"/>
          </p:cNvSpPr>
          <p:nvPr>
            <p:ph type="body" sz="quarter" idx="19" hasCustomPrompt="1"/>
          </p:nvPr>
        </p:nvSpPr>
        <p:spPr>
          <a:xfrm>
            <a:off x="574352" y="5080829"/>
            <a:ext cx="4205324" cy="787909"/>
          </a:xfrm>
          <a:prstGeom prst="rect">
            <a:avLst/>
          </a:prstGeom>
        </p:spPr>
        <p:txBody>
          <a:bodyPr/>
          <a:lstStyle>
            <a:lvl1pPr marL="0" indent="0">
              <a:lnSpc>
                <a:spcPct val="90000"/>
              </a:lnSpc>
              <a:spcAft>
                <a:spcPts val="600"/>
              </a:spcAft>
              <a:buNone/>
              <a:defRPr sz="1600" b="0" i="0">
                <a:solidFill>
                  <a:schemeClr val="accent2"/>
                </a:solidFill>
                <a:latin typeface="Graphik" panose="020B0503030202060203" pitchFamily="34" charset="77"/>
              </a:defRPr>
            </a:lvl1pPr>
            <a:lvl2pPr marL="0" indent="0">
              <a:spcAft>
                <a:spcPts val="600"/>
              </a:spcAft>
              <a:buNone/>
              <a:defRPr sz="2400">
                <a:latin typeface="GT Sectra Fine Rg" panose="00000500000000000000" pitchFamily="50" charset="0"/>
              </a:defRPr>
            </a:lvl2pPr>
            <a:lvl3pPr marL="0" indent="0">
              <a:spcAft>
                <a:spcPts val="600"/>
              </a:spcAft>
              <a:buNone/>
              <a:defRPr sz="2400">
                <a:latin typeface="GT Sectra Fine Rg" panose="00000500000000000000" pitchFamily="50" charset="0"/>
              </a:defRPr>
            </a:lvl3pPr>
            <a:lvl4pPr marL="0" indent="0">
              <a:spcAft>
                <a:spcPts val="600"/>
              </a:spcAft>
              <a:buNone/>
              <a:defRPr sz="2400">
                <a:latin typeface="GT Sectra Fine Rg" panose="00000500000000000000" pitchFamily="50" charset="0"/>
              </a:defRPr>
            </a:lvl4pPr>
            <a:lvl5pPr marL="0" indent="0">
              <a:spcAft>
                <a:spcPts val="600"/>
              </a:spcAft>
              <a:buNone/>
              <a:defRPr sz="2400">
                <a:latin typeface="GT Sectra Fine Rg" panose="00000500000000000000" pitchFamily="50" charset="0"/>
              </a:defRPr>
            </a:lvl5pPr>
          </a:lstStyle>
          <a:p>
            <a:pPr lvl="0"/>
            <a:r>
              <a:rPr lang="en-GB"/>
              <a:t>Place subtitle here in </a:t>
            </a:r>
            <a:r>
              <a:rPr lang="en-GB" err="1"/>
              <a:t>Graphik</a:t>
            </a:r>
            <a:r>
              <a:rPr lang="en-GB"/>
              <a:t> regular</a:t>
            </a:r>
            <a:endParaRPr lang="en-US"/>
          </a:p>
        </p:txBody>
      </p:sp>
      <p:sp>
        <p:nvSpPr>
          <p:cNvPr id="12" name="Picture Placeholder 18">
            <a:extLst>
              <a:ext uri="{FF2B5EF4-FFF2-40B4-BE49-F238E27FC236}">
                <a16:creationId xmlns:a16="http://schemas.microsoft.com/office/drawing/2014/main" id="{3996D868-07E7-4C6F-B00B-4026C634BAE0}"/>
              </a:ext>
            </a:extLst>
          </p:cNvPr>
          <p:cNvSpPr>
            <a:spLocks noGrp="1"/>
          </p:cNvSpPr>
          <p:nvPr>
            <p:ph type="pic" sz="quarter" idx="13" hasCustomPrompt="1"/>
          </p:nvPr>
        </p:nvSpPr>
        <p:spPr>
          <a:xfrm>
            <a:off x="5362807" y="549275"/>
            <a:ext cx="6278331" cy="5759449"/>
          </a:xfrm>
          <a:prstGeom prst="rect">
            <a:avLst/>
          </a:prstGeom>
          <a:solidFill>
            <a:schemeClr val="tx1">
              <a:lumMod val="95000"/>
            </a:schemeClr>
          </a:solidFill>
        </p:spPr>
        <p:txBody>
          <a:bodyPr tIns="274320" bIns="274320" anchor="ctr"/>
          <a:lstStyle>
            <a:lvl1pPr marL="0" indent="0" algn="ctr">
              <a:buNone/>
              <a:defRPr sz="1400" b="0" i="0">
                <a:solidFill>
                  <a:schemeClr val="bg1"/>
                </a:solidFill>
                <a:latin typeface="Graphik" panose="020B0503030202060203" pitchFamily="34" charset="77"/>
              </a:defRPr>
            </a:lvl1pPr>
          </a:lstStyle>
          <a:p>
            <a:r>
              <a:rPr lang="en-GB"/>
              <a:t>Drag picture to placeholder or click icon to add</a:t>
            </a:r>
            <a:endParaRPr lang="en-US"/>
          </a:p>
        </p:txBody>
      </p:sp>
      <p:sp>
        <p:nvSpPr>
          <p:cNvPr id="16" name="GTS_WH">
            <a:extLst>
              <a:ext uri="{FF2B5EF4-FFF2-40B4-BE49-F238E27FC236}">
                <a16:creationId xmlns:a16="http://schemas.microsoft.com/office/drawing/2014/main" id="{B99510A1-6B22-EF9F-A1BE-64088860C26E}"/>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4" name="copyright">
            <a:extLst>
              <a:ext uri="{FF2B5EF4-FFF2-40B4-BE49-F238E27FC236}">
                <a16:creationId xmlns:a16="http://schemas.microsoft.com/office/drawing/2014/main" id="{3BFEEF07-2489-1DF1-A61D-F05EF6756806}"/>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rgbClr val="FFFFFF">
                    <a:alpha val="75000"/>
                  </a:srgbClr>
                </a:solidFill>
                <a:latin typeface="Graphik" panose="020B0503030202060203" pitchFamily="34" charset="77"/>
              </a:rPr>
              <a:t>Copyright © 2025 Accenture. All rights reserved.</a:t>
            </a:r>
            <a:endParaRPr lang="en-US" sz="1351" noProof="0">
              <a:solidFill>
                <a:srgbClr val="FFFFFF">
                  <a:alpha val="75000"/>
                </a:srgbClr>
              </a:solidFill>
              <a:latin typeface="Graphik" panose="020B0503030202060203" pitchFamily="34" charset="77"/>
            </a:endParaRPr>
          </a:p>
        </p:txBody>
      </p:sp>
      <p:sp>
        <p:nvSpPr>
          <p:cNvPr id="7" name="slide number automatic">
            <a:extLst>
              <a:ext uri="{FF2B5EF4-FFF2-40B4-BE49-F238E27FC236}">
                <a16:creationId xmlns:a16="http://schemas.microsoft.com/office/drawing/2014/main" id="{89017E74-C690-EF85-4C2D-25D3ED0FF55F}"/>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rgbClr val="FFFFFF">
                    <a:alpha val="75000"/>
                  </a:srgb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rgbClr val="FFFFFF">
                  <a:alpha val="75000"/>
                </a:srgbClr>
              </a:solidFill>
              <a:latin typeface="+mj-lt"/>
            </a:endParaRPr>
          </a:p>
        </p:txBody>
      </p:sp>
    </p:spTree>
    <p:extLst>
      <p:ext uri="{BB962C8B-B14F-4D97-AF65-F5344CB8AC3E}">
        <p14:creationId xmlns:p14="http://schemas.microsoft.com/office/powerpoint/2010/main" val="193908803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Section divider: image light mode">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1F18E800-DE3F-7813-356B-5ABD491337A5}"/>
              </a:ext>
            </a:extLst>
          </p:cNvPr>
          <p:cNvSpPr>
            <a:spLocks noGrp="1"/>
          </p:cNvSpPr>
          <p:nvPr>
            <p:ph type="title" hasCustomPrompt="1"/>
          </p:nvPr>
        </p:nvSpPr>
        <p:spPr>
          <a:xfrm>
            <a:off x="574352" y="4020089"/>
            <a:ext cx="4205323" cy="787908"/>
          </a:xfrm>
          <a:prstGeom prst="rect">
            <a:avLst/>
          </a:prstGeom>
        </p:spPr>
        <p:txBody>
          <a:bodyPr anchor="b" anchorCtr="0"/>
          <a:lstStyle>
            <a:lvl1pPr>
              <a:defRPr sz="3200">
                <a:solidFill>
                  <a:schemeClr val="tx1"/>
                </a:solidFill>
              </a:defRPr>
            </a:lvl1pPr>
          </a:lstStyle>
          <a:p>
            <a:r>
              <a:rPr lang="en-US"/>
              <a:t>Click to edit Section title style</a:t>
            </a:r>
          </a:p>
        </p:txBody>
      </p:sp>
      <p:sp>
        <p:nvSpPr>
          <p:cNvPr id="11" name="Picture Placeholder 18">
            <a:extLst>
              <a:ext uri="{FF2B5EF4-FFF2-40B4-BE49-F238E27FC236}">
                <a16:creationId xmlns:a16="http://schemas.microsoft.com/office/drawing/2014/main" id="{C1C7CFCC-2C79-7017-C82B-A74A23285174}"/>
              </a:ext>
            </a:extLst>
          </p:cNvPr>
          <p:cNvSpPr>
            <a:spLocks noGrp="1"/>
          </p:cNvSpPr>
          <p:nvPr>
            <p:ph type="pic" sz="quarter" idx="13" hasCustomPrompt="1"/>
          </p:nvPr>
        </p:nvSpPr>
        <p:spPr>
          <a:xfrm>
            <a:off x="5362807" y="549275"/>
            <a:ext cx="6278331" cy="5759449"/>
          </a:xfrm>
          <a:prstGeom prst="rect">
            <a:avLst/>
          </a:prstGeom>
          <a:solidFill>
            <a:schemeClr val="bg1">
              <a:lumMod val="95000"/>
            </a:schemeClr>
          </a:solidFill>
        </p:spPr>
        <p:txBody>
          <a:bodyPr tIns="274320" bIns="27432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
        <p:nvSpPr>
          <p:cNvPr id="12" name="Text Placeholder 8">
            <a:extLst>
              <a:ext uri="{FF2B5EF4-FFF2-40B4-BE49-F238E27FC236}">
                <a16:creationId xmlns:a16="http://schemas.microsoft.com/office/drawing/2014/main" id="{A631764B-7AB2-0534-6571-AAD04310DAF4}"/>
              </a:ext>
            </a:extLst>
          </p:cNvPr>
          <p:cNvSpPr>
            <a:spLocks noGrp="1"/>
          </p:cNvSpPr>
          <p:nvPr>
            <p:ph type="body" sz="quarter" idx="19" hasCustomPrompt="1"/>
          </p:nvPr>
        </p:nvSpPr>
        <p:spPr>
          <a:xfrm>
            <a:off x="574352" y="5080829"/>
            <a:ext cx="4205324" cy="787909"/>
          </a:xfrm>
          <a:prstGeom prst="rect">
            <a:avLst/>
          </a:prstGeom>
        </p:spPr>
        <p:txBody>
          <a:bodyPr/>
          <a:lstStyle>
            <a:lvl1pPr marL="0" indent="0">
              <a:lnSpc>
                <a:spcPct val="90000"/>
              </a:lnSpc>
              <a:spcAft>
                <a:spcPts val="600"/>
              </a:spcAft>
              <a:buNone/>
              <a:defRPr sz="1600" b="0" i="0">
                <a:solidFill>
                  <a:schemeClr val="bg2"/>
                </a:solidFill>
                <a:latin typeface="Graphik" panose="020B0503030202060203" pitchFamily="34" charset="77"/>
              </a:defRPr>
            </a:lvl1pPr>
            <a:lvl2pPr marL="0" indent="0">
              <a:spcAft>
                <a:spcPts val="600"/>
              </a:spcAft>
              <a:buNone/>
              <a:defRPr sz="2400">
                <a:latin typeface="GT Sectra Fine Rg" panose="00000500000000000000" pitchFamily="50" charset="0"/>
              </a:defRPr>
            </a:lvl2pPr>
            <a:lvl3pPr marL="0" indent="0">
              <a:spcAft>
                <a:spcPts val="600"/>
              </a:spcAft>
              <a:buNone/>
              <a:defRPr sz="2400">
                <a:latin typeface="GT Sectra Fine Rg" panose="00000500000000000000" pitchFamily="50" charset="0"/>
              </a:defRPr>
            </a:lvl3pPr>
            <a:lvl4pPr marL="0" indent="0">
              <a:spcAft>
                <a:spcPts val="600"/>
              </a:spcAft>
              <a:buNone/>
              <a:defRPr sz="2400">
                <a:latin typeface="GT Sectra Fine Rg" panose="00000500000000000000" pitchFamily="50" charset="0"/>
              </a:defRPr>
            </a:lvl4pPr>
            <a:lvl5pPr marL="0" indent="0">
              <a:spcAft>
                <a:spcPts val="600"/>
              </a:spcAft>
              <a:buNone/>
              <a:defRPr sz="2400">
                <a:latin typeface="GT Sectra Fine Rg" panose="00000500000000000000" pitchFamily="50" charset="0"/>
              </a:defRPr>
            </a:lvl5pPr>
          </a:lstStyle>
          <a:p>
            <a:pPr lvl="0"/>
            <a:r>
              <a:rPr lang="en-GB"/>
              <a:t>Place subtitle here in </a:t>
            </a:r>
            <a:r>
              <a:rPr lang="en-GB" err="1"/>
              <a:t>Graphik</a:t>
            </a:r>
            <a:r>
              <a:rPr lang="en-GB"/>
              <a:t> regular</a:t>
            </a:r>
            <a:endParaRPr lang="en-US"/>
          </a:p>
        </p:txBody>
      </p:sp>
      <p:sp>
        <p:nvSpPr>
          <p:cNvPr id="3" name="Text Placeholder 8">
            <a:extLst>
              <a:ext uri="{FF2B5EF4-FFF2-40B4-BE49-F238E27FC236}">
                <a16:creationId xmlns:a16="http://schemas.microsoft.com/office/drawing/2014/main" id="{2823CF50-4615-0652-00EC-47F06086B36E}"/>
              </a:ext>
            </a:extLst>
          </p:cNvPr>
          <p:cNvSpPr>
            <a:spLocks noGrp="1"/>
          </p:cNvSpPr>
          <p:nvPr>
            <p:ph type="body" sz="quarter" idx="11" hasCustomPrompt="1"/>
          </p:nvPr>
        </p:nvSpPr>
        <p:spPr>
          <a:xfrm>
            <a:off x="574352" y="2576447"/>
            <a:ext cx="1150956" cy="1231106"/>
          </a:xfrm>
        </p:spPr>
        <p:txBody>
          <a:bodyPr wrap="none" anchor="b">
            <a:spAutoFit/>
          </a:bodyPr>
          <a:lstStyle>
            <a:lvl1pPr>
              <a:defRPr sz="8000">
                <a:latin typeface="+mj-lt"/>
              </a:defRPr>
            </a:lvl1pPr>
          </a:lstStyle>
          <a:p>
            <a:pPr lvl="0"/>
            <a:r>
              <a:rPr lang="pt-BR"/>
              <a:t>##</a:t>
            </a:r>
            <a:endParaRPr lang="en-AR"/>
          </a:p>
        </p:txBody>
      </p:sp>
    </p:spTree>
    <p:extLst>
      <p:ext uri="{BB962C8B-B14F-4D97-AF65-F5344CB8AC3E}">
        <p14:creationId xmlns:p14="http://schemas.microsoft.com/office/powerpoint/2010/main" val="3765010527"/>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Content: title only">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E215616-27C6-76EE-5488-166BFD01211E}"/>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Tree>
    <p:extLst>
      <p:ext uri="{BB962C8B-B14F-4D97-AF65-F5344CB8AC3E}">
        <p14:creationId xmlns:p14="http://schemas.microsoft.com/office/powerpoint/2010/main" val="260756423"/>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Content: title only dark mode">
    <p:bg>
      <p:bgRef idx="1001">
        <a:schemeClr val="bg1"/>
      </p:bgRef>
    </p:bg>
    <p:spTree>
      <p:nvGrpSpPr>
        <p:cNvPr id="1" name=""/>
        <p:cNvGrpSpPr/>
        <p:nvPr/>
      </p:nvGrpSpPr>
      <p:grpSpPr>
        <a:xfrm>
          <a:off x="0" y="0"/>
          <a:ext cx="0" cy="0"/>
          <a:chOff x="0" y="0"/>
          <a:chExt cx="0" cy="0"/>
        </a:xfrm>
      </p:grpSpPr>
      <p:sp>
        <p:nvSpPr>
          <p:cNvPr id="5" name="GTS_WH">
            <a:extLst>
              <a:ext uri="{FF2B5EF4-FFF2-40B4-BE49-F238E27FC236}">
                <a16:creationId xmlns:a16="http://schemas.microsoft.com/office/drawing/2014/main" id="{5B94EC14-19BD-4059-DC76-FAB415316C6A}"/>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7" name="Title 2">
            <a:extLst>
              <a:ext uri="{FF2B5EF4-FFF2-40B4-BE49-F238E27FC236}">
                <a16:creationId xmlns:a16="http://schemas.microsoft.com/office/drawing/2014/main" id="{A7088337-B770-9033-B18E-F20E290B6743}"/>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Tree>
    <p:extLst>
      <p:ext uri="{BB962C8B-B14F-4D97-AF65-F5344CB8AC3E}">
        <p14:creationId xmlns:p14="http://schemas.microsoft.com/office/powerpoint/2010/main" val="4135540473"/>
      </p:ext>
    </p:extLst>
  </p:cSld>
  <p:clrMapOvr>
    <a:overrideClrMapping bg1="dk1" tx1="lt1" bg2="dk2" tx2="lt2" accent1="accent1" accent2="accent2" accent3="accent3" accent4="accent4" accent5="accent5" accent6="accent6" hlink="hlink" folHlink="folHlink"/>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Content: numbered bullets dark mode ">
    <p:bg>
      <p:bgRef idx="1001">
        <a:schemeClr val="bg1"/>
      </p:bgRef>
    </p:bg>
    <p:spTree>
      <p:nvGrpSpPr>
        <p:cNvPr id="1" name=""/>
        <p:cNvGrpSpPr/>
        <p:nvPr/>
      </p:nvGrpSpPr>
      <p:grpSpPr>
        <a:xfrm>
          <a:off x="0" y="0"/>
          <a:ext cx="0" cy="0"/>
          <a:chOff x="0" y="0"/>
          <a:chExt cx="0" cy="0"/>
        </a:xfrm>
      </p:grpSpPr>
      <p:sp>
        <p:nvSpPr>
          <p:cNvPr id="5" name="GTS_WH">
            <a:extLst>
              <a:ext uri="{FF2B5EF4-FFF2-40B4-BE49-F238E27FC236}">
                <a16:creationId xmlns:a16="http://schemas.microsoft.com/office/drawing/2014/main" id="{5B94EC14-19BD-4059-DC76-FAB415316C6A}"/>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solidFill>
                <a:schemeClr val="accent5"/>
              </a:solidFill>
              <a:latin typeface="Graphik" panose="020B0503030202060203" pitchFamily="34" charset="77"/>
            </a:endParaRPr>
          </a:p>
        </p:txBody>
      </p:sp>
      <p:sp>
        <p:nvSpPr>
          <p:cNvPr id="7" name="Title 2">
            <a:extLst>
              <a:ext uri="{FF2B5EF4-FFF2-40B4-BE49-F238E27FC236}">
                <a16:creationId xmlns:a16="http://schemas.microsoft.com/office/drawing/2014/main" id="{A7088337-B770-9033-B18E-F20E290B6743}"/>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20" name="Text Placeholder 4">
            <a:extLst>
              <a:ext uri="{FF2B5EF4-FFF2-40B4-BE49-F238E27FC236}">
                <a16:creationId xmlns:a16="http://schemas.microsoft.com/office/drawing/2014/main" id="{B399DA3F-4572-D252-06D8-F77FDA3E4F31}"/>
              </a:ext>
            </a:extLst>
          </p:cNvPr>
          <p:cNvSpPr>
            <a:spLocks noGrp="1"/>
          </p:cNvSpPr>
          <p:nvPr>
            <p:ph type="body" sz="quarter" idx="16" hasCustomPrompt="1"/>
          </p:nvPr>
        </p:nvSpPr>
        <p:spPr>
          <a:xfrm>
            <a:off x="1968842" y="1866147"/>
            <a:ext cx="3226642" cy="485340"/>
          </a:xfrm>
          <a:prstGeom prst="rect">
            <a:avLst/>
          </a:prstGeom>
        </p:spPr>
        <p:txBody>
          <a:bodyPr anchor="t"/>
          <a:lstStyle>
            <a:lvl1pPr>
              <a:spcAft>
                <a:spcPts val="0"/>
              </a:spcAft>
              <a:buNone/>
              <a:defRPr lang="en-US" sz="1200" kern="1200" dirty="0">
                <a:solidFill>
                  <a:schemeClr val="tx1"/>
                </a:solidFill>
                <a:latin typeface="Graphik" panose="020B0503030202060203" pitchFamily="34" charset="77"/>
                <a:ea typeface="+mn-ea"/>
                <a:cs typeface="+mn-cs"/>
              </a:defRPr>
            </a:lvl1pPr>
          </a:lstStyle>
          <a:p>
            <a:pPr lvl="0"/>
            <a:r>
              <a:rPr lang="en-GB"/>
              <a:t>Insert text here</a:t>
            </a:r>
            <a:endParaRPr lang="en-US"/>
          </a:p>
        </p:txBody>
      </p:sp>
      <p:sp>
        <p:nvSpPr>
          <p:cNvPr id="21" name="Text Placeholder 9">
            <a:extLst>
              <a:ext uri="{FF2B5EF4-FFF2-40B4-BE49-F238E27FC236}">
                <a16:creationId xmlns:a16="http://schemas.microsoft.com/office/drawing/2014/main" id="{6325E3FE-E322-E468-99F4-AB54161673A1}"/>
              </a:ext>
            </a:extLst>
          </p:cNvPr>
          <p:cNvSpPr>
            <a:spLocks noGrp="1"/>
          </p:cNvSpPr>
          <p:nvPr>
            <p:ph type="body" sz="quarter" idx="32" hasCustomPrompt="1"/>
          </p:nvPr>
        </p:nvSpPr>
        <p:spPr>
          <a:xfrm>
            <a:off x="557213" y="1866147"/>
            <a:ext cx="1163099" cy="393954"/>
          </a:xfrm>
        </p:spPr>
        <p:txBody>
          <a:bodyPr/>
          <a:lstStyle>
            <a:lvl1pPr>
              <a:defRPr lang="en-AR" sz="1600" b="1" kern="1200" dirty="0">
                <a:solidFill>
                  <a:schemeClr val="accent2"/>
                </a:solidFill>
                <a:latin typeface="Graphik Semibold" panose="020B0503030202060203" pitchFamily="34" charset="77"/>
                <a:ea typeface="+mn-ea"/>
                <a:cs typeface="+mn-cs"/>
              </a:defRPr>
            </a:lvl1pPr>
          </a:lstStyle>
          <a:p>
            <a:pPr lvl="0"/>
            <a:r>
              <a:rPr lang="en-AR"/>
              <a:t>##</a:t>
            </a:r>
          </a:p>
        </p:txBody>
      </p:sp>
      <p:sp>
        <p:nvSpPr>
          <p:cNvPr id="22" name="Text Placeholder 4">
            <a:extLst>
              <a:ext uri="{FF2B5EF4-FFF2-40B4-BE49-F238E27FC236}">
                <a16:creationId xmlns:a16="http://schemas.microsoft.com/office/drawing/2014/main" id="{05F341DC-1615-BF26-3E11-E7C93BBCA3BD}"/>
              </a:ext>
            </a:extLst>
          </p:cNvPr>
          <p:cNvSpPr>
            <a:spLocks noGrp="1"/>
          </p:cNvSpPr>
          <p:nvPr>
            <p:ph type="body" sz="quarter" idx="33" hasCustomPrompt="1"/>
          </p:nvPr>
        </p:nvSpPr>
        <p:spPr>
          <a:xfrm>
            <a:off x="7765208" y="1866147"/>
            <a:ext cx="3226642" cy="485340"/>
          </a:xfrm>
          <a:prstGeom prst="rect">
            <a:avLst/>
          </a:prstGeom>
        </p:spPr>
        <p:txBody>
          <a:bodyPr anchor="t"/>
          <a:lstStyle>
            <a:lvl1pPr>
              <a:spcAft>
                <a:spcPts val="0"/>
              </a:spcAft>
              <a:buNone/>
              <a:defRPr lang="en-US" sz="1200" kern="1200" dirty="0">
                <a:solidFill>
                  <a:schemeClr val="tx1"/>
                </a:solidFill>
                <a:latin typeface="Graphik" panose="020B0503030202060203" pitchFamily="34" charset="77"/>
                <a:ea typeface="+mn-ea"/>
                <a:cs typeface="+mn-cs"/>
              </a:defRPr>
            </a:lvl1pPr>
          </a:lstStyle>
          <a:p>
            <a:pPr lvl="0"/>
            <a:r>
              <a:rPr lang="en-GB"/>
              <a:t>Insert text here</a:t>
            </a:r>
            <a:endParaRPr lang="en-US"/>
          </a:p>
        </p:txBody>
      </p:sp>
      <p:sp>
        <p:nvSpPr>
          <p:cNvPr id="23" name="Text Placeholder 9">
            <a:extLst>
              <a:ext uri="{FF2B5EF4-FFF2-40B4-BE49-F238E27FC236}">
                <a16:creationId xmlns:a16="http://schemas.microsoft.com/office/drawing/2014/main" id="{346A6073-19DD-BFEA-265B-416448C27FF5}"/>
              </a:ext>
            </a:extLst>
          </p:cNvPr>
          <p:cNvSpPr>
            <a:spLocks noGrp="1"/>
          </p:cNvSpPr>
          <p:nvPr>
            <p:ph type="body" sz="quarter" idx="34" hasCustomPrompt="1"/>
          </p:nvPr>
        </p:nvSpPr>
        <p:spPr>
          <a:xfrm>
            <a:off x="6353579" y="1866147"/>
            <a:ext cx="1163099" cy="393954"/>
          </a:xfrm>
        </p:spPr>
        <p:txBody>
          <a:bodyPr/>
          <a:lstStyle>
            <a:lvl1pPr>
              <a:defRPr lang="en-AR" sz="1600" b="1" kern="1200" dirty="0">
                <a:solidFill>
                  <a:schemeClr val="accent2"/>
                </a:solidFill>
                <a:latin typeface="Graphik Semibold" panose="020B0503030202060203" pitchFamily="34" charset="77"/>
                <a:ea typeface="+mn-ea"/>
                <a:cs typeface="+mn-cs"/>
              </a:defRPr>
            </a:lvl1pPr>
          </a:lstStyle>
          <a:p>
            <a:pPr lvl="0"/>
            <a:r>
              <a:rPr lang="en-AR"/>
              <a:t>##</a:t>
            </a:r>
          </a:p>
        </p:txBody>
      </p:sp>
      <p:sp>
        <p:nvSpPr>
          <p:cNvPr id="24" name="Text Placeholder 4">
            <a:extLst>
              <a:ext uri="{FF2B5EF4-FFF2-40B4-BE49-F238E27FC236}">
                <a16:creationId xmlns:a16="http://schemas.microsoft.com/office/drawing/2014/main" id="{CC817BB1-741A-B4D2-8998-7808F772A725}"/>
              </a:ext>
            </a:extLst>
          </p:cNvPr>
          <p:cNvSpPr>
            <a:spLocks noGrp="1"/>
          </p:cNvSpPr>
          <p:nvPr>
            <p:ph type="body" sz="quarter" idx="35" hasCustomPrompt="1"/>
          </p:nvPr>
        </p:nvSpPr>
        <p:spPr>
          <a:xfrm>
            <a:off x="1968842" y="2917024"/>
            <a:ext cx="3226642" cy="485340"/>
          </a:xfrm>
          <a:prstGeom prst="rect">
            <a:avLst/>
          </a:prstGeom>
        </p:spPr>
        <p:txBody>
          <a:bodyPr anchor="t"/>
          <a:lstStyle>
            <a:lvl1pPr>
              <a:spcAft>
                <a:spcPts val="0"/>
              </a:spcAft>
              <a:buNone/>
              <a:defRPr lang="en-US" sz="1200" kern="1200" dirty="0">
                <a:solidFill>
                  <a:schemeClr val="tx1"/>
                </a:solidFill>
                <a:latin typeface="Graphik" panose="020B0503030202060203" pitchFamily="34" charset="77"/>
                <a:ea typeface="+mn-ea"/>
                <a:cs typeface="+mn-cs"/>
              </a:defRPr>
            </a:lvl1pPr>
          </a:lstStyle>
          <a:p>
            <a:pPr lvl="0"/>
            <a:r>
              <a:rPr lang="en-GB"/>
              <a:t>Insert text here</a:t>
            </a:r>
            <a:endParaRPr lang="en-US"/>
          </a:p>
        </p:txBody>
      </p:sp>
      <p:sp>
        <p:nvSpPr>
          <p:cNvPr id="25" name="Text Placeholder 9">
            <a:extLst>
              <a:ext uri="{FF2B5EF4-FFF2-40B4-BE49-F238E27FC236}">
                <a16:creationId xmlns:a16="http://schemas.microsoft.com/office/drawing/2014/main" id="{81E65BC6-F788-3A86-EAB2-5E9C6AA562A6}"/>
              </a:ext>
            </a:extLst>
          </p:cNvPr>
          <p:cNvSpPr>
            <a:spLocks noGrp="1"/>
          </p:cNvSpPr>
          <p:nvPr>
            <p:ph type="body" sz="quarter" idx="36" hasCustomPrompt="1"/>
          </p:nvPr>
        </p:nvSpPr>
        <p:spPr>
          <a:xfrm>
            <a:off x="557213" y="2917024"/>
            <a:ext cx="1163099" cy="393954"/>
          </a:xfrm>
        </p:spPr>
        <p:txBody>
          <a:bodyPr/>
          <a:lstStyle>
            <a:lvl1pPr>
              <a:defRPr lang="en-AR" sz="1600" b="1" kern="1200" dirty="0">
                <a:solidFill>
                  <a:schemeClr val="accent2"/>
                </a:solidFill>
                <a:latin typeface="Graphik Semibold" panose="020B0503030202060203" pitchFamily="34" charset="77"/>
                <a:ea typeface="+mn-ea"/>
                <a:cs typeface="+mn-cs"/>
              </a:defRPr>
            </a:lvl1pPr>
          </a:lstStyle>
          <a:p>
            <a:pPr lvl="0"/>
            <a:r>
              <a:rPr lang="en-AR"/>
              <a:t>##</a:t>
            </a:r>
          </a:p>
        </p:txBody>
      </p:sp>
      <p:sp>
        <p:nvSpPr>
          <p:cNvPr id="26" name="Text Placeholder 4">
            <a:extLst>
              <a:ext uri="{FF2B5EF4-FFF2-40B4-BE49-F238E27FC236}">
                <a16:creationId xmlns:a16="http://schemas.microsoft.com/office/drawing/2014/main" id="{78A59011-034B-A4E1-6C3C-7B8CC2C9083E}"/>
              </a:ext>
            </a:extLst>
          </p:cNvPr>
          <p:cNvSpPr>
            <a:spLocks noGrp="1"/>
          </p:cNvSpPr>
          <p:nvPr>
            <p:ph type="body" sz="quarter" idx="37" hasCustomPrompt="1"/>
          </p:nvPr>
        </p:nvSpPr>
        <p:spPr>
          <a:xfrm>
            <a:off x="7765208" y="2917024"/>
            <a:ext cx="3226642" cy="485340"/>
          </a:xfrm>
          <a:prstGeom prst="rect">
            <a:avLst/>
          </a:prstGeom>
        </p:spPr>
        <p:txBody>
          <a:bodyPr anchor="t"/>
          <a:lstStyle>
            <a:lvl1pPr>
              <a:spcAft>
                <a:spcPts val="0"/>
              </a:spcAft>
              <a:buNone/>
              <a:defRPr lang="en-US" sz="1200" kern="1200" dirty="0">
                <a:solidFill>
                  <a:schemeClr val="tx1"/>
                </a:solidFill>
                <a:latin typeface="Graphik" panose="020B0503030202060203" pitchFamily="34" charset="77"/>
                <a:ea typeface="+mn-ea"/>
                <a:cs typeface="+mn-cs"/>
              </a:defRPr>
            </a:lvl1pPr>
          </a:lstStyle>
          <a:p>
            <a:pPr lvl="0"/>
            <a:r>
              <a:rPr lang="en-GB"/>
              <a:t>Insert text here</a:t>
            </a:r>
            <a:endParaRPr lang="en-US"/>
          </a:p>
        </p:txBody>
      </p:sp>
      <p:sp>
        <p:nvSpPr>
          <p:cNvPr id="27" name="Text Placeholder 9">
            <a:extLst>
              <a:ext uri="{FF2B5EF4-FFF2-40B4-BE49-F238E27FC236}">
                <a16:creationId xmlns:a16="http://schemas.microsoft.com/office/drawing/2014/main" id="{2995DA47-C5B7-57CE-BB2F-D8DF22C66EEB}"/>
              </a:ext>
            </a:extLst>
          </p:cNvPr>
          <p:cNvSpPr>
            <a:spLocks noGrp="1"/>
          </p:cNvSpPr>
          <p:nvPr>
            <p:ph type="body" sz="quarter" idx="38" hasCustomPrompt="1"/>
          </p:nvPr>
        </p:nvSpPr>
        <p:spPr>
          <a:xfrm>
            <a:off x="6353579" y="2917024"/>
            <a:ext cx="1163099" cy="393954"/>
          </a:xfrm>
        </p:spPr>
        <p:txBody>
          <a:bodyPr/>
          <a:lstStyle>
            <a:lvl1pPr>
              <a:defRPr lang="en-AR" sz="1600" b="1" kern="1200" dirty="0">
                <a:solidFill>
                  <a:schemeClr val="accent2"/>
                </a:solidFill>
                <a:latin typeface="Graphik Semibold" panose="020B0503030202060203" pitchFamily="34" charset="77"/>
                <a:ea typeface="+mn-ea"/>
                <a:cs typeface="+mn-cs"/>
              </a:defRPr>
            </a:lvl1pPr>
          </a:lstStyle>
          <a:p>
            <a:pPr lvl="0"/>
            <a:r>
              <a:rPr lang="en-AR"/>
              <a:t>##</a:t>
            </a:r>
          </a:p>
        </p:txBody>
      </p:sp>
      <p:sp>
        <p:nvSpPr>
          <p:cNvPr id="28" name="Text Placeholder 4">
            <a:extLst>
              <a:ext uri="{FF2B5EF4-FFF2-40B4-BE49-F238E27FC236}">
                <a16:creationId xmlns:a16="http://schemas.microsoft.com/office/drawing/2014/main" id="{3791AE70-D198-977B-3194-D99863B9AF2E}"/>
              </a:ext>
            </a:extLst>
          </p:cNvPr>
          <p:cNvSpPr>
            <a:spLocks noGrp="1"/>
          </p:cNvSpPr>
          <p:nvPr>
            <p:ph type="body" sz="quarter" idx="43" hasCustomPrompt="1"/>
          </p:nvPr>
        </p:nvSpPr>
        <p:spPr>
          <a:xfrm>
            <a:off x="1968842" y="3967901"/>
            <a:ext cx="3226642" cy="485340"/>
          </a:xfrm>
          <a:prstGeom prst="rect">
            <a:avLst/>
          </a:prstGeom>
        </p:spPr>
        <p:txBody>
          <a:bodyPr anchor="t"/>
          <a:lstStyle>
            <a:lvl1pPr>
              <a:spcAft>
                <a:spcPts val="0"/>
              </a:spcAft>
              <a:buNone/>
              <a:defRPr lang="en-US" sz="1200" kern="1200" dirty="0">
                <a:solidFill>
                  <a:schemeClr val="tx1"/>
                </a:solidFill>
                <a:latin typeface="Graphik" panose="020B0503030202060203" pitchFamily="34" charset="77"/>
                <a:ea typeface="+mn-ea"/>
                <a:cs typeface="+mn-cs"/>
              </a:defRPr>
            </a:lvl1pPr>
          </a:lstStyle>
          <a:p>
            <a:pPr lvl="0"/>
            <a:r>
              <a:rPr lang="en-GB"/>
              <a:t>Insert text here</a:t>
            </a:r>
            <a:endParaRPr lang="en-US"/>
          </a:p>
        </p:txBody>
      </p:sp>
      <p:sp>
        <p:nvSpPr>
          <p:cNvPr id="29" name="Text Placeholder 9">
            <a:extLst>
              <a:ext uri="{FF2B5EF4-FFF2-40B4-BE49-F238E27FC236}">
                <a16:creationId xmlns:a16="http://schemas.microsoft.com/office/drawing/2014/main" id="{55334FA3-2E0A-0615-2560-B2DC41B4690C}"/>
              </a:ext>
            </a:extLst>
          </p:cNvPr>
          <p:cNvSpPr>
            <a:spLocks noGrp="1"/>
          </p:cNvSpPr>
          <p:nvPr>
            <p:ph type="body" sz="quarter" idx="44" hasCustomPrompt="1"/>
          </p:nvPr>
        </p:nvSpPr>
        <p:spPr>
          <a:xfrm>
            <a:off x="557213" y="3967901"/>
            <a:ext cx="1163099" cy="393954"/>
          </a:xfrm>
        </p:spPr>
        <p:txBody>
          <a:bodyPr/>
          <a:lstStyle>
            <a:lvl1pPr>
              <a:defRPr lang="en-AR" sz="1600" b="1" kern="1200" dirty="0">
                <a:solidFill>
                  <a:schemeClr val="accent2"/>
                </a:solidFill>
                <a:latin typeface="Graphik Semibold" panose="020B0503030202060203" pitchFamily="34" charset="77"/>
                <a:ea typeface="+mn-ea"/>
                <a:cs typeface="+mn-cs"/>
              </a:defRPr>
            </a:lvl1pPr>
          </a:lstStyle>
          <a:p>
            <a:pPr lvl="0"/>
            <a:r>
              <a:rPr lang="en-AR"/>
              <a:t>##</a:t>
            </a:r>
          </a:p>
        </p:txBody>
      </p:sp>
      <p:sp>
        <p:nvSpPr>
          <p:cNvPr id="30" name="Text Placeholder 4">
            <a:extLst>
              <a:ext uri="{FF2B5EF4-FFF2-40B4-BE49-F238E27FC236}">
                <a16:creationId xmlns:a16="http://schemas.microsoft.com/office/drawing/2014/main" id="{5F5DE397-D6A0-D7D6-85BF-7FE7AFED826E}"/>
              </a:ext>
            </a:extLst>
          </p:cNvPr>
          <p:cNvSpPr>
            <a:spLocks noGrp="1"/>
          </p:cNvSpPr>
          <p:nvPr>
            <p:ph type="body" sz="quarter" idx="45" hasCustomPrompt="1"/>
          </p:nvPr>
        </p:nvSpPr>
        <p:spPr>
          <a:xfrm>
            <a:off x="7765208" y="3967901"/>
            <a:ext cx="3226642" cy="485340"/>
          </a:xfrm>
          <a:prstGeom prst="rect">
            <a:avLst/>
          </a:prstGeom>
        </p:spPr>
        <p:txBody>
          <a:bodyPr anchor="t"/>
          <a:lstStyle>
            <a:lvl1pPr>
              <a:spcAft>
                <a:spcPts val="0"/>
              </a:spcAft>
              <a:buNone/>
              <a:defRPr lang="en-US" sz="1200" kern="1200" dirty="0">
                <a:solidFill>
                  <a:schemeClr val="tx1"/>
                </a:solidFill>
                <a:latin typeface="Graphik" panose="020B0503030202060203" pitchFamily="34" charset="77"/>
                <a:ea typeface="+mn-ea"/>
                <a:cs typeface="+mn-cs"/>
              </a:defRPr>
            </a:lvl1pPr>
          </a:lstStyle>
          <a:p>
            <a:pPr lvl="0"/>
            <a:r>
              <a:rPr lang="en-GB"/>
              <a:t>Insert text here</a:t>
            </a:r>
            <a:endParaRPr lang="en-US"/>
          </a:p>
        </p:txBody>
      </p:sp>
      <p:sp>
        <p:nvSpPr>
          <p:cNvPr id="31" name="Text Placeholder 9">
            <a:extLst>
              <a:ext uri="{FF2B5EF4-FFF2-40B4-BE49-F238E27FC236}">
                <a16:creationId xmlns:a16="http://schemas.microsoft.com/office/drawing/2014/main" id="{E93286B5-3D1C-B060-1798-83F5D175BF03}"/>
              </a:ext>
            </a:extLst>
          </p:cNvPr>
          <p:cNvSpPr>
            <a:spLocks noGrp="1"/>
          </p:cNvSpPr>
          <p:nvPr>
            <p:ph type="body" sz="quarter" idx="46" hasCustomPrompt="1"/>
          </p:nvPr>
        </p:nvSpPr>
        <p:spPr>
          <a:xfrm>
            <a:off x="6353579" y="3967901"/>
            <a:ext cx="1163099" cy="393954"/>
          </a:xfrm>
        </p:spPr>
        <p:txBody>
          <a:bodyPr/>
          <a:lstStyle>
            <a:lvl1pPr>
              <a:defRPr lang="en-AR" sz="1600" b="1" kern="1200" dirty="0">
                <a:solidFill>
                  <a:schemeClr val="accent2"/>
                </a:solidFill>
                <a:latin typeface="Graphik Semibold" panose="020B0503030202060203" pitchFamily="34" charset="77"/>
                <a:ea typeface="+mn-ea"/>
                <a:cs typeface="+mn-cs"/>
              </a:defRPr>
            </a:lvl1pPr>
          </a:lstStyle>
          <a:p>
            <a:pPr lvl="0"/>
            <a:r>
              <a:rPr lang="en-AR"/>
              <a:t>##</a:t>
            </a:r>
          </a:p>
        </p:txBody>
      </p:sp>
      <p:sp>
        <p:nvSpPr>
          <p:cNvPr id="32" name="Text Placeholder 4">
            <a:extLst>
              <a:ext uri="{FF2B5EF4-FFF2-40B4-BE49-F238E27FC236}">
                <a16:creationId xmlns:a16="http://schemas.microsoft.com/office/drawing/2014/main" id="{B84C73AF-390F-770C-CE5B-5193037C14B1}"/>
              </a:ext>
            </a:extLst>
          </p:cNvPr>
          <p:cNvSpPr>
            <a:spLocks noGrp="1"/>
          </p:cNvSpPr>
          <p:nvPr>
            <p:ph type="body" sz="quarter" idx="51" hasCustomPrompt="1"/>
          </p:nvPr>
        </p:nvSpPr>
        <p:spPr>
          <a:xfrm>
            <a:off x="1968842" y="5021786"/>
            <a:ext cx="3226642" cy="485340"/>
          </a:xfrm>
          <a:prstGeom prst="rect">
            <a:avLst/>
          </a:prstGeom>
        </p:spPr>
        <p:txBody>
          <a:bodyPr anchor="t"/>
          <a:lstStyle>
            <a:lvl1pPr>
              <a:spcAft>
                <a:spcPts val="0"/>
              </a:spcAft>
              <a:buNone/>
              <a:defRPr lang="en-US" sz="1200" kern="1200" dirty="0">
                <a:solidFill>
                  <a:schemeClr val="tx1"/>
                </a:solidFill>
                <a:latin typeface="Graphik" panose="020B0503030202060203" pitchFamily="34" charset="77"/>
                <a:ea typeface="+mn-ea"/>
                <a:cs typeface="+mn-cs"/>
              </a:defRPr>
            </a:lvl1pPr>
          </a:lstStyle>
          <a:p>
            <a:pPr lvl="0"/>
            <a:r>
              <a:rPr lang="en-GB"/>
              <a:t>Insert text here</a:t>
            </a:r>
            <a:endParaRPr lang="en-US"/>
          </a:p>
        </p:txBody>
      </p:sp>
      <p:sp>
        <p:nvSpPr>
          <p:cNvPr id="33" name="Text Placeholder 9">
            <a:extLst>
              <a:ext uri="{FF2B5EF4-FFF2-40B4-BE49-F238E27FC236}">
                <a16:creationId xmlns:a16="http://schemas.microsoft.com/office/drawing/2014/main" id="{C7D3162B-A725-7B11-308B-B829F919CAF0}"/>
              </a:ext>
            </a:extLst>
          </p:cNvPr>
          <p:cNvSpPr>
            <a:spLocks noGrp="1"/>
          </p:cNvSpPr>
          <p:nvPr>
            <p:ph type="body" sz="quarter" idx="52" hasCustomPrompt="1"/>
          </p:nvPr>
        </p:nvSpPr>
        <p:spPr>
          <a:xfrm>
            <a:off x="557213" y="5021786"/>
            <a:ext cx="1163099" cy="393954"/>
          </a:xfrm>
        </p:spPr>
        <p:txBody>
          <a:bodyPr/>
          <a:lstStyle>
            <a:lvl1pPr>
              <a:defRPr lang="en-AR" sz="1600" b="1" kern="1200" dirty="0">
                <a:solidFill>
                  <a:schemeClr val="accent2"/>
                </a:solidFill>
                <a:latin typeface="Graphik Semibold" panose="020B0503030202060203" pitchFamily="34" charset="77"/>
                <a:ea typeface="+mn-ea"/>
                <a:cs typeface="+mn-cs"/>
              </a:defRPr>
            </a:lvl1pPr>
          </a:lstStyle>
          <a:p>
            <a:pPr lvl="0"/>
            <a:r>
              <a:rPr lang="en-AR"/>
              <a:t>##</a:t>
            </a:r>
          </a:p>
        </p:txBody>
      </p:sp>
      <p:sp>
        <p:nvSpPr>
          <p:cNvPr id="34" name="Text Placeholder 4">
            <a:extLst>
              <a:ext uri="{FF2B5EF4-FFF2-40B4-BE49-F238E27FC236}">
                <a16:creationId xmlns:a16="http://schemas.microsoft.com/office/drawing/2014/main" id="{F1036F6C-1EB0-4671-DED0-7D383AB6A059}"/>
              </a:ext>
            </a:extLst>
          </p:cNvPr>
          <p:cNvSpPr>
            <a:spLocks noGrp="1"/>
          </p:cNvSpPr>
          <p:nvPr>
            <p:ph type="body" sz="quarter" idx="53" hasCustomPrompt="1"/>
          </p:nvPr>
        </p:nvSpPr>
        <p:spPr>
          <a:xfrm>
            <a:off x="7765208" y="5021786"/>
            <a:ext cx="3226642" cy="485340"/>
          </a:xfrm>
          <a:prstGeom prst="rect">
            <a:avLst/>
          </a:prstGeom>
        </p:spPr>
        <p:txBody>
          <a:bodyPr anchor="t"/>
          <a:lstStyle>
            <a:lvl1pPr>
              <a:spcAft>
                <a:spcPts val="0"/>
              </a:spcAft>
              <a:buNone/>
              <a:defRPr lang="en-US" sz="1200" kern="1200" dirty="0">
                <a:solidFill>
                  <a:schemeClr val="tx1"/>
                </a:solidFill>
                <a:latin typeface="Graphik" panose="020B0503030202060203" pitchFamily="34" charset="77"/>
                <a:ea typeface="+mn-ea"/>
                <a:cs typeface="+mn-cs"/>
              </a:defRPr>
            </a:lvl1pPr>
          </a:lstStyle>
          <a:p>
            <a:pPr lvl="0"/>
            <a:r>
              <a:rPr lang="en-GB"/>
              <a:t>Insert text here</a:t>
            </a:r>
            <a:endParaRPr lang="en-US"/>
          </a:p>
        </p:txBody>
      </p:sp>
      <p:sp>
        <p:nvSpPr>
          <p:cNvPr id="35" name="Text Placeholder 9">
            <a:extLst>
              <a:ext uri="{FF2B5EF4-FFF2-40B4-BE49-F238E27FC236}">
                <a16:creationId xmlns:a16="http://schemas.microsoft.com/office/drawing/2014/main" id="{0C635698-D554-679D-6A5E-E4E69ABF662E}"/>
              </a:ext>
            </a:extLst>
          </p:cNvPr>
          <p:cNvSpPr>
            <a:spLocks noGrp="1"/>
          </p:cNvSpPr>
          <p:nvPr>
            <p:ph type="body" sz="quarter" idx="54" hasCustomPrompt="1"/>
          </p:nvPr>
        </p:nvSpPr>
        <p:spPr>
          <a:xfrm>
            <a:off x="6353579" y="5021786"/>
            <a:ext cx="1163099" cy="393954"/>
          </a:xfrm>
        </p:spPr>
        <p:txBody>
          <a:bodyPr/>
          <a:lstStyle>
            <a:lvl1pPr>
              <a:defRPr lang="en-AR" sz="1600" b="1" kern="1200" dirty="0">
                <a:solidFill>
                  <a:schemeClr val="accent2"/>
                </a:solidFill>
                <a:latin typeface="Graphik Semibold" panose="020B0503030202060203" pitchFamily="34" charset="77"/>
                <a:ea typeface="+mn-ea"/>
                <a:cs typeface="+mn-cs"/>
              </a:defRPr>
            </a:lvl1pPr>
          </a:lstStyle>
          <a:p>
            <a:pPr lvl="0"/>
            <a:r>
              <a:rPr lang="en-AR"/>
              <a:t>##</a:t>
            </a:r>
          </a:p>
        </p:txBody>
      </p:sp>
    </p:spTree>
    <p:extLst>
      <p:ext uri="{BB962C8B-B14F-4D97-AF65-F5344CB8AC3E}">
        <p14:creationId xmlns:p14="http://schemas.microsoft.com/office/powerpoint/2010/main" val="3844544960"/>
      </p:ext>
    </p:extLst>
  </p:cSld>
  <p:clrMapOvr>
    <a:overrideClrMapping bg1="dk1" tx1="lt1" bg2="dk2" tx2="lt2" accent1="accent1" accent2="accent2" accent3="accent3" accent4="accent4" accent5="accent5" accent6="accent6" hlink="hlink" folHlink="folHlink"/>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Content: numbered bullets light mode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E215616-27C6-76EE-5488-166BFD01211E}"/>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11" name="Text Placeholder 4">
            <a:extLst>
              <a:ext uri="{FF2B5EF4-FFF2-40B4-BE49-F238E27FC236}">
                <a16:creationId xmlns:a16="http://schemas.microsoft.com/office/drawing/2014/main" id="{77491F38-EA5D-D7B9-CAB2-157B785C367F}"/>
              </a:ext>
            </a:extLst>
          </p:cNvPr>
          <p:cNvSpPr>
            <a:spLocks noGrp="1"/>
          </p:cNvSpPr>
          <p:nvPr>
            <p:ph type="body" sz="quarter" idx="16" hasCustomPrompt="1"/>
          </p:nvPr>
        </p:nvSpPr>
        <p:spPr>
          <a:xfrm>
            <a:off x="1968842" y="1866147"/>
            <a:ext cx="3226642" cy="485340"/>
          </a:xfrm>
          <a:prstGeom prst="rect">
            <a:avLst/>
          </a:prstGeom>
        </p:spPr>
        <p:txBody>
          <a:bodyPr anchor="t"/>
          <a:lstStyle>
            <a:lvl1pPr>
              <a:spcAft>
                <a:spcPts val="0"/>
              </a:spcAft>
              <a:buNone/>
              <a:defRPr lang="en-US" sz="1200" kern="1200" dirty="0">
                <a:solidFill>
                  <a:srgbClr val="000000"/>
                </a:solidFill>
                <a:latin typeface="Graphik" panose="020B0503030202060203" pitchFamily="34" charset="77"/>
                <a:ea typeface="+mn-ea"/>
                <a:cs typeface="+mn-cs"/>
              </a:defRPr>
            </a:lvl1pPr>
          </a:lstStyle>
          <a:p>
            <a:pPr lvl="0"/>
            <a:r>
              <a:rPr lang="en-GB"/>
              <a:t>Insert text here</a:t>
            </a:r>
            <a:endParaRPr lang="en-US"/>
          </a:p>
        </p:txBody>
      </p:sp>
      <p:sp>
        <p:nvSpPr>
          <p:cNvPr id="12" name="Text Placeholder 9">
            <a:extLst>
              <a:ext uri="{FF2B5EF4-FFF2-40B4-BE49-F238E27FC236}">
                <a16:creationId xmlns:a16="http://schemas.microsoft.com/office/drawing/2014/main" id="{62419F48-27CD-9483-1EC7-3FB199CA40D7}"/>
              </a:ext>
            </a:extLst>
          </p:cNvPr>
          <p:cNvSpPr>
            <a:spLocks noGrp="1"/>
          </p:cNvSpPr>
          <p:nvPr>
            <p:ph type="body" sz="quarter" idx="32" hasCustomPrompt="1"/>
          </p:nvPr>
        </p:nvSpPr>
        <p:spPr>
          <a:xfrm>
            <a:off x="557213" y="1866147"/>
            <a:ext cx="1163099" cy="393954"/>
          </a:xfrm>
        </p:spPr>
        <p:txBody>
          <a:bodyPr/>
          <a:lstStyle>
            <a:lvl1pPr>
              <a:defRPr lang="en-AR" sz="1600" b="1" kern="1200" dirty="0">
                <a:solidFill>
                  <a:schemeClr val="bg2"/>
                </a:solidFill>
                <a:latin typeface="Graphik Semibold" panose="020B0503030202060203" pitchFamily="34" charset="77"/>
                <a:ea typeface="+mn-ea"/>
                <a:cs typeface="+mn-cs"/>
              </a:defRPr>
            </a:lvl1pPr>
          </a:lstStyle>
          <a:p>
            <a:pPr lvl="0"/>
            <a:r>
              <a:rPr lang="en-AR"/>
              <a:t>##</a:t>
            </a:r>
          </a:p>
        </p:txBody>
      </p:sp>
      <p:sp>
        <p:nvSpPr>
          <p:cNvPr id="15" name="Text Placeholder 4">
            <a:extLst>
              <a:ext uri="{FF2B5EF4-FFF2-40B4-BE49-F238E27FC236}">
                <a16:creationId xmlns:a16="http://schemas.microsoft.com/office/drawing/2014/main" id="{08345CBF-50C2-FB65-17ED-3D6DA4271AC9}"/>
              </a:ext>
            </a:extLst>
          </p:cNvPr>
          <p:cNvSpPr>
            <a:spLocks noGrp="1"/>
          </p:cNvSpPr>
          <p:nvPr>
            <p:ph type="body" sz="quarter" idx="33" hasCustomPrompt="1"/>
          </p:nvPr>
        </p:nvSpPr>
        <p:spPr>
          <a:xfrm>
            <a:off x="7765208" y="1866147"/>
            <a:ext cx="3226642" cy="485340"/>
          </a:xfrm>
          <a:prstGeom prst="rect">
            <a:avLst/>
          </a:prstGeom>
        </p:spPr>
        <p:txBody>
          <a:bodyPr anchor="t"/>
          <a:lstStyle>
            <a:lvl1pPr>
              <a:spcAft>
                <a:spcPts val="0"/>
              </a:spcAft>
              <a:buNone/>
              <a:defRPr lang="en-US" sz="1200" kern="1200" dirty="0">
                <a:solidFill>
                  <a:srgbClr val="000000"/>
                </a:solidFill>
                <a:latin typeface="Graphik" panose="020B0503030202060203" pitchFamily="34" charset="77"/>
                <a:ea typeface="+mn-ea"/>
                <a:cs typeface="+mn-cs"/>
              </a:defRPr>
            </a:lvl1pPr>
          </a:lstStyle>
          <a:p>
            <a:pPr lvl="0"/>
            <a:r>
              <a:rPr lang="en-GB"/>
              <a:t>Insert text here</a:t>
            </a:r>
            <a:endParaRPr lang="en-US"/>
          </a:p>
        </p:txBody>
      </p:sp>
      <p:sp>
        <p:nvSpPr>
          <p:cNvPr id="16" name="Text Placeholder 9">
            <a:extLst>
              <a:ext uri="{FF2B5EF4-FFF2-40B4-BE49-F238E27FC236}">
                <a16:creationId xmlns:a16="http://schemas.microsoft.com/office/drawing/2014/main" id="{4AFE20C7-1104-B877-56C6-12779547D579}"/>
              </a:ext>
            </a:extLst>
          </p:cNvPr>
          <p:cNvSpPr>
            <a:spLocks noGrp="1"/>
          </p:cNvSpPr>
          <p:nvPr>
            <p:ph type="body" sz="quarter" idx="34" hasCustomPrompt="1"/>
          </p:nvPr>
        </p:nvSpPr>
        <p:spPr>
          <a:xfrm>
            <a:off x="6353579" y="1866147"/>
            <a:ext cx="1163099" cy="393954"/>
          </a:xfrm>
        </p:spPr>
        <p:txBody>
          <a:bodyPr/>
          <a:lstStyle>
            <a:lvl1pPr>
              <a:defRPr lang="en-AR" sz="1600" b="1" kern="1200" dirty="0">
                <a:solidFill>
                  <a:schemeClr val="bg2"/>
                </a:solidFill>
                <a:latin typeface="Graphik Semibold" panose="020B0503030202060203" pitchFamily="34" charset="77"/>
                <a:ea typeface="+mn-ea"/>
                <a:cs typeface="+mn-cs"/>
              </a:defRPr>
            </a:lvl1pPr>
          </a:lstStyle>
          <a:p>
            <a:pPr lvl="0"/>
            <a:r>
              <a:rPr lang="en-AR"/>
              <a:t>##</a:t>
            </a:r>
          </a:p>
        </p:txBody>
      </p:sp>
      <p:sp>
        <p:nvSpPr>
          <p:cNvPr id="17" name="Text Placeholder 4">
            <a:extLst>
              <a:ext uri="{FF2B5EF4-FFF2-40B4-BE49-F238E27FC236}">
                <a16:creationId xmlns:a16="http://schemas.microsoft.com/office/drawing/2014/main" id="{888AF1FA-5C2F-7A4F-3490-6716382D7C62}"/>
              </a:ext>
            </a:extLst>
          </p:cNvPr>
          <p:cNvSpPr>
            <a:spLocks noGrp="1"/>
          </p:cNvSpPr>
          <p:nvPr>
            <p:ph type="body" sz="quarter" idx="35" hasCustomPrompt="1"/>
          </p:nvPr>
        </p:nvSpPr>
        <p:spPr>
          <a:xfrm>
            <a:off x="1968842" y="2917024"/>
            <a:ext cx="3226642" cy="485340"/>
          </a:xfrm>
          <a:prstGeom prst="rect">
            <a:avLst/>
          </a:prstGeom>
        </p:spPr>
        <p:txBody>
          <a:bodyPr anchor="t"/>
          <a:lstStyle>
            <a:lvl1pPr>
              <a:spcAft>
                <a:spcPts val="0"/>
              </a:spcAft>
              <a:buNone/>
              <a:defRPr lang="en-US" sz="1200" kern="1200" dirty="0">
                <a:solidFill>
                  <a:srgbClr val="000000"/>
                </a:solidFill>
                <a:latin typeface="Graphik" panose="020B0503030202060203" pitchFamily="34" charset="77"/>
                <a:ea typeface="+mn-ea"/>
                <a:cs typeface="+mn-cs"/>
              </a:defRPr>
            </a:lvl1pPr>
          </a:lstStyle>
          <a:p>
            <a:pPr lvl="0"/>
            <a:r>
              <a:rPr lang="en-GB"/>
              <a:t>Insert text here</a:t>
            </a:r>
            <a:endParaRPr lang="en-US"/>
          </a:p>
        </p:txBody>
      </p:sp>
      <p:sp>
        <p:nvSpPr>
          <p:cNvPr id="18" name="Text Placeholder 9">
            <a:extLst>
              <a:ext uri="{FF2B5EF4-FFF2-40B4-BE49-F238E27FC236}">
                <a16:creationId xmlns:a16="http://schemas.microsoft.com/office/drawing/2014/main" id="{270E8484-BCCD-6724-FC4D-BC84FAAE73CC}"/>
              </a:ext>
            </a:extLst>
          </p:cNvPr>
          <p:cNvSpPr>
            <a:spLocks noGrp="1"/>
          </p:cNvSpPr>
          <p:nvPr>
            <p:ph type="body" sz="quarter" idx="36" hasCustomPrompt="1"/>
          </p:nvPr>
        </p:nvSpPr>
        <p:spPr>
          <a:xfrm>
            <a:off x="557213" y="2917024"/>
            <a:ext cx="1163099" cy="393954"/>
          </a:xfrm>
        </p:spPr>
        <p:txBody>
          <a:bodyPr/>
          <a:lstStyle>
            <a:lvl1pPr>
              <a:defRPr lang="en-AR" sz="1600" b="1" kern="1200" dirty="0">
                <a:solidFill>
                  <a:schemeClr val="bg2"/>
                </a:solidFill>
                <a:latin typeface="Graphik Semibold" panose="020B0503030202060203" pitchFamily="34" charset="77"/>
                <a:ea typeface="+mn-ea"/>
                <a:cs typeface="+mn-cs"/>
              </a:defRPr>
            </a:lvl1pPr>
          </a:lstStyle>
          <a:p>
            <a:pPr lvl="0"/>
            <a:r>
              <a:rPr lang="en-AR"/>
              <a:t>##</a:t>
            </a:r>
          </a:p>
        </p:txBody>
      </p:sp>
      <p:sp>
        <p:nvSpPr>
          <p:cNvPr id="19" name="Text Placeholder 4">
            <a:extLst>
              <a:ext uri="{FF2B5EF4-FFF2-40B4-BE49-F238E27FC236}">
                <a16:creationId xmlns:a16="http://schemas.microsoft.com/office/drawing/2014/main" id="{0F859FF9-60D5-2DBD-4D3D-49BD3A4EC22C}"/>
              </a:ext>
            </a:extLst>
          </p:cNvPr>
          <p:cNvSpPr>
            <a:spLocks noGrp="1"/>
          </p:cNvSpPr>
          <p:nvPr>
            <p:ph type="body" sz="quarter" idx="37" hasCustomPrompt="1"/>
          </p:nvPr>
        </p:nvSpPr>
        <p:spPr>
          <a:xfrm>
            <a:off x="7765208" y="2917024"/>
            <a:ext cx="3226642" cy="485340"/>
          </a:xfrm>
          <a:prstGeom prst="rect">
            <a:avLst/>
          </a:prstGeom>
        </p:spPr>
        <p:txBody>
          <a:bodyPr anchor="t"/>
          <a:lstStyle>
            <a:lvl1pPr>
              <a:spcAft>
                <a:spcPts val="0"/>
              </a:spcAft>
              <a:buNone/>
              <a:defRPr lang="en-US" sz="1200" kern="1200" dirty="0">
                <a:solidFill>
                  <a:srgbClr val="000000"/>
                </a:solidFill>
                <a:latin typeface="Graphik" panose="020B0503030202060203" pitchFamily="34" charset="77"/>
                <a:ea typeface="+mn-ea"/>
                <a:cs typeface="+mn-cs"/>
              </a:defRPr>
            </a:lvl1pPr>
          </a:lstStyle>
          <a:p>
            <a:pPr lvl="0"/>
            <a:r>
              <a:rPr lang="en-GB"/>
              <a:t>Insert text here</a:t>
            </a:r>
            <a:endParaRPr lang="en-US"/>
          </a:p>
        </p:txBody>
      </p:sp>
      <p:sp>
        <p:nvSpPr>
          <p:cNvPr id="20" name="Text Placeholder 9">
            <a:extLst>
              <a:ext uri="{FF2B5EF4-FFF2-40B4-BE49-F238E27FC236}">
                <a16:creationId xmlns:a16="http://schemas.microsoft.com/office/drawing/2014/main" id="{698D04DC-A35C-18BC-A09D-06ED6125A3FF}"/>
              </a:ext>
            </a:extLst>
          </p:cNvPr>
          <p:cNvSpPr>
            <a:spLocks noGrp="1"/>
          </p:cNvSpPr>
          <p:nvPr>
            <p:ph type="body" sz="quarter" idx="38" hasCustomPrompt="1"/>
          </p:nvPr>
        </p:nvSpPr>
        <p:spPr>
          <a:xfrm>
            <a:off x="6353579" y="2917024"/>
            <a:ext cx="1163099" cy="393954"/>
          </a:xfrm>
        </p:spPr>
        <p:txBody>
          <a:bodyPr/>
          <a:lstStyle>
            <a:lvl1pPr>
              <a:defRPr lang="en-AR" sz="1600" b="1" kern="1200" dirty="0">
                <a:solidFill>
                  <a:schemeClr val="bg2"/>
                </a:solidFill>
                <a:latin typeface="Graphik Semibold" panose="020B0503030202060203" pitchFamily="34" charset="77"/>
                <a:ea typeface="+mn-ea"/>
                <a:cs typeface="+mn-cs"/>
              </a:defRPr>
            </a:lvl1pPr>
          </a:lstStyle>
          <a:p>
            <a:pPr lvl="0"/>
            <a:r>
              <a:rPr lang="en-AR"/>
              <a:t>##</a:t>
            </a:r>
          </a:p>
        </p:txBody>
      </p:sp>
      <p:sp>
        <p:nvSpPr>
          <p:cNvPr id="25" name="Text Placeholder 4">
            <a:extLst>
              <a:ext uri="{FF2B5EF4-FFF2-40B4-BE49-F238E27FC236}">
                <a16:creationId xmlns:a16="http://schemas.microsoft.com/office/drawing/2014/main" id="{7AC48787-061F-65B7-CA0E-CA985E032C3F}"/>
              </a:ext>
            </a:extLst>
          </p:cNvPr>
          <p:cNvSpPr>
            <a:spLocks noGrp="1"/>
          </p:cNvSpPr>
          <p:nvPr>
            <p:ph type="body" sz="quarter" idx="43" hasCustomPrompt="1"/>
          </p:nvPr>
        </p:nvSpPr>
        <p:spPr>
          <a:xfrm>
            <a:off x="1968842" y="3967901"/>
            <a:ext cx="3226642" cy="485340"/>
          </a:xfrm>
          <a:prstGeom prst="rect">
            <a:avLst/>
          </a:prstGeom>
        </p:spPr>
        <p:txBody>
          <a:bodyPr anchor="t"/>
          <a:lstStyle>
            <a:lvl1pPr>
              <a:spcAft>
                <a:spcPts val="0"/>
              </a:spcAft>
              <a:buNone/>
              <a:defRPr lang="en-US" sz="1200" kern="1200" dirty="0">
                <a:solidFill>
                  <a:srgbClr val="000000"/>
                </a:solidFill>
                <a:latin typeface="Graphik" panose="020B0503030202060203" pitchFamily="34" charset="77"/>
                <a:ea typeface="+mn-ea"/>
                <a:cs typeface="+mn-cs"/>
              </a:defRPr>
            </a:lvl1pPr>
          </a:lstStyle>
          <a:p>
            <a:pPr lvl="0"/>
            <a:r>
              <a:rPr lang="en-GB"/>
              <a:t>Insert text here</a:t>
            </a:r>
            <a:endParaRPr lang="en-US"/>
          </a:p>
        </p:txBody>
      </p:sp>
      <p:sp>
        <p:nvSpPr>
          <p:cNvPr id="26" name="Text Placeholder 9">
            <a:extLst>
              <a:ext uri="{FF2B5EF4-FFF2-40B4-BE49-F238E27FC236}">
                <a16:creationId xmlns:a16="http://schemas.microsoft.com/office/drawing/2014/main" id="{40C38646-2C59-7604-F628-AACD4C03C391}"/>
              </a:ext>
            </a:extLst>
          </p:cNvPr>
          <p:cNvSpPr>
            <a:spLocks noGrp="1"/>
          </p:cNvSpPr>
          <p:nvPr>
            <p:ph type="body" sz="quarter" idx="44" hasCustomPrompt="1"/>
          </p:nvPr>
        </p:nvSpPr>
        <p:spPr>
          <a:xfrm>
            <a:off x="557213" y="3967901"/>
            <a:ext cx="1163099" cy="393954"/>
          </a:xfrm>
        </p:spPr>
        <p:txBody>
          <a:bodyPr/>
          <a:lstStyle>
            <a:lvl1pPr>
              <a:defRPr lang="en-AR" sz="1600" b="1" kern="1200" dirty="0">
                <a:solidFill>
                  <a:schemeClr val="bg2"/>
                </a:solidFill>
                <a:latin typeface="Graphik Semibold" panose="020B0503030202060203" pitchFamily="34" charset="77"/>
                <a:ea typeface="+mn-ea"/>
                <a:cs typeface="+mn-cs"/>
              </a:defRPr>
            </a:lvl1pPr>
          </a:lstStyle>
          <a:p>
            <a:pPr lvl="0"/>
            <a:r>
              <a:rPr lang="en-AR"/>
              <a:t>##</a:t>
            </a:r>
          </a:p>
        </p:txBody>
      </p:sp>
      <p:sp>
        <p:nvSpPr>
          <p:cNvPr id="27" name="Text Placeholder 4">
            <a:extLst>
              <a:ext uri="{FF2B5EF4-FFF2-40B4-BE49-F238E27FC236}">
                <a16:creationId xmlns:a16="http://schemas.microsoft.com/office/drawing/2014/main" id="{08AF3CEC-3718-6D4C-CF1D-F7582BAC7136}"/>
              </a:ext>
            </a:extLst>
          </p:cNvPr>
          <p:cNvSpPr>
            <a:spLocks noGrp="1"/>
          </p:cNvSpPr>
          <p:nvPr>
            <p:ph type="body" sz="quarter" idx="45" hasCustomPrompt="1"/>
          </p:nvPr>
        </p:nvSpPr>
        <p:spPr>
          <a:xfrm>
            <a:off x="7765208" y="3967901"/>
            <a:ext cx="3226642" cy="485340"/>
          </a:xfrm>
          <a:prstGeom prst="rect">
            <a:avLst/>
          </a:prstGeom>
        </p:spPr>
        <p:txBody>
          <a:bodyPr anchor="t"/>
          <a:lstStyle>
            <a:lvl1pPr>
              <a:spcAft>
                <a:spcPts val="0"/>
              </a:spcAft>
              <a:buNone/>
              <a:defRPr lang="en-US" sz="1200" kern="1200" dirty="0">
                <a:solidFill>
                  <a:srgbClr val="000000"/>
                </a:solidFill>
                <a:latin typeface="Graphik" panose="020B0503030202060203" pitchFamily="34" charset="77"/>
                <a:ea typeface="+mn-ea"/>
                <a:cs typeface="+mn-cs"/>
              </a:defRPr>
            </a:lvl1pPr>
          </a:lstStyle>
          <a:p>
            <a:pPr lvl="0"/>
            <a:r>
              <a:rPr lang="en-GB"/>
              <a:t>Insert text here</a:t>
            </a:r>
            <a:endParaRPr lang="en-US"/>
          </a:p>
        </p:txBody>
      </p:sp>
      <p:sp>
        <p:nvSpPr>
          <p:cNvPr id="28" name="Text Placeholder 9">
            <a:extLst>
              <a:ext uri="{FF2B5EF4-FFF2-40B4-BE49-F238E27FC236}">
                <a16:creationId xmlns:a16="http://schemas.microsoft.com/office/drawing/2014/main" id="{9BE62818-1BA0-8973-B3E1-B2AA7A6835E1}"/>
              </a:ext>
            </a:extLst>
          </p:cNvPr>
          <p:cNvSpPr>
            <a:spLocks noGrp="1"/>
          </p:cNvSpPr>
          <p:nvPr>
            <p:ph type="body" sz="quarter" idx="46" hasCustomPrompt="1"/>
          </p:nvPr>
        </p:nvSpPr>
        <p:spPr>
          <a:xfrm>
            <a:off x="6353579" y="3967901"/>
            <a:ext cx="1163099" cy="393954"/>
          </a:xfrm>
        </p:spPr>
        <p:txBody>
          <a:bodyPr/>
          <a:lstStyle>
            <a:lvl1pPr>
              <a:defRPr lang="en-AR" sz="1600" b="1" kern="1200" dirty="0">
                <a:solidFill>
                  <a:schemeClr val="bg2"/>
                </a:solidFill>
                <a:latin typeface="Graphik Semibold" panose="020B0503030202060203" pitchFamily="34" charset="77"/>
                <a:ea typeface="+mn-ea"/>
                <a:cs typeface="+mn-cs"/>
              </a:defRPr>
            </a:lvl1pPr>
          </a:lstStyle>
          <a:p>
            <a:pPr lvl="0"/>
            <a:r>
              <a:rPr lang="en-AR"/>
              <a:t>##</a:t>
            </a:r>
          </a:p>
        </p:txBody>
      </p:sp>
      <p:sp>
        <p:nvSpPr>
          <p:cNvPr id="35" name="Text Placeholder 4">
            <a:extLst>
              <a:ext uri="{FF2B5EF4-FFF2-40B4-BE49-F238E27FC236}">
                <a16:creationId xmlns:a16="http://schemas.microsoft.com/office/drawing/2014/main" id="{11860888-916F-055D-8C9B-DC5AE56B0E7C}"/>
              </a:ext>
            </a:extLst>
          </p:cNvPr>
          <p:cNvSpPr>
            <a:spLocks noGrp="1"/>
          </p:cNvSpPr>
          <p:nvPr>
            <p:ph type="body" sz="quarter" idx="51" hasCustomPrompt="1"/>
          </p:nvPr>
        </p:nvSpPr>
        <p:spPr>
          <a:xfrm>
            <a:off x="1968842" y="5021786"/>
            <a:ext cx="3226642" cy="485340"/>
          </a:xfrm>
          <a:prstGeom prst="rect">
            <a:avLst/>
          </a:prstGeom>
        </p:spPr>
        <p:txBody>
          <a:bodyPr anchor="t"/>
          <a:lstStyle>
            <a:lvl1pPr>
              <a:spcAft>
                <a:spcPts val="0"/>
              </a:spcAft>
              <a:buNone/>
              <a:defRPr lang="en-US" sz="1200" kern="1200" dirty="0">
                <a:solidFill>
                  <a:srgbClr val="000000"/>
                </a:solidFill>
                <a:latin typeface="Graphik" panose="020B0503030202060203" pitchFamily="34" charset="77"/>
                <a:ea typeface="+mn-ea"/>
                <a:cs typeface="+mn-cs"/>
              </a:defRPr>
            </a:lvl1pPr>
          </a:lstStyle>
          <a:p>
            <a:pPr lvl="0"/>
            <a:r>
              <a:rPr lang="en-GB"/>
              <a:t>Insert text here</a:t>
            </a:r>
            <a:endParaRPr lang="en-US"/>
          </a:p>
        </p:txBody>
      </p:sp>
      <p:sp>
        <p:nvSpPr>
          <p:cNvPr id="36" name="Text Placeholder 9">
            <a:extLst>
              <a:ext uri="{FF2B5EF4-FFF2-40B4-BE49-F238E27FC236}">
                <a16:creationId xmlns:a16="http://schemas.microsoft.com/office/drawing/2014/main" id="{6C40C10B-9AA5-FB91-4468-195612A4AAB4}"/>
              </a:ext>
            </a:extLst>
          </p:cNvPr>
          <p:cNvSpPr>
            <a:spLocks noGrp="1"/>
          </p:cNvSpPr>
          <p:nvPr>
            <p:ph type="body" sz="quarter" idx="52" hasCustomPrompt="1"/>
          </p:nvPr>
        </p:nvSpPr>
        <p:spPr>
          <a:xfrm>
            <a:off x="557213" y="5021786"/>
            <a:ext cx="1163099" cy="393954"/>
          </a:xfrm>
        </p:spPr>
        <p:txBody>
          <a:bodyPr/>
          <a:lstStyle>
            <a:lvl1pPr>
              <a:defRPr lang="en-AR" sz="1600" b="1" kern="1200" dirty="0">
                <a:solidFill>
                  <a:schemeClr val="bg2"/>
                </a:solidFill>
                <a:latin typeface="Graphik Semibold" panose="020B0503030202060203" pitchFamily="34" charset="77"/>
                <a:ea typeface="+mn-ea"/>
                <a:cs typeface="+mn-cs"/>
              </a:defRPr>
            </a:lvl1pPr>
          </a:lstStyle>
          <a:p>
            <a:pPr lvl="0"/>
            <a:r>
              <a:rPr lang="en-AR"/>
              <a:t>##</a:t>
            </a:r>
          </a:p>
        </p:txBody>
      </p:sp>
      <p:sp>
        <p:nvSpPr>
          <p:cNvPr id="37" name="Text Placeholder 4">
            <a:extLst>
              <a:ext uri="{FF2B5EF4-FFF2-40B4-BE49-F238E27FC236}">
                <a16:creationId xmlns:a16="http://schemas.microsoft.com/office/drawing/2014/main" id="{E87FBBF5-4C4B-2BA9-7671-182C65D1DBA6}"/>
              </a:ext>
            </a:extLst>
          </p:cNvPr>
          <p:cNvSpPr>
            <a:spLocks noGrp="1"/>
          </p:cNvSpPr>
          <p:nvPr>
            <p:ph type="body" sz="quarter" idx="53" hasCustomPrompt="1"/>
          </p:nvPr>
        </p:nvSpPr>
        <p:spPr>
          <a:xfrm>
            <a:off x="7765208" y="5021786"/>
            <a:ext cx="3226642" cy="485340"/>
          </a:xfrm>
          <a:prstGeom prst="rect">
            <a:avLst/>
          </a:prstGeom>
        </p:spPr>
        <p:txBody>
          <a:bodyPr anchor="t"/>
          <a:lstStyle>
            <a:lvl1pPr>
              <a:spcAft>
                <a:spcPts val="0"/>
              </a:spcAft>
              <a:buNone/>
              <a:defRPr lang="en-US" sz="1200" kern="1200" dirty="0">
                <a:solidFill>
                  <a:srgbClr val="000000"/>
                </a:solidFill>
                <a:latin typeface="Graphik" panose="020B0503030202060203" pitchFamily="34" charset="77"/>
                <a:ea typeface="+mn-ea"/>
                <a:cs typeface="+mn-cs"/>
              </a:defRPr>
            </a:lvl1pPr>
          </a:lstStyle>
          <a:p>
            <a:pPr lvl="0"/>
            <a:r>
              <a:rPr lang="en-GB"/>
              <a:t>Insert text here</a:t>
            </a:r>
            <a:endParaRPr lang="en-US"/>
          </a:p>
        </p:txBody>
      </p:sp>
      <p:sp>
        <p:nvSpPr>
          <p:cNvPr id="38" name="Text Placeholder 9">
            <a:extLst>
              <a:ext uri="{FF2B5EF4-FFF2-40B4-BE49-F238E27FC236}">
                <a16:creationId xmlns:a16="http://schemas.microsoft.com/office/drawing/2014/main" id="{E3CD5EEB-45B3-CF04-96A5-62C5367B83CA}"/>
              </a:ext>
            </a:extLst>
          </p:cNvPr>
          <p:cNvSpPr>
            <a:spLocks noGrp="1"/>
          </p:cNvSpPr>
          <p:nvPr>
            <p:ph type="body" sz="quarter" idx="54" hasCustomPrompt="1"/>
          </p:nvPr>
        </p:nvSpPr>
        <p:spPr>
          <a:xfrm>
            <a:off x="6353579" y="5021786"/>
            <a:ext cx="1163099" cy="393954"/>
          </a:xfrm>
        </p:spPr>
        <p:txBody>
          <a:bodyPr/>
          <a:lstStyle>
            <a:lvl1pPr>
              <a:defRPr lang="en-AR" sz="1600" b="1" kern="1200" dirty="0">
                <a:solidFill>
                  <a:schemeClr val="bg2"/>
                </a:solidFill>
                <a:latin typeface="Graphik Semibold" panose="020B0503030202060203" pitchFamily="34" charset="77"/>
                <a:ea typeface="+mn-ea"/>
                <a:cs typeface="+mn-cs"/>
              </a:defRPr>
            </a:lvl1pPr>
          </a:lstStyle>
          <a:p>
            <a:pPr lvl="0"/>
            <a:r>
              <a:rPr lang="en-AR"/>
              <a:t>##</a:t>
            </a:r>
          </a:p>
        </p:txBody>
      </p:sp>
    </p:spTree>
    <p:extLst>
      <p:ext uri="{BB962C8B-B14F-4D97-AF65-F5344CB8AC3E}">
        <p14:creationId xmlns:p14="http://schemas.microsoft.com/office/powerpoint/2010/main" val="1330442255"/>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Content 1: light mode">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5E6475EA-05F8-881F-8077-6C5A702451D9}"/>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17" name="Text Placeholder 2">
            <a:extLst>
              <a:ext uri="{FF2B5EF4-FFF2-40B4-BE49-F238E27FC236}">
                <a16:creationId xmlns:a16="http://schemas.microsoft.com/office/drawing/2014/main" id="{23D344E3-E54F-25F8-2F2F-980511EB6BDF}"/>
              </a:ext>
            </a:extLst>
          </p:cNvPr>
          <p:cNvSpPr>
            <a:spLocks noGrp="1"/>
          </p:cNvSpPr>
          <p:nvPr>
            <p:ph idx="1" hasCustomPrompt="1"/>
          </p:nvPr>
        </p:nvSpPr>
        <p:spPr>
          <a:xfrm>
            <a:off x="563412" y="1371601"/>
            <a:ext cx="11077726" cy="4757738"/>
          </a:xfrm>
          <a:prstGeom prst="rect">
            <a:avLst/>
          </a:prstGeom>
        </p:spPr>
        <p:txBody>
          <a:bodyPr vert="horz" lIns="0" tIns="0" rIns="0" bIns="0" rtlCol="0">
            <a:noAutofit/>
          </a:bodyPr>
          <a:lstStyle>
            <a:lvl1pPr>
              <a:defRPr sz="1400" b="0" i="0">
                <a:latin typeface="Graphik" panose="020B0503030202060203" pitchFamily="34" charset="77"/>
              </a:defRPr>
            </a:lvl1pPr>
            <a:lvl2pPr>
              <a:defRPr sz="1400" b="0" i="0">
                <a:latin typeface="Graphik" panose="020B0503030202060203" pitchFamily="34" charset="77"/>
              </a:defRPr>
            </a:lvl2pPr>
            <a:lvl3pPr>
              <a:defRPr sz="1400" b="0" i="0">
                <a:latin typeface="Graphik" panose="020B0503030202060203" pitchFamily="34" charset="77"/>
              </a:defRPr>
            </a:lvl3pPr>
            <a:lvl4pPr>
              <a:defRPr sz="1050" b="0" i="0">
                <a:latin typeface="Graphik" panose="020B0503030202060203" pitchFamily="34" charset="77"/>
              </a:defRPr>
            </a:lvl4pPr>
            <a:lvl5pPr>
              <a:defRPr sz="1050" b="0" i="0">
                <a:latin typeface="Graphik" panose="020B0503030202060203" pitchFamily="34" charset="77"/>
              </a:defRPr>
            </a:lvl5pPr>
            <a:lvl6pPr>
              <a:defRPr sz="1400" b="0" i="0">
                <a:latin typeface="Graphik" panose="020B0503030202060203" pitchFamily="34" charset="77"/>
              </a:defRPr>
            </a:lvl6pPr>
            <a:lvl7pPr>
              <a:defRPr sz="1100" b="0" i="0">
                <a:latin typeface="Graphik" panose="020B0503030202060203" pitchFamily="34" charset="77"/>
              </a:defRPr>
            </a:lvl7pPr>
            <a:lvl9pPr>
              <a:defRPr sz="1100" b="0" i="0">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a:p>
            <a:pPr lvl="3"/>
            <a:r>
              <a:rPr lang="en-US"/>
              <a:t>Fourth level (bullet)</a:t>
            </a:r>
          </a:p>
          <a:p>
            <a:pPr lvl="4"/>
            <a:r>
              <a:rPr lang="en-US"/>
              <a:t>Fifth level (bullet)</a:t>
            </a:r>
          </a:p>
          <a:p>
            <a:pPr lvl="5"/>
            <a:r>
              <a:rPr lang="en-US"/>
              <a:t>Sixth level (copy)</a:t>
            </a:r>
          </a:p>
          <a:p>
            <a:pPr lvl="6"/>
            <a:r>
              <a:rPr lang="en-US"/>
              <a:t>Seventh level (small copy)</a:t>
            </a:r>
          </a:p>
          <a:p>
            <a:pPr lvl="8"/>
            <a:r>
              <a:rPr lang="en-US"/>
              <a:t>Ninth level (footnotes and citations)</a:t>
            </a:r>
          </a:p>
        </p:txBody>
      </p:sp>
    </p:spTree>
    <p:extLst>
      <p:ext uri="{BB962C8B-B14F-4D97-AF65-F5344CB8AC3E}">
        <p14:creationId xmlns:p14="http://schemas.microsoft.com/office/powerpoint/2010/main" val="2022519600"/>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Content 1: purple">
    <p:bg>
      <p:bgPr>
        <a:solidFill>
          <a:srgbClr val="450073"/>
        </a:solidFill>
        <a:effectLst/>
      </p:bgPr>
    </p:bg>
    <p:spTree>
      <p:nvGrpSpPr>
        <p:cNvPr id="1" name=""/>
        <p:cNvGrpSpPr/>
        <p:nvPr/>
      </p:nvGrpSpPr>
      <p:grpSpPr>
        <a:xfrm>
          <a:off x="0" y="0"/>
          <a:ext cx="0" cy="0"/>
          <a:chOff x="0" y="0"/>
          <a:chExt cx="0" cy="0"/>
        </a:xfrm>
      </p:grpSpPr>
      <p:sp>
        <p:nvSpPr>
          <p:cNvPr id="11" name="GTS_WH">
            <a:extLst>
              <a:ext uri="{FF2B5EF4-FFF2-40B4-BE49-F238E27FC236}">
                <a16:creationId xmlns:a16="http://schemas.microsoft.com/office/drawing/2014/main" id="{5EFDEB3F-4743-43EA-A121-ED3CB6054C7F}"/>
              </a:ext>
              <a:ext uri="{C183D7F6-B498-43B3-948B-1728B52AA6E4}">
                <adec:decorative xmlns:adec="http://schemas.microsoft.com/office/drawing/2017/decorative" val="1"/>
              </a:ext>
            </a:extLst>
          </p:cNvPr>
          <p:cNvSpPr>
            <a:spLocks noChangeAspect="1"/>
          </p:cNvSpPr>
          <p:nvPr userDrawn="1"/>
        </p:nvSpPr>
        <p:spPr bwMode="black">
          <a:xfrm>
            <a:off x="56341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6" name="Text Placeholder 2">
            <a:extLst>
              <a:ext uri="{FF2B5EF4-FFF2-40B4-BE49-F238E27FC236}">
                <a16:creationId xmlns:a16="http://schemas.microsoft.com/office/drawing/2014/main" id="{72BD5E18-7BA8-5728-2FF2-876642FDAD1A}"/>
              </a:ext>
            </a:extLst>
          </p:cNvPr>
          <p:cNvSpPr>
            <a:spLocks noGrp="1"/>
          </p:cNvSpPr>
          <p:nvPr>
            <p:ph idx="1" hasCustomPrompt="1"/>
          </p:nvPr>
        </p:nvSpPr>
        <p:spPr>
          <a:xfrm>
            <a:off x="563411" y="1371601"/>
            <a:ext cx="11077727" cy="4757738"/>
          </a:xfrm>
          <a:prstGeom prst="rect">
            <a:avLst/>
          </a:prstGeom>
        </p:spPr>
        <p:txBody>
          <a:bodyPr vert="horz" lIns="0" tIns="0" rIns="0" bIns="0" rtlCol="0">
            <a:noAutofit/>
          </a:bodyPr>
          <a:lstStyle>
            <a:lvl1pPr>
              <a:defRPr sz="1400" b="0" i="0">
                <a:solidFill>
                  <a:schemeClr val="tx1"/>
                </a:solidFill>
                <a:latin typeface="Graphik" panose="020B0503030202060203" pitchFamily="34" charset="77"/>
              </a:defRPr>
            </a:lvl1pPr>
            <a:lvl2pPr>
              <a:defRPr sz="1400" b="0" i="0">
                <a:solidFill>
                  <a:schemeClr val="tx1"/>
                </a:solidFill>
                <a:latin typeface="Graphik" panose="020B0503030202060203" pitchFamily="34" charset="77"/>
              </a:defRPr>
            </a:lvl2pPr>
            <a:lvl3pPr>
              <a:defRPr sz="1400" b="0" i="0">
                <a:solidFill>
                  <a:schemeClr val="tx1"/>
                </a:solidFill>
                <a:latin typeface="Graphik" panose="020B0503030202060203" pitchFamily="34" charset="77"/>
              </a:defRPr>
            </a:lvl3pPr>
            <a:lvl4pPr>
              <a:defRPr sz="1050" b="0" i="0">
                <a:solidFill>
                  <a:schemeClr val="tx1"/>
                </a:solidFill>
                <a:latin typeface="Graphik" panose="020B0503030202060203" pitchFamily="34" charset="77"/>
              </a:defRPr>
            </a:lvl4pPr>
            <a:lvl5pPr>
              <a:defRPr sz="1050" b="0" i="0">
                <a:solidFill>
                  <a:schemeClr val="tx1"/>
                </a:solidFill>
                <a:latin typeface="Graphik" panose="020B0503030202060203" pitchFamily="34" charset="77"/>
              </a:defRPr>
            </a:lvl5pPr>
            <a:lvl6pPr>
              <a:defRPr sz="1400" b="0" i="0">
                <a:solidFill>
                  <a:schemeClr val="tx1"/>
                </a:solidFill>
                <a:latin typeface="Graphik" panose="020B0503030202060203" pitchFamily="34" charset="77"/>
              </a:defRPr>
            </a:lvl6pPr>
            <a:lvl7pPr>
              <a:defRPr sz="1100" b="0" i="0">
                <a:solidFill>
                  <a:schemeClr val="tx1"/>
                </a:solidFill>
                <a:latin typeface="Graphik" panose="020B0503030202060203" pitchFamily="34" charset="77"/>
              </a:defRPr>
            </a:lvl7pPr>
            <a:lvl9pPr>
              <a:defRPr sz="1100" b="0" i="0">
                <a:solidFill>
                  <a:schemeClr val="tx1"/>
                </a:solidFill>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a:p>
            <a:pPr lvl="3"/>
            <a:r>
              <a:rPr lang="en-US"/>
              <a:t>Fourth level (bullet)</a:t>
            </a:r>
          </a:p>
          <a:p>
            <a:pPr lvl="4"/>
            <a:r>
              <a:rPr lang="en-US"/>
              <a:t>Fifth level (bullet)</a:t>
            </a:r>
          </a:p>
          <a:p>
            <a:pPr lvl="5"/>
            <a:r>
              <a:rPr lang="en-US"/>
              <a:t>Sixth level (copy)</a:t>
            </a:r>
          </a:p>
          <a:p>
            <a:pPr lvl="6"/>
            <a:r>
              <a:rPr lang="en-US"/>
              <a:t>Seventh level (small copy)</a:t>
            </a:r>
          </a:p>
          <a:p>
            <a:pPr lvl="8"/>
            <a:r>
              <a:rPr lang="en-US"/>
              <a:t>Ninth level (footnotes and citations)</a:t>
            </a:r>
          </a:p>
        </p:txBody>
      </p:sp>
      <p:sp>
        <p:nvSpPr>
          <p:cNvPr id="3" name="Title 2">
            <a:extLst>
              <a:ext uri="{FF2B5EF4-FFF2-40B4-BE49-F238E27FC236}">
                <a16:creationId xmlns:a16="http://schemas.microsoft.com/office/drawing/2014/main" id="{45C11A26-2DA7-C2CB-5CA4-C2226E694332}"/>
              </a:ext>
            </a:extLst>
          </p:cNvPr>
          <p:cNvSpPr>
            <a:spLocks noGrp="1"/>
          </p:cNvSpPr>
          <p:nvPr>
            <p:ph type="title"/>
          </p:nvPr>
        </p:nvSpPr>
        <p:spPr>
          <a:xfrm>
            <a:off x="556467" y="572600"/>
            <a:ext cx="11077728" cy="393954"/>
          </a:xfrm>
        </p:spPr>
        <p:txBody>
          <a:bodyPr/>
          <a:lstStyle/>
          <a:p>
            <a:r>
              <a:rPr lang="en-GB"/>
              <a:t>Click to edit Master title style</a:t>
            </a:r>
            <a:endParaRPr lang="en-US"/>
          </a:p>
        </p:txBody>
      </p:sp>
    </p:spTree>
    <p:extLst>
      <p:ext uri="{BB962C8B-B14F-4D97-AF65-F5344CB8AC3E}">
        <p14:creationId xmlns:p14="http://schemas.microsoft.com/office/powerpoint/2010/main" val="4099560547"/>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Content1: dark mode">
    <p:bg>
      <p:bgPr>
        <a:solidFill>
          <a:srgbClr val="000000"/>
        </a:solidFill>
        <a:effectLst/>
      </p:bgPr>
    </p:bg>
    <p:spTree>
      <p:nvGrpSpPr>
        <p:cNvPr id="1" name=""/>
        <p:cNvGrpSpPr/>
        <p:nvPr/>
      </p:nvGrpSpPr>
      <p:grpSpPr>
        <a:xfrm>
          <a:off x="0" y="0"/>
          <a:ext cx="0" cy="0"/>
          <a:chOff x="0" y="0"/>
          <a:chExt cx="0" cy="0"/>
        </a:xfrm>
      </p:grpSpPr>
      <p:sp>
        <p:nvSpPr>
          <p:cNvPr id="6" name="Title 2">
            <a:extLst>
              <a:ext uri="{FF2B5EF4-FFF2-40B4-BE49-F238E27FC236}">
                <a16:creationId xmlns:a16="http://schemas.microsoft.com/office/drawing/2014/main" id="{198A5B9C-C3DA-AD99-4E28-C97B8A81C3CC}"/>
              </a:ext>
            </a:extLst>
          </p:cNvPr>
          <p:cNvSpPr>
            <a:spLocks noGrp="1"/>
          </p:cNvSpPr>
          <p:nvPr>
            <p:ph type="title"/>
          </p:nvPr>
        </p:nvSpPr>
        <p:spPr>
          <a:xfrm>
            <a:off x="556467" y="572600"/>
            <a:ext cx="11084672" cy="393954"/>
          </a:xfrm>
        </p:spPr>
        <p:txBody>
          <a:bodyPr/>
          <a:lstStyle>
            <a:lvl1pPr>
              <a:defRPr>
                <a:solidFill>
                  <a:schemeClr val="bg1"/>
                </a:solidFill>
              </a:defRPr>
            </a:lvl1pPr>
          </a:lstStyle>
          <a:p>
            <a:r>
              <a:rPr lang="en-GB"/>
              <a:t>Click to edit Master title style</a:t>
            </a:r>
            <a:endParaRPr lang="en-US"/>
          </a:p>
        </p:txBody>
      </p:sp>
      <p:sp>
        <p:nvSpPr>
          <p:cNvPr id="17" name="Text Placeholder 2">
            <a:extLst>
              <a:ext uri="{FF2B5EF4-FFF2-40B4-BE49-F238E27FC236}">
                <a16:creationId xmlns:a16="http://schemas.microsoft.com/office/drawing/2014/main" id="{23D344E3-E54F-25F8-2F2F-980511EB6BDF}"/>
              </a:ext>
            </a:extLst>
          </p:cNvPr>
          <p:cNvSpPr>
            <a:spLocks noGrp="1"/>
          </p:cNvSpPr>
          <p:nvPr>
            <p:ph idx="1" hasCustomPrompt="1"/>
          </p:nvPr>
        </p:nvSpPr>
        <p:spPr>
          <a:xfrm>
            <a:off x="563411" y="1371601"/>
            <a:ext cx="11084673" cy="4757738"/>
          </a:xfrm>
          <a:prstGeom prst="rect">
            <a:avLst/>
          </a:prstGeom>
        </p:spPr>
        <p:txBody>
          <a:bodyPr vert="horz" lIns="0" tIns="0" rIns="0" bIns="0" rtlCol="0">
            <a:noAutofit/>
          </a:bodyPr>
          <a:lstStyle>
            <a:lvl1pPr>
              <a:defRPr sz="1400" b="0" i="0">
                <a:solidFill>
                  <a:srgbClr val="FFFFFF"/>
                </a:solidFill>
                <a:latin typeface="Graphik" panose="020B0503030202060203" pitchFamily="34" charset="77"/>
              </a:defRPr>
            </a:lvl1pPr>
            <a:lvl2pPr>
              <a:defRPr sz="1400" b="0" i="0">
                <a:solidFill>
                  <a:srgbClr val="FFFFFF"/>
                </a:solidFill>
                <a:latin typeface="Graphik" panose="020B0503030202060203" pitchFamily="34" charset="77"/>
              </a:defRPr>
            </a:lvl2pPr>
            <a:lvl3pPr>
              <a:defRPr sz="1400" b="0" i="0">
                <a:solidFill>
                  <a:srgbClr val="FFFFFF"/>
                </a:solidFill>
                <a:latin typeface="Graphik" panose="020B0503030202060203" pitchFamily="34" charset="77"/>
              </a:defRPr>
            </a:lvl3pPr>
            <a:lvl4pPr>
              <a:defRPr sz="1050" b="0" i="0">
                <a:solidFill>
                  <a:srgbClr val="FFFFFF"/>
                </a:solidFill>
                <a:latin typeface="Graphik" panose="020B0503030202060203" pitchFamily="34" charset="77"/>
              </a:defRPr>
            </a:lvl4pPr>
            <a:lvl5pPr>
              <a:defRPr sz="1050" b="0" i="0">
                <a:solidFill>
                  <a:srgbClr val="FFFFFF"/>
                </a:solidFill>
                <a:latin typeface="Graphik" panose="020B0503030202060203" pitchFamily="34" charset="77"/>
              </a:defRPr>
            </a:lvl5pPr>
            <a:lvl6pPr>
              <a:defRPr sz="1400" b="0" i="0">
                <a:solidFill>
                  <a:srgbClr val="FFFFFF"/>
                </a:solidFill>
                <a:latin typeface="Graphik" panose="020B0503030202060203" pitchFamily="34" charset="77"/>
              </a:defRPr>
            </a:lvl6pPr>
            <a:lvl7pPr>
              <a:defRPr sz="1100" b="0" i="0">
                <a:solidFill>
                  <a:srgbClr val="FFFFFF"/>
                </a:solidFill>
                <a:latin typeface="Graphik" panose="020B0503030202060203" pitchFamily="34" charset="77"/>
              </a:defRPr>
            </a:lvl7pPr>
            <a:lvl9pPr>
              <a:defRPr sz="1100" b="0" i="0">
                <a:solidFill>
                  <a:srgbClr val="FFFFFF"/>
                </a:solidFill>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a:p>
            <a:pPr lvl="3"/>
            <a:r>
              <a:rPr lang="en-US"/>
              <a:t>Fourth level (bullet)</a:t>
            </a:r>
          </a:p>
          <a:p>
            <a:pPr lvl="4"/>
            <a:r>
              <a:rPr lang="en-US"/>
              <a:t>Fifth level (bullet)</a:t>
            </a:r>
          </a:p>
          <a:p>
            <a:pPr lvl="5"/>
            <a:r>
              <a:rPr lang="en-US"/>
              <a:t>Sixth level (copy)</a:t>
            </a:r>
          </a:p>
          <a:p>
            <a:pPr lvl="6"/>
            <a:r>
              <a:rPr lang="en-US"/>
              <a:t>Seventh level (small copy)</a:t>
            </a:r>
          </a:p>
          <a:p>
            <a:pPr lvl="8"/>
            <a:r>
              <a:rPr lang="en-US"/>
              <a:t>Ninth level (footnotes and citations)</a:t>
            </a:r>
          </a:p>
        </p:txBody>
      </p:sp>
      <p:sp>
        <p:nvSpPr>
          <p:cNvPr id="4" name="GTS_WH">
            <a:extLst>
              <a:ext uri="{FF2B5EF4-FFF2-40B4-BE49-F238E27FC236}">
                <a16:creationId xmlns:a16="http://schemas.microsoft.com/office/drawing/2014/main" id="{7F75177E-60CD-488F-76CA-383DF4BA8EAB}"/>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2297606770"/>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Content 2: light mode">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9C6DC0A-3CA3-F5A5-5E70-94036764CF84}"/>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6" name="Text Placeholder 3">
            <a:extLst>
              <a:ext uri="{FF2B5EF4-FFF2-40B4-BE49-F238E27FC236}">
                <a16:creationId xmlns:a16="http://schemas.microsoft.com/office/drawing/2014/main" id="{0EC44ACB-E461-9710-1A88-433105BDF5D8}"/>
              </a:ext>
            </a:extLst>
          </p:cNvPr>
          <p:cNvSpPr>
            <a:spLocks noGrp="1"/>
          </p:cNvSpPr>
          <p:nvPr>
            <p:ph type="body" sz="quarter" idx="26" hasCustomPrompt="1"/>
          </p:nvPr>
        </p:nvSpPr>
        <p:spPr>
          <a:xfrm>
            <a:off x="563411" y="1109663"/>
            <a:ext cx="11084673" cy="384048"/>
          </a:xfrm>
          <a:prstGeom prst="rect">
            <a:avLst/>
          </a:prstGeom>
        </p:spPr>
        <p:txBody>
          <a:bodyPr anchor="t"/>
          <a:lstStyle>
            <a:lvl1pPr marL="0" indent="0">
              <a:spcAft>
                <a:spcPts val="0"/>
              </a:spcAft>
              <a:buNone/>
              <a:defRPr sz="1800" b="0" i="0">
                <a:solidFill>
                  <a:schemeClr val="tx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2" name="Text Placeholder 2">
            <a:extLst>
              <a:ext uri="{FF2B5EF4-FFF2-40B4-BE49-F238E27FC236}">
                <a16:creationId xmlns:a16="http://schemas.microsoft.com/office/drawing/2014/main" id="{E013B68F-B365-32C6-C8B6-66516407E205}"/>
              </a:ext>
            </a:extLst>
          </p:cNvPr>
          <p:cNvSpPr>
            <a:spLocks noGrp="1"/>
          </p:cNvSpPr>
          <p:nvPr>
            <p:ph idx="1" hasCustomPrompt="1"/>
          </p:nvPr>
        </p:nvSpPr>
        <p:spPr>
          <a:xfrm>
            <a:off x="563411" y="1684021"/>
            <a:ext cx="11077727" cy="4445317"/>
          </a:xfrm>
          <a:prstGeom prst="rect">
            <a:avLst/>
          </a:prstGeom>
        </p:spPr>
        <p:txBody>
          <a:bodyPr vert="horz" lIns="0" tIns="0" rIns="0" bIns="0" rtlCol="0">
            <a:noAutofit/>
          </a:bodyPr>
          <a:lstStyle>
            <a:lvl1pPr>
              <a:defRPr sz="1400" b="0" i="0">
                <a:latin typeface="Graphik" panose="020B0503030202060203" pitchFamily="34" charset="77"/>
              </a:defRPr>
            </a:lvl1pPr>
            <a:lvl2pPr>
              <a:defRPr sz="1400" b="0" i="0">
                <a:latin typeface="Graphik" panose="020B0503030202060203" pitchFamily="34" charset="77"/>
              </a:defRPr>
            </a:lvl2pPr>
            <a:lvl3pPr>
              <a:defRPr sz="1400" b="0" i="0">
                <a:latin typeface="Graphik" panose="020B0503030202060203" pitchFamily="34" charset="77"/>
              </a:defRPr>
            </a:lvl3pPr>
            <a:lvl4pPr>
              <a:defRPr sz="1050" b="0" i="0">
                <a:latin typeface="Graphik" panose="020B0503030202060203" pitchFamily="34" charset="77"/>
              </a:defRPr>
            </a:lvl4pPr>
            <a:lvl5pPr>
              <a:defRPr sz="1050" b="0" i="0">
                <a:latin typeface="Graphik" panose="020B0503030202060203" pitchFamily="34" charset="77"/>
              </a:defRPr>
            </a:lvl5pPr>
            <a:lvl6pPr>
              <a:defRPr sz="1400" b="0" i="0">
                <a:latin typeface="Graphik" panose="020B0503030202060203" pitchFamily="34" charset="77"/>
              </a:defRPr>
            </a:lvl6pPr>
            <a:lvl7pPr>
              <a:defRPr sz="1100" b="0" i="0">
                <a:latin typeface="Graphik" panose="020B0503030202060203" pitchFamily="34" charset="77"/>
              </a:defRPr>
            </a:lvl7pPr>
            <a:lvl9pPr>
              <a:defRPr sz="1100" b="0" i="0">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a:p>
            <a:pPr lvl="3"/>
            <a:r>
              <a:rPr lang="en-US"/>
              <a:t>Fourth level (bullet)</a:t>
            </a:r>
          </a:p>
          <a:p>
            <a:pPr lvl="4"/>
            <a:r>
              <a:rPr lang="en-US"/>
              <a:t>Fifth level (bullet)</a:t>
            </a:r>
          </a:p>
          <a:p>
            <a:pPr lvl="5"/>
            <a:r>
              <a:rPr lang="en-US"/>
              <a:t>Sixth level (copy)</a:t>
            </a:r>
          </a:p>
          <a:p>
            <a:pPr lvl="6"/>
            <a:r>
              <a:rPr lang="en-US"/>
              <a:t>Seventh level (small copy)</a:t>
            </a:r>
          </a:p>
          <a:p>
            <a:pPr lvl="8"/>
            <a:r>
              <a:rPr lang="en-US"/>
              <a:t>Ninth level (footnotes and citations)</a:t>
            </a:r>
          </a:p>
        </p:txBody>
      </p:sp>
    </p:spTree>
    <p:extLst>
      <p:ext uri="{BB962C8B-B14F-4D97-AF65-F5344CB8AC3E}">
        <p14:creationId xmlns:p14="http://schemas.microsoft.com/office/powerpoint/2010/main" val="546719337"/>
      </p:ext>
    </p:extLst>
  </p:cSld>
  <p:clrMapOvr>
    <a:masterClrMapping/>
  </p:clrMapOvr>
  <p:extLst>
    <p:ext uri="{DCECCB84-F9BA-43D5-87BE-67443E8EF086}">
      <p15:sldGuideLst xmlns:p15="http://schemas.microsoft.com/office/powerpoint/2012/main">
        <p15:guide id="1" orient="horz" pos="699">
          <p15:clr>
            <a:srgbClr val="547EBF"/>
          </p15:clr>
        </p15:guide>
      </p15:sldGuideLst>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Content 2: dark mode">
    <p:bg>
      <p:bgPr>
        <a:solidFill>
          <a:srgbClr val="000000"/>
        </a:solidFill>
        <a:effectLst/>
      </p:bgPr>
    </p:bg>
    <p:spTree>
      <p:nvGrpSpPr>
        <p:cNvPr id="1" name=""/>
        <p:cNvGrpSpPr/>
        <p:nvPr/>
      </p:nvGrpSpPr>
      <p:grpSpPr>
        <a:xfrm>
          <a:off x="0" y="0"/>
          <a:ext cx="0" cy="0"/>
          <a:chOff x="0" y="0"/>
          <a:chExt cx="0" cy="0"/>
        </a:xfrm>
      </p:grpSpPr>
      <p:sp>
        <p:nvSpPr>
          <p:cNvPr id="12" name="Title 2">
            <a:extLst>
              <a:ext uri="{FF2B5EF4-FFF2-40B4-BE49-F238E27FC236}">
                <a16:creationId xmlns:a16="http://schemas.microsoft.com/office/drawing/2014/main" id="{DB73B016-14F1-76F3-AF33-93292F228360}"/>
              </a:ext>
            </a:extLst>
          </p:cNvPr>
          <p:cNvSpPr>
            <a:spLocks noGrp="1"/>
          </p:cNvSpPr>
          <p:nvPr>
            <p:ph type="title"/>
          </p:nvPr>
        </p:nvSpPr>
        <p:spPr>
          <a:xfrm>
            <a:off x="556467" y="572600"/>
            <a:ext cx="11084672" cy="393954"/>
          </a:xfrm>
        </p:spPr>
        <p:txBody>
          <a:bodyPr/>
          <a:lstStyle>
            <a:lvl1pPr>
              <a:defRPr>
                <a:solidFill>
                  <a:schemeClr val="bg1"/>
                </a:solidFill>
              </a:defRPr>
            </a:lvl1pPr>
          </a:lstStyle>
          <a:p>
            <a:r>
              <a:rPr lang="en-GB"/>
              <a:t>Click to edit Master title style</a:t>
            </a:r>
            <a:endParaRPr lang="en-US"/>
          </a:p>
        </p:txBody>
      </p:sp>
      <p:sp>
        <p:nvSpPr>
          <p:cNvPr id="11" name="Text Placeholder 3">
            <a:extLst>
              <a:ext uri="{FF2B5EF4-FFF2-40B4-BE49-F238E27FC236}">
                <a16:creationId xmlns:a16="http://schemas.microsoft.com/office/drawing/2014/main" id="{0C3F8CBC-7C73-A273-514B-A95005E2DFE9}"/>
              </a:ext>
            </a:extLst>
          </p:cNvPr>
          <p:cNvSpPr>
            <a:spLocks noGrp="1"/>
          </p:cNvSpPr>
          <p:nvPr>
            <p:ph type="body" sz="quarter" idx="26" hasCustomPrompt="1"/>
          </p:nvPr>
        </p:nvSpPr>
        <p:spPr>
          <a:xfrm>
            <a:off x="563412" y="1109663"/>
            <a:ext cx="11084672" cy="384048"/>
          </a:xfrm>
          <a:prstGeom prst="rect">
            <a:avLst/>
          </a:prstGeom>
        </p:spPr>
        <p:txBody>
          <a:bodyPr anchor="t"/>
          <a:lstStyle>
            <a:lvl1pPr marL="0" indent="0">
              <a:spcAft>
                <a:spcPts val="0"/>
              </a:spcAft>
              <a:buNone/>
              <a:defRPr sz="1800" b="0" i="0">
                <a:solidFill>
                  <a:schemeClr val="bg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2" name="Text Placeholder 2">
            <a:extLst>
              <a:ext uri="{FF2B5EF4-FFF2-40B4-BE49-F238E27FC236}">
                <a16:creationId xmlns:a16="http://schemas.microsoft.com/office/drawing/2014/main" id="{E013B68F-B365-32C6-C8B6-66516407E205}"/>
              </a:ext>
            </a:extLst>
          </p:cNvPr>
          <p:cNvSpPr>
            <a:spLocks noGrp="1"/>
          </p:cNvSpPr>
          <p:nvPr>
            <p:ph idx="1" hasCustomPrompt="1"/>
          </p:nvPr>
        </p:nvSpPr>
        <p:spPr>
          <a:xfrm>
            <a:off x="563411" y="1684021"/>
            <a:ext cx="11077727" cy="4445317"/>
          </a:xfrm>
          <a:prstGeom prst="rect">
            <a:avLst/>
          </a:prstGeom>
        </p:spPr>
        <p:txBody>
          <a:bodyPr vert="horz" lIns="0" tIns="0" rIns="0" bIns="0" rtlCol="0">
            <a:noAutofit/>
          </a:bodyPr>
          <a:lstStyle>
            <a:lvl1pPr>
              <a:defRPr sz="1400" b="0" i="0">
                <a:solidFill>
                  <a:srgbClr val="FFFFFF"/>
                </a:solidFill>
                <a:latin typeface="Graphik" panose="020B0503030202060203" pitchFamily="34" charset="77"/>
              </a:defRPr>
            </a:lvl1pPr>
            <a:lvl2pPr>
              <a:defRPr sz="1400" b="0" i="0">
                <a:solidFill>
                  <a:srgbClr val="FFFFFF"/>
                </a:solidFill>
                <a:latin typeface="Graphik" panose="020B0503030202060203" pitchFamily="34" charset="77"/>
              </a:defRPr>
            </a:lvl2pPr>
            <a:lvl3pPr>
              <a:defRPr sz="1400" b="0" i="0">
                <a:solidFill>
                  <a:srgbClr val="FFFFFF"/>
                </a:solidFill>
                <a:latin typeface="Graphik" panose="020B0503030202060203" pitchFamily="34" charset="77"/>
              </a:defRPr>
            </a:lvl3pPr>
            <a:lvl4pPr>
              <a:defRPr sz="1050" b="0" i="0">
                <a:solidFill>
                  <a:srgbClr val="FFFFFF"/>
                </a:solidFill>
                <a:latin typeface="Graphik" panose="020B0503030202060203" pitchFamily="34" charset="77"/>
              </a:defRPr>
            </a:lvl4pPr>
            <a:lvl5pPr>
              <a:defRPr sz="1050" b="0" i="0">
                <a:solidFill>
                  <a:srgbClr val="FFFFFF"/>
                </a:solidFill>
                <a:latin typeface="Graphik" panose="020B0503030202060203" pitchFamily="34" charset="77"/>
              </a:defRPr>
            </a:lvl5pPr>
            <a:lvl6pPr>
              <a:defRPr sz="1400" b="0" i="0">
                <a:solidFill>
                  <a:srgbClr val="FFFFFF"/>
                </a:solidFill>
                <a:latin typeface="Graphik" panose="020B0503030202060203" pitchFamily="34" charset="77"/>
              </a:defRPr>
            </a:lvl6pPr>
            <a:lvl7pPr>
              <a:defRPr sz="1100" b="0" i="0">
                <a:solidFill>
                  <a:srgbClr val="FFFFFF"/>
                </a:solidFill>
                <a:latin typeface="Graphik" panose="020B0503030202060203" pitchFamily="34" charset="77"/>
              </a:defRPr>
            </a:lvl7pPr>
            <a:lvl9pPr>
              <a:defRPr sz="1100" b="0" i="0">
                <a:solidFill>
                  <a:srgbClr val="FFFFFF"/>
                </a:solidFill>
                <a:latin typeface="Graphik" panose="020B0503030202060203" pitchFamily="34" charset="77"/>
              </a:defRPr>
            </a:lvl9pPr>
          </a:lstStyle>
          <a:p>
            <a:pPr lvl="0"/>
            <a:r>
              <a:rPr lang="en-US"/>
              <a:t>First level (bullet)</a:t>
            </a:r>
          </a:p>
          <a:p>
            <a:pPr lvl="1"/>
            <a:r>
              <a:rPr lang="en-US"/>
              <a:t>Second level (bullet)</a:t>
            </a:r>
          </a:p>
          <a:p>
            <a:pPr lvl="2"/>
            <a:r>
              <a:rPr lang="en-US"/>
              <a:t>Third level (bullet)</a:t>
            </a:r>
          </a:p>
          <a:p>
            <a:pPr lvl="3"/>
            <a:r>
              <a:rPr lang="en-US"/>
              <a:t>Fourth level (bullet)</a:t>
            </a:r>
          </a:p>
          <a:p>
            <a:pPr lvl="4"/>
            <a:r>
              <a:rPr lang="en-US"/>
              <a:t>Fifth level (bullet)</a:t>
            </a:r>
          </a:p>
          <a:p>
            <a:pPr lvl="5"/>
            <a:r>
              <a:rPr lang="en-US"/>
              <a:t>Sixth level (copy)</a:t>
            </a:r>
          </a:p>
          <a:p>
            <a:pPr lvl="6"/>
            <a:r>
              <a:rPr lang="en-US"/>
              <a:t>Seventh level (small copy)</a:t>
            </a:r>
          </a:p>
          <a:p>
            <a:pPr lvl="8"/>
            <a:r>
              <a:rPr lang="en-US"/>
              <a:t>Ninth level (footnotes and citations)</a:t>
            </a:r>
          </a:p>
        </p:txBody>
      </p:sp>
      <p:sp>
        <p:nvSpPr>
          <p:cNvPr id="4" name="GTS_WH">
            <a:extLst>
              <a:ext uri="{FF2B5EF4-FFF2-40B4-BE49-F238E27FC236}">
                <a16:creationId xmlns:a16="http://schemas.microsoft.com/office/drawing/2014/main" id="{BDF14360-0E2D-7FE6-A174-E8EA0610C689}"/>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354471621"/>
      </p:ext>
    </p:extLst>
  </p:cSld>
  <p:clrMapOvr>
    <a:masterClrMapping/>
  </p:clrMapOvr>
  <p:extLst>
    <p:ext uri="{DCECCB84-F9BA-43D5-87BE-67443E8EF086}">
      <p15:sldGuideLst xmlns:p15="http://schemas.microsoft.com/office/powerpoint/2012/main">
        <p15:guide id="1" orient="horz" pos="699">
          <p15:clr>
            <a:srgbClr val="547EBF"/>
          </p15:clr>
        </p15:guide>
      </p15:sldGuideLst>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Content: 2 columns ">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48701463-9442-1142-516A-46496479961A}"/>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7" name="Content Placeholder 4">
            <a:extLst>
              <a:ext uri="{FF2B5EF4-FFF2-40B4-BE49-F238E27FC236}">
                <a16:creationId xmlns:a16="http://schemas.microsoft.com/office/drawing/2014/main" id="{9917C584-C28F-B584-7B0F-55FA025AE20A}"/>
              </a:ext>
            </a:extLst>
          </p:cNvPr>
          <p:cNvSpPr>
            <a:spLocks noGrp="1"/>
          </p:cNvSpPr>
          <p:nvPr>
            <p:ph sz="half" idx="23" hasCustomPrompt="1"/>
          </p:nvPr>
        </p:nvSpPr>
        <p:spPr>
          <a:xfrm>
            <a:off x="563411" y="1371600"/>
            <a:ext cx="5366829" cy="4757738"/>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sz="11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8" name="Content Placeholder 4">
            <a:extLst>
              <a:ext uri="{FF2B5EF4-FFF2-40B4-BE49-F238E27FC236}">
                <a16:creationId xmlns:a16="http://schemas.microsoft.com/office/drawing/2014/main" id="{6042C45C-90BD-45D8-3274-EC8F9C34884E}"/>
              </a:ext>
            </a:extLst>
          </p:cNvPr>
          <p:cNvSpPr>
            <a:spLocks noGrp="1"/>
          </p:cNvSpPr>
          <p:nvPr>
            <p:ph sz="half" idx="27" hasCustomPrompt="1"/>
          </p:nvPr>
        </p:nvSpPr>
        <p:spPr>
          <a:xfrm>
            <a:off x="6274309" y="1371600"/>
            <a:ext cx="5366829" cy="4757738"/>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sz="11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Tree>
    <p:extLst>
      <p:ext uri="{BB962C8B-B14F-4D97-AF65-F5344CB8AC3E}">
        <p14:creationId xmlns:p14="http://schemas.microsoft.com/office/powerpoint/2010/main" val="3636527163"/>
      </p:ext>
    </p:extLst>
  </p:cSld>
  <p:clrMapOvr>
    <a:masterClrMapping/>
  </p:clrMapOvr>
  <p:extLst>
    <p:ext uri="{DCECCB84-F9BA-43D5-87BE-67443E8EF086}">
      <p15:sldGuideLst xmlns:p15="http://schemas.microsoft.com/office/powerpoint/2012/main"/>
    </p:ext>
  </p:extLst>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Content: 2 columns + subtitle">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ADD1F44-0234-2D57-4413-4FC6C13C9526}"/>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3" name="Text Placeholder 3">
            <a:extLst>
              <a:ext uri="{FF2B5EF4-FFF2-40B4-BE49-F238E27FC236}">
                <a16:creationId xmlns:a16="http://schemas.microsoft.com/office/drawing/2014/main" id="{A3A63DC6-F1D4-F48E-63CC-C7FB269035DD}"/>
              </a:ext>
            </a:extLst>
          </p:cNvPr>
          <p:cNvSpPr>
            <a:spLocks noGrp="1"/>
          </p:cNvSpPr>
          <p:nvPr>
            <p:ph type="body" sz="quarter" idx="26" hasCustomPrompt="1"/>
          </p:nvPr>
        </p:nvSpPr>
        <p:spPr>
          <a:xfrm>
            <a:off x="563411" y="1109663"/>
            <a:ext cx="11084673" cy="384048"/>
          </a:xfrm>
          <a:prstGeom prst="rect">
            <a:avLst/>
          </a:prstGeom>
        </p:spPr>
        <p:txBody>
          <a:bodyPr anchor="t"/>
          <a:lstStyle>
            <a:lvl1pPr marL="0" indent="0">
              <a:spcAft>
                <a:spcPts val="0"/>
              </a:spcAft>
              <a:buNone/>
              <a:defRPr sz="1800" b="0" i="0">
                <a:solidFill>
                  <a:schemeClr val="bg2"/>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11" name="Content Placeholder 4">
            <a:extLst>
              <a:ext uri="{FF2B5EF4-FFF2-40B4-BE49-F238E27FC236}">
                <a16:creationId xmlns:a16="http://schemas.microsoft.com/office/drawing/2014/main" id="{D1F96AC0-D13D-0E71-5754-A36D3204D2CE}"/>
              </a:ext>
            </a:extLst>
          </p:cNvPr>
          <p:cNvSpPr>
            <a:spLocks noGrp="1"/>
          </p:cNvSpPr>
          <p:nvPr>
            <p:ph sz="half" idx="23" hasCustomPrompt="1"/>
          </p:nvPr>
        </p:nvSpPr>
        <p:spPr>
          <a:xfrm>
            <a:off x="563411" y="1844675"/>
            <a:ext cx="5366829" cy="4284663"/>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sz="14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12" name="Content Placeholder 4">
            <a:extLst>
              <a:ext uri="{FF2B5EF4-FFF2-40B4-BE49-F238E27FC236}">
                <a16:creationId xmlns:a16="http://schemas.microsoft.com/office/drawing/2014/main" id="{32746C65-211F-F944-7DC6-636860898795}"/>
              </a:ext>
            </a:extLst>
          </p:cNvPr>
          <p:cNvSpPr>
            <a:spLocks noGrp="1"/>
          </p:cNvSpPr>
          <p:nvPr>
            <p:ph sz="half" idx="27" hasCustomPrompt="1"/>
          </p:nvPr>
        </p:nvSpPr>
        <p:spPr>
          <a:xfrm>
            <a:off x="6274309" y="1844675"/>
            <a:ext cx="5366829" cy="4284663"/>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sz="14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Tree>
    <p:extLst>
      <p:ext uri="{BB962C8B-B14F-4D97-AF65-F5344CB8AC3E}">
        <p14:creationId xmlns:p14="http://schemas.microsoft.com/office/powerpoint/2010/main" val="1976679589"/>
      </p:ext>
    </p:extLst>
  </p:cSld>
  <p:clrMapOvr>
    <a:masterClrMapping/>
  </p:clrMapOvr>
  <p:extLst>
    <p:ext uri="{DCECCB84-F9BA-43D5-87BE-67443E8EF086}">
      <p15:sldGuideLst xmlns:p15="http://schemas.microsoft.com/office/powerpoint/2012/main"/>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Content: 1 column + image">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2E7AEC39-79BA-E7A3-BBD2-6D1623631EAD}"/>
              </a:ext>
            </a:extLst>
          </p:cNvPr>
          <p:cNvSpPr>
            <a:spLocks noGrp="1"/>
          </p:cNvSpPr>
          <p:nvPr>
            <p:ph type="title"/>
          </p:nvPr>
        </p:nvSpPr>
        <p:spPr>
          <a:xfrm>
            <a:off x="556466" y="572600"/>
            <a:ext cx="4958430" cy="393954"/>
          </a:xfrm>
        </p:spPr>
        <p:txBody>
          <a:bodyPr/>
          <a:lstStyle/>
          <a:p>
            <a:r>
              <a:rPr lang="en-GB"/>
              <a:t>Click to edit Master title style</a:t>
            </a:r>
            <a:endParaRPr lang="en-US"/>
          </a:p>
        </p:txBody>
      </p:sp>
      <p:sp>
        <p:nvSpPr>
          <p:cNvPr id="2" name="Text Placeholder 3">
            <a:extLst>
              <a:ext uri="{FF2B5EF4-FFF2-40B4-BE49-F238E27FC236}">
                <a16:creationId xmlns:a16="http://schemas.microsoft.com/office/drawing/2014/main" id="{76AA3A1C-64F6-5ED3-5870-9290D090DB50}"/>
              </a:ext>
            </a:extLst>
          </p:cNvPr>
          <p:cNvSpPr>
            <a:spLocks noGrp="1"/>
          </p:cNvSpPr>
          <p:nvPr>
            <p:ph type="body" sz="quarter" idx="26" hasCustomPrompt="1"/>
          </p:nvPr>
        </p:nvSpPr>
        <p:spPr>
          <a:xfrm>
            <a:off x="563411" y="1609787"/>
            <a:ext cx="4958430" cy="384048"/>
          </a:xfrm>
          <a:prstGeom prst="rect">
            <a:avLst/>
          </a:prstGeom>
        </p:spPr>
        <p:txBody>
          <a:bodyPr anchor="t"/>
          <a:lstStyle>
            <a:lvl1pPr marL="0" indent="0">
              <a:spcAft>
                <a:spcPts val="0"/>
              </a:spcAft>
              <a:buNone/>
              <a:defRPr sz="1800" b="0" i="0">
                <a:solidFill>
                  <a:schemeClr val="bg2"/>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9" name="Text Placeholder 3a">
            <a:extLst>
              <a:ext uri="{FF2B5EF4-FFF2-40B4-BE49-F238E27FC236}">
                <a16:creationId xmlns:a16="http://schemas.microsoft.com/office/drawing/2014/main" id="{5D9B6009-93F7-0EA3-7688-ED060527BD22}"/>
              </a:ext>
            </a:extLst>
          </p:cNvPr>
          <p:cNvSpPr>
            <a:spLocks noGrp="1"/>
          </p:cNvSpPr>
          <p:nvPr>
            <p:ph type="body" idx="22" hasCustomPrompt="1"/>
          </p:nvPr>
        </p:nvSpPr>
        <p:spPr>
          <a:xfrm>
            <a:off x="563411" y="2168501"/>
            <a:ext cx="4951564" cy="632327"/>
          </a:xfrm>
          <a:prstGeom prst="rect">
            <a:avLst/>
          </a:prstGeom>
        </p:spPr>
        <p:txBody>
          <a:bodyPr anchor="t"/>
          <a:lstStyle>
            <a:lvl1pPr marL="0" indent="0">
              <a:lnSpc>
                <a:spcPct val="90000"/>
              </a:lnSpc>
              <a:spcAft>
                <a:spcPts val="0"/>
              </a:spcAft>
              <a:buNone/>
              <a:defRPr sz="18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a:t>
            </a:r>
            <a:br>
              <a:rPr lang="en-US"/>
            </a:br>
            <a:r>
              <a:rPr lang="en-US"/>
              <a:t>here</a:t>
            </a:r>
          </a:p>
        </p:txBody>
      </p:sp>
      <p:sp>
        <p:nvSpPr>
          <p:cNvPr id="14" name="Content Placeholder 4">
            <a:extLst>
              <a:ext uri="{FF2B5EF4-FFF2-40B4-BE49-F238E27FC236}">
                <a16:creationId xmlns:a16="http://schemas.microsoft.com/office/drawing/2014/main" id="{DD884840-889C-7E2B-A21E-B460E6632A5E}"/>
              </a:ext>
            </a:extLst>
          </p:cNvPr>
          <p:cNvSpPr>
            <a:spLocks noGrp="1"/>
          </p:cNvSpPr>
          <p:nvPr>
            <p:ph sz="half" idx="23" hasCustomPrompt="1"/>
          </p:nvPr>
        </p:nvSpPr>
        <p:spPr>
          <a:xfrm>
            <a:off x="563411" y="2857534"/>
            <a:ext cx="4951564" cy="3247991"/>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sz="1100" b="0" i="0">
                <a:latin typeface="Graphik" panose="020B0503030202060203" pitchFamily="34" charset="77"/>
              </a:defRPr>
            </a:lvl6pPr>
          </a:lstStyle>
          <a:p>
            <a:pPr lvl="0"/>
            <a:r>
              <a:rPr lang="en-US"/>
              <a:t>Place text her</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12" name="Picture Placeholder 10">
            <a:extLst>
              <a:ext uri="{FF2B5EF4-FFF2-40B4-BE49-F238E27FC236}">
                <a16:creationId xmlns:a16="http://schemas.microsoft.com/office/drawing/2014/main" id="{B0AA4D52-B7EF-3A7F-8F6B-EE17D2CD81D7}"/>
              </a:ext>
            </a:extLst>
          </p:cNvPr>
          <p:cNvSpPr>
            <a:spLocks noGrp="1" noChangeAspect="1"/>
          </p:cNvSpPr>
          <p:nvPr>
            <p:ph type="pic" sz="quarter" idx="16"/>
          </p:nvPr>
        </p:nvSpPr>
        <p:spPr>
          <a:xfrm>
            <a:off x="6103368" y="549275"/>
            <a:ext cx="6092648" cy="5759450"/>
          </a:xfrm>
          <a:solidFill>
            <a:schemeClr val="bg1">
              <a:lumMod val="95000"/>
            </a:schemeClr>
          </a:solidFill>
        </p:spPr>
        <p:txBody>
          <a:bodyPr anchor="ctr"/>
          <a:lstStyle>
            <a:lvl1pPr algn="ctr">
              <a:defRPr/>
            </a:lvl1pPr>
          </a:lstStyle>
          <a:p>
            <a:r>
              <a:rPr lang="en-GB"/>
              <a:t>Click icon to add picture</a:t>
            </a:r>
            <a:endParaRPr lang="en-US"/>
          </a:p>
        </p:txBody>
      </p:sp>
    </p:spTree>
    <p:extLst>
      <p:ext uri="{BB962C8B-B14F-4D97-AF65-F5344CB8AC3E}">
        <p14:creationId xmlns:p14="http://schemas.microsoft.com/office/powerpoint/2010/main" val="544592518"/>
      </p:ext>
    </p:extLst>
  </p:cSld>
  <p:clrMapOvr>
    <a:masterClrMapping/>
  </p:clrMapOvr>
  <p:extLst>
    <p:ext uri="{DCECCB84-F9BA-43D5-87BE-67443E8EF086}">
      <p15:sldGuideLst xmlns:p15="http://schemas.microsoft.com/office/powerpoint/2012/main">
        <p15:guide id="1" orient="horz" pos="2781">
          <p15:clr>
            <a:srgbClr val="C35EA4"/>
          </p15:clr>
        </p15:guide>
        <p15:guide id="2" orient="horz" pos="699">
          <p15:clr>
            <a:srgbClr val="547EBF"/>
          </p15:clr>
        </p15:guide>
      </p15:sldGuideLst>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Content: 3 columns">
    <p:spTree>
      <p:nvGrpSpPr>
        <p:cNvPr id="1" name=""/>
        <p:cNvGrpSpPr/>
        <p:nvPr/>
      </p:nvGrpSpPr>
      <p:grpSpPr>
        <a:xfrm>
          <a:off x="0" y="0"/>
          <a:ext cx="0" cy="0"/>
          <a:chOff x="0" y="0"/>
          <a:chExt cx="0" cy="0"/>
        </a:xfrm>
      </p:grpSpPr>
      <p:sp>
        <p:nvSpPr>
          <p:cNvPr id="6" name="Title 2">
            <a:extLst>
              <a:ext uri="{FF2B5EF4-FFF2-40B4-BE49-F238E27FC236}">
                <a16:creationId xmlns:a16="http://schemas.microsoft.com/office/drawing/2014/main" id="{BE54C0EC-61DC-B59E-7818-7970359D572F}"/>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5" name="Text Placeholder 3">
            <a:extLst>
              <a:ext uri="{FF2B5EF4-FFF2-40B4-BE49-F238E27FC236}">
                <a16:creationId xmlns:a16="http://schemas.microsoft.com/office/drawing/2014/main" id="{829CD64B-978B-B166-4177-22D54438A49F}"/>
              </a:ext>
            </a:extLst>
          </p:cNvPr>
          <p:cNvSpPr>
            <a:spLocks noGrp="1"/>
          </p:cNvSpPr>
          <p:nvPr>
            <p:ph type="body" sz="quarter" idx="26" hasCustomPrompt="1"/>
          </p:nvPr>
        </p:nvSpPr>
        <p:spPr>
          <a:xfrm>
            <a:off x="563411" y="1109663"/>
            <a:ext cx="11084673" cy="384048"/>
          </a:xfrm>
          <a:prstGeom prst="rect">
            <a:avLst/>
          </a:prstGeom>
        </p:spPr>
        <p:txBody>
          <a:bodyPr anchor="t"/>
          <a:lstStyle>
            <a:lvl1pPr marL="0" indent="0">
              <a:spcAft>
                <a:spcPts val="0"/>
              </a:spcAft>
              <a:buNone/>
              <a:defRPr sz="1800" b="0" i="0">
                <a:solidFill>
                  <a:schemeClr val="tx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19" name="Text Placeholder 2">
            <a:extLst>
              <a:ext uri="{FF2B5EF4-FFF2-40B4-BE49-F238E27FC236}">
                <a16:creationId xmlns:a16="http://schemas.microsoft.com/office/drawing/2014/main" id="{72341109-26F6-4227-8890-EA8EB1C0EBBA}"/>
              </a:ext>
            </a:extLst>
          </p:cNvPr>
          <p:cNvSpPr>
            <a:spLocks noGrp="1"/>
          </p:cNvSpPr>
          <p:nvPr>
            <p:ph type="body" idx="18" hasCustomPrompt="1"/>
          </p:nvPr>
        </p:nvSpPr>
        <p:spPr>
          <a:xfrm>
            <a:off x="561424" y="1844675"/>
            <a:ext cx="3393084" cy="457200"/>
          </a:xfrm>
          <a:prstGeom prst="rect">
            <a:avLst/>
          </a:prstGeom>
        </p:spPr>
        <p:txBody>
          <a:bodyPr anchor="t"/>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3" name="Text Placeholder 3a">
            <a:extLst>
              <a:ext uri="{FF2B5EF4-FFF2-40B4-BE49-F238E27FC236}">
                <a16:creationId xmlns:a16="http://schemas.microsoft.com/office/drawing/2014/main" id="{4C9BBD74-54FD-481F-B3FD-0CE5318F281F}"/>
              </a:ext>
            </a:extLst>
          </p:cNvPr>
          <p:cNvSpPr>
            <a:spLocks noGrp="1"/>
          </p:cNvSpPr>
          <p:nvPr>
            <p:ph type="body" idx="1" hasCustomPrompt="1"/>
          </p:nvPr>
        </p:nvSpPr>
        <p:spPr>
          <a:xfrm>
            <a:off x="561424" y="2301875"/>
            <a:ext cx="3393084" cy="822960"/>
          </a:xfrm>
          <a:prstGeom prst="rect">
            <a:avLst/>
          </a:prstGeom>
        </p:spPr>
        <p:txBody>
          <a:bodyPr anchor="t"/>
          <a:lstStyle>
            <a:lvl1pPr marL="0" indent="0">
              <a:lnSpc>
                <a:spcPct val="90000"/>
              </a:lnSpc>
              <a:spcAft>
                <a:spcPts val="0"/>
              </a:spcAft>
              <a:buNone/>
              <a:defRPr sz="18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4" name="Content Placeholder 4">
            <a:extLst>
              <a:ext uri="{FF2B5EF4-FFF2-40B4-BE49-F238E27FC236}">
                <a16:creationId xmlns:a16="http://schemas.microsoft.com/office/drawing/2014/main" id="{02BA4C27-1C65-4465-A8B1-ACE92701B4D0}"/>
              </a:ext>
            </a:extLst>
          </p:cNvPr>
          <p:cNvSpPr>
            <a:spLocks noGrp="1"/>
          </p:cNvSpPr>
          <p:nvPr>
            <p:ph sz="half" idx="2" hasCustomPrompt="1"/>
          </p:nvPr>
        </p:nvSpPr>
        <p:spPr>
          <a:xfrm>
            <a:off x="561424" y="3124835"/>
            <a:ext cx="3393084" cy="2761488"/>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sz="11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24" name="Text Placeholder 5">
            <a:extLst>
              <a:ext uri="{FF2B5EF4-FFF2-40B4-BE49-F238E27FC236}">
                <a16:creationId xmlns:a16="http://schemas.microsoft.com/office/drawing/2014/main" id="{6F91AD4F-1A63-495D-A741-37A4A9D585AA}"/>
              </a:ext>
            </a:extLst>
          </p:cNvPr>
          <p:cNvSpPr>
            <a:spLocks noGrp="1"/>
          </p:cNvSpPr>
          <p:nvPr>
            <p:ph type="body" idx="21" hasCustomPrompt="1"/>
          </p:nvPr>
        </p:nvSpPr>
        <p:spPr>
          <a:xfrm>
            <a:off x="4408212" y="1844675"/>
            <a:ext cx="3393084" cy="457200"/>
          </a:xfrm>
          <a:prstGeom prst="rect">
            <a:avLst/>
          </a:prstGeom>
        </p:spPr>
        <p:txBody>
          <a:bodyPr anchor="t"/>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22" name="Text Placeholder 6">
            <a:extLst>
              <a:ext uri="{FF2B5EF4-FFF2-40B4-BE49-F238E27FC236}">
                <a16:creationId xmlns:a16="http://schemas.microsoft.com/office/drawing/2014/main" id="{65274935-A310-47A1-ACB7-150C9A4CCBD8}"/>
              </a:ext>
            </a:extLst>
          </p:cNvPr>
          <p:cNvSpPr>
            <a:spLocks noGrp="1"/>
          </p:cNvSpPr>
          <p:nvPr>
            <p:ph type="body" idx="19" hasCustomPrompt="1"/>
          </p:nvPr>
        </p:nvSpPr>
        <p:spPr>
          <a:xfrm>
            <a:off x="4408212" y="2301875"/>
            <a:ext cx="3393084" cy="822960"/>
          </a:xfrm>
          <a:prstGeom prst="rect">
            <a:avLst/>
          </a:prstGeom>
        </p:spPr>
        <p:txBody>
          <a:bodyPr anchor="t"/>
          <a:lstStyle>
            <a:lvl1pPr marL="0" indent="0">
              <a:lnSpc>
                <a:spcPct val="90000"/>
              </a:lnSpc>
              <a:spcAft>
                <a:spcPts val="0"/>
              </a:spcAft>
              <a:buNone/>
              <a:defRPr sz="18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23" name="Content Placeholder 7">
            <a:extLst>
              <a:ext uri="{FF2B5EF4-FFF2-40B4-BE49-F238E27FC236}">
                <a16:creationId xmlns:a16="http://schemas.microsoft.com/office/drawing/2014/main" id="{DB26F5FE-8482-4C00-99C1-3FC3BEEE82C8}"/>
              </a:ext>
            </a:extLst>
          </p:cNvPr>
          <p:cNvSpPr>
            <a:spLocks noGrp="1"/>
          </p:cNvSpPr>
          <p:nvPr>
            <p:ph sz="half" idx="20" hasCustomPrompt="1"/>
          </p:nvPr>
        </p:nvSpPr>
        <p:spPr>
          <a:xfrm>
            <a:off x="4408212" y="3124835"/>
            <a:ext cx="3393084" cy="2761488"/>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lang="en-US" sz="1100" b="0" i="0" kern="1200" dirty="0">
                <a:solidFill>
                  <a:schemeClr val="tx1"/>
                </a:solidFill>
                <a:latin typeface="Graphik" panose="020B0503030202060203" pitchFamily="34" charset="77"/>
                <a:ea typeface="+mn-ea"/>
                <a:cs typeface="+mn-cs"/>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level</a:t>
            </a:r>
          </a:p>
          <a:p>
            <a:pPr marL="11113" lvl="5" indent="0" algn="l" defTabSz="228594" rtl="0" eaLnBrk="1" latinLnBrk="0" hangingPunct="1">
              <a:lnSpc>
                <a:spcPct val="90000"/>
              </a:lnSpc>
              <a:spcBef>
                <a:spcPts val="0"/>
              </a:spcBef>
              <a:spcAft>
                <a:spcPts val="1200"/>
              </a:spcAft>
              <a:buFont typeface="Graphik" panose="020B0503030202060203" pitchFamily="34" charset="0"/>
              <a:buNone/>
              <a:tabLst/>
            </a:pPr>
            <a:r>
              <a:rPr lang="en-US"/>
              <a:t>Sixth level</a:t>
            </a:r>
          </a:p>
        </p:txBody>
      </p:sp>
      <p:sp>
        <p:nvSpPr>
          <p:cNvPr id="27" name="Text Placeholder 8">
            <a:extLst>
              <a:ext uri="{FF2B5EF4-FFF2-40B4-BE49-F238E27FC236}">
                <a16:creationId xmlns:a16="http://schemas.microsoft.com/office/drawing/2014/main" id="{93F1B026-22B9-4DC5-B7C8-C26593A206F4}"/>
              </a:ext>
            </a:extLst>
          </p:cNvPr>
          <p:cNvSpPr>
            <a:spLocks noGrp="1"/>
          </p:cNvSpPr>
          <p:nvPr>
            <p:ph type="body" idx="24" hasCustomPrompt="1"/>
          </p:nvPr>
        </p:nvSpPr>
        <p:spPr>
          <a:xfrm>
            <a:off x="8255000" y="1844675"/>
            <a:ext cx="3393084" cy="457200"/>
          </a:xfrm>
          <a:prstGeom prst="rect">
            <a:avLst/>
          </a:prstGeom>
        </p:spPr>
        <p:txBody>
          <a:bodyPr anchor="t"/>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25" name="Text Placeholder 9">
            <a:extLst>
              <a:ext uri="{FF2B5EF4-FFF2-40B4-BE49-F238E27FC236}">
                <a16:creationId xmlns:a16="http://schemas.microsoft.com/office/drawing/2014/main" id="{9B33E71D-D540-47A3-B3BA-2FFF7F53FF11}"/>
              </a:ext>
            </a:extLst>
          </p:cNvPr>
          <p:cNvSpPr>
            <a:spLocks noGrp="1"/>
          </p:cNvSpPr>
          <p:nvPr>
            <p:ph type="body" idx="22" hasCustomPrompt="1"/>
          </p:nvPr>
        </p:nvSpPr>
        <p:spPr>
          <a:xfrm>
            <a:off x="8255000" y="2301875"/>
            <a:ext cx="3393084" cy="822960"/>
          </a:xfrm>
          <a:prstGeom prst="rect">
            <a:avLst/>
          </a:prstGeom>
        </p:spPr>
        <p:txBody>
          <a:bodyPr anchor="t"/>
          <a:lstStyle>
            <a:lvl1pPr marL="0" indent="0">
              <a:lnSpc>
                <a:spcPct val="90000"/>
              </a:lnSpc>
              <a:spcAft>
                <a:spcPts val="0"/>
              </a:spcAft>
              <a:buNone/>
              <a:defRPr sz="18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26" name="Content Placeholder 10">
            <a:extLst>
              <a:ext uri="{FF2B5EF4-FFF2-40B4-BE49-F238E27FC236}">
                <a16:creationId xmlns:a16="http://schemas.microsoft.com/office/drawing/2014/main" id="{CBA38EFA-DE92-462D-AAF3-DE465A478568}"/>
              </a:ext>
            </a:extLst>
          </p:cNvPr>
          <p:cNvSpPr>
            <a:spLocks noGrp="1"/>
          </p:cNvSpPr>
          <p:nvPr>
            <p:ph sz="half" idx="23" hasCustomPrompt="1"/>
          </p:nvPr>
        </p:nvSpPr>
        <p:spPr>
          <a:xfrm>
            <a:off x="8255000" y="3124835"/>
            <a:ext cx="3393084" cy="2761488"/>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lang="en-US" sz="1100" b="0" i="0" kern="1200" dirty="0">
                <a:solidFill>
                  <a:schemeClr val="tx1"/>
                </a:solidFill>
                <a:latin typeface="Graphik" panose="020B0503030202060203" pitchFamily="34" charset="77"/>
                <a:ea typeface="+mn-ea"/>
                <a:cs typeface="+mn-cs"/>
              </a:defRPr>
            </a:lvl6pPr>
          </a:lstStyle>
          <a:p>
            <a:pPr lvl="0"/>
            <a:r>
              <a:rPr lang="en-US"/>
              <a:t>Place text here</a:t>
            </a:r>
          </a:p>
          <a:p>
            <a:pPr lvl="1"/>
            <a:r>
              <a:rPr lang="en-US"/>
              <a:t>Second level</a:t>
            </a:r>
          </a:p>
          <a:p>
            <a:pPr lvl="2"/>
            <a:r>
              <a:rPr lang="en-US"/>
              <a:t>Third leve</a:t>
            </a:r>
          </a:p>
          <a:p>
            <a:pPr lvl="3"/>
            <a:r>
              <a:rPr lang="en-US"/>
              <a:t>Fourth level</a:t>
            </a:r>
          </a:p>
          <a:p>
            <a:pPr lvl="4"/>
            <a:r>
              <a:rPr lang="en-US"/>
              <a:t>Fifth level</a:t>
            </a:r>
          </a:p>
          <a:p>
            <a:pPr marL="11113" lvl="5" indent="0" algn="l" defTabSz="228594" rtl="0" eaLnBrk="1" latinLnBrk="0" hangingPunct="1">
              <a:lnSpc>
                <a:spcPct val="90000"/>
              </a:lnSpc>
              <a:spcBef>
                <a:spcPts val="0"/>
              </a:spcBef>
              <a:spcAft>
                <a:spcPts val="1200"/>
              </a:spcAft>
              <a:buFont typeface="Graphik" panose="020B0503030202060203" pitchFamily="34" charset="0"/>
              <a:buNone/>
              <a:tabLst/>
            </a:pPr>
            <a:r>
              <a:rPr lang="en-US"/>
              <a:t>Sixth level</a:t>
            </a:r>
          </a:p>
        </p:txBody>
      </p:sp>
    </p:spTree>
    <p:extLst>
      <p:ext uri="{BB962C8B-B14F-4D97-AF65-F5344CB8AC3E}">
        <p14:creationId xmlns:p14="http://schemas.microsoft.com/office/powerpoint/2010/main" val="3041270541"/>
      </p:ext>
    </p:extLst>
  </p:cSld>
  <p:clrMapOvr>
    <a:masterClrMapping/>
  </p:clrMapOvr>
  <p:extLst>
    <p:ext uri="{DCECCB84-F9BA-43D5-87BE-67443E8EF086}">
      <p15:sldGuideLst xmlns:p15="http://schemas.microsoft.com/office/powerpoint/2012/main">
        <p15:guide id="1" orient="horz" pos="2777">
          <p15:clr>
            <a:srgbClr val="C35EA4"/>
          </p15:clr>
        </p15:guide>
        <p15:guide id="2" orient="horz" pos="699">
          <p15:clr>
            <a:srgbClr val="547EBF"/>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Content: 4 columns">
    <p:spTree>
      <p:nvGrpSpPr>
        <p:cNvPr id="1" name=""/>
        <p:cNvGrpSpPr/>
        <p:nvPr/>
      </p:nvGrpSpPr>
      <p:grpSpPr>
        <a:xfrm>
          <a:off x="0" y="0"/>
          <a:ext cx="0" cy="0"/>
          <a:chOff x="0" y="0"/>
          <a:chExt cx="0" cy="0"/>
        </a:xfrm>
      </p:grpSpPr>
      <p:sp>
        <p:nvSpPr>
          <p:cNvPr id="6" name="Title 2">
            <a:extLst>
              <a:ext uri="{FF2B5EF4-FFF2-40B4-BE49-F238E27FC236}">
                <a16:creationId xmlns:a16="http://schemas.microsoft.com/office/drawing/2014/main" id="{ADE0ACE9-87AB-DC33-60CB-7857735C0CCC}"/>
              </a:ext>
            </a:extLst>
          </p:cNvPr>
          <p:cNvSpPr>
            <a:spLocks noGrp="1"/>
          </p:cNvSpPr>
          <p:nvPr>
            <p:ph type="title"/>
          </p:nvPr>
        </p:nvSpPr>
        <p:spPr>
          <a:xfrm>
            <a:off x="556467" y="572600"/>
            <a:ext cx="11109212" cy="393954"/>
          </a:xfrm>
        </p:spPr>
        <p:txBody>
          <a:bodyPr/>
          <a:lstStyle/>
          <a:p>
            <a:r>
              <a:rPr lang="en-GB"/>
              <a:t>Click to edit Master title style</a:t>
            </a:r>
            <a:endParaRPr lang="en-US"/>
          </a:p>
        </p:txBody>
      </p:sp>
      <p:sp>
        <p:nvSpPr>
          <p:cNvPr id="5" name="Text Placeholder 3">
            <a:extLst>
              <a:ext uri="{FF2B5EF4-FFF2-40B4-BE49-F238E27FC236}">
                <a16:creationId xmlns:a16="http://schemas.microsoft.com/office/drawing/2014/main" id="{96979C23-8BE9-7323-535F-C9F3337F59ED}"/>
              </a:ext>
            </a:extLst>
          </p:cNvPr>
          <p:cNvSpPr>
            <a:spLocks noGrp="1"/>
          </p:cNvSpPr>
          <p:nvPr>
            <p:ph type="body" sz="quarter" idx="26" hasCustomPrompt="1"/>
          </p:nvPr>
        </p:nvSpPr>
        <p:spPr>
          <a:xfrm>
            <a:off x="563411" y="1109663"/>
            <a:ext cx="11077727" cy="384048"/>
          </a:xfrm>
          <a:prstGeom prst="rect">
            <a:avLst/>
          </a:prstGeom>
        </p:spPr>
        <p:txBody>
          <a:bodyPr anchor="t"/>
          <a:lstStyle>
            <a:lvl1pPr marL="0" indent="0">
              <a:spcAft>
                <a:spcPts val="0"/>
              </a:spcAft>
              <a:buNone/>
              <a:defRPr sz="1800" b="0" i="0">
                <a:solidFill>
                  <a:schemeClr val="tx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19" name="Text Placeholder 3">
            <a:extLst>
              <a:ext uri="{FF2B5EF4-FFF2-40B4-BE49-F238E27FC236}">
                <a16:creationId xmlns:a16="http://schemas.microsoft.com/office/drawing/2014/main" id="{72341109-26F6-4227-8890-EA8EB1C0EBBA}"/>
              </a:ext>
            </a:extLst>
          </p:cNvPr>
          <p:cNvSpPr>
            <a:spLocks noGrp="1"/>
          </p:cNvSpPr>
          <p:nvPr>
            <p:ph type="body" idx="18" hasCustomPrompt="1"/>
          </p:nvPr>
        </p:nvSpPr>
        <p:spPr>
          <a:xfrm>
            <a:off x="561427" y="1844800"/>
            <a:ext cx="2578828" cy="457200"/>
          </a:xfrm>
          <a:prstGeom prst="rect">
            <a:avLst/>
          </a:prstGeom>
        </p:spPr>
        <p:txBody>
          <a:bodyPr anchor="t"/>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3" name="Text Placeholder 4">
            <a:extLst>
              <a:ext uri="{FF2B5EF4-FFF2-40B4-BE49-F238E27FC236}">
                <a16:creationId xmlns:a16="http://schemas.microsoft.com/office/drawing/2014/main" id="{4C9BBD74-54FD-481F-B3FD-0CE5318F281F}"/>
              </a:ext>
            </a:extLst>
          </p:cNvPr>
          <p:cNvSpPr>
            <a:spLocks noGrp="1"/>
          </p:cNvSpPr>
          <p:nvPr>
            <p:ph type="body" idx="1" hasCustomPrompt="1"/>
          </p:nvPr>
        </p:nvSpPr>
        <p:spPr>
          <a:xfrm>
            <a:off x="561427" y="2302000"/>
            <a:ext cx="2578828"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16" name="Content Placeholder 5">
            <a:extLst>
              <a:ext uri="{FF2B5EF4-FFF2-40B4-BE49-F238E27FC236}">
                <a16:creationId xmlns:a16="http://schemas.microsoft.com/office/drawing/2014/main" id="{3BDC2B1A-D3A0-C04B-AEDB-0389C637EF1A}"/>
              </a:ext>
            </a:extLst>
          </p:cNvPr>
          <p:cNvSpPr>
            <a:spLocks noGrp="1"/>
          </p:cNvSpPr>
          <p:nvPr>
            <p:ph sz="half" idx="28" hasCustomPrompt="1"/>
          </p:nvPr>
        </p:nvSpPr>
        <p:spPr>
          <a:xfrm>
            <a:off x="561427" y="3124961"/>
            <a:ext cx="2578828" cy="2761615"/>
          </a:xfrm>
          <a:prstGeom prst="rect">
            <a:avLst/>
          </a:prstGeom>
        </p:spPr>
        <p:txBody>
          <a:bodyPr/>
          <a:lstStyle>
            <a:lvl1pPr>
              <a:spcAft>
                <a:spcPts val="600"/>
              </a:spcAft>
              <a:defRPr sz="1200" b="0" i="0">
                <a:latin typeface="Graphik" panose="020B0503030202060203" pitchFamily="34" charset="77"/>
              </a:defRPr>
            </a:lvl1pPr>
            <a:lvl2pPr>
              <a:spcAft>
                <a:spcPts val="600"/>
              </a:spcAft>
              <a:defRPr sz="1200" b="0" i="0">
                <a:latin typeface="Graphik" panose="020B0503030202060203" pitchFamily="34" charset="77"/>
              </a:defRPr>
            </a:lvl2pPr>
            <a:lvl3pPr>
              <a:spcAft>
                <a:spcPts val="600"/>
              </a:spcAft>
              <a:defRPr sz="1200" b="0" i="0">
                <a:latin typeface="Graphik" panose="020B0503030202060203" pitchFamily="34" charset="77"/>
              </a:defRPr>
            </a:lvl3pPr>
            <a:lvl4pPr>
              <a:spcAft>
                <a:spcPts val="600"/>
              </a:spcAft>
              <a:defRPr sz="1100" b="0" i="0">
                <a:latin typeface="Graphik" panose="020B0503030202060203" pitchFamily="34" charset="77"/>
              </a:defRPr>
            </a:lvl4pPr>
            <a:lvl5pPr>
              <a:spcAft>
                <a:spcPts val="600"/>
              </a:spcAft>
              <a:defRPr sz="1100" b="0" i="0">
                <a:latin typeface="Graphik" panose="020B0503030202060203" pitchFamily="34" charset="77"/>
              </a:defRPr>
            </a:lvl5pPr>
            <a:lvl6pPr>
              <a:defRPr sz="9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a:t>
            </a:r>
          </a:p>
          <a:p>
            <a:pPr lvl="5"/>
            <a:r>
              <a:rPr lang="en-US"/>
              <a:t>Sixth level</a:t>
            </a:r>
          </a:p>
        </p:txBody>
      </p:sp>
      <p:sp>
        <p:nvSpPr>
          <p:cNvPr id="10" name="Text Placeholder 3">
            <a:extLst>
              <a:ext uri="{FF2B5EF4-FFF2-40B4-BE49-F238E27FC236}">
                <a16:creationId xmlns:a16="http://schemas.microsoft.com/office/drawing/2014/main" id="{7B5BFA1F-5247-B9BC-754B-6AAF3E525A0B}"/>
              </a:ext>
            </a:extLst>
          </p:cNvPr>
          <p:cNvSpPr>
            <a:spLocks noGrp="1"/>
          </p:cNvSpPr>
          <p:nvPr>
            <p:ph type="body" idx="34" hasCustomPrompt="1"/>
          </p:nvPr>
        </p:nvSpPr>
        <p:spPr>
          <a:xfrm>
            <a:off x="3403235" y="1844675"/>
            <a:ext cx="2578828" cy="457200"/>
          </a:xfrm>
          <a:prstGeom prst="rect">
            <a:avLst/>
          </a:prstGeom>
        </p:spPr>
        <p:txBody>
          <a:bodyPr anchor="t"/>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11" name="Text Placeholder 4">
            <a:extLst>
              <a:ext uri="{FF2B5EF4-FFF2-40B4-BE49-F238E27FC236}">
                <a16:creationId xmlns:a16="http://schemas.microsoft.com/office/drawing/2014/main" id="{097F6A55-E927-3DDC-C6BC-9E4F7D33849E}"/>
              </a:ext>
            </a:extLst>
          </p:cNvPr>
          <p:cNvSpPr>
            <a:spLocks noGrp="1"/>
          </p:cNvSpPr>
          <p:nvPr>
            <p:ph type="body" idx="35" hasCustomPrompt="1"/>
          </p:nvPr>
        </p:nvSpPr>
        <p:spPr>
          <a:xfrm>
            <a:off x="3403235" y="2301875"/>
            <a:ext cx="2578828"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12" name="Content Placeholder 5">
            <a:extLst>
              <a:ext uri="{FF2B5EF4-FFF2-40B4-BE49-F238E27FC236}">
                <a16:creationId xmlns:a16="http://schemas.microsoft.com/office/drawing/2014/main" id="{E79F7D08-14C4-9387-451B-BF223111972A}"/>
              </a:ext>
            </a:extLst>
          </p:cNvPr>
          <p:cNvSpPr>
            <a:spLocks noGrp="1"/>
          </p:cNvSpPr>
          <p:nvPr>
            <p:ph sz="half" idx="36" hasCustomPrompt="1"/>
          </p:nvPr>
        </p:nvSpPr>
        <p:spPr>
          <a:xfrm>
            <a:off x="3403235" y="3124834"/>
            <a:ext cx="2578828" cy="2761615"/>
          </a:xfrm>
          <a:prstGeom prst="rect">
            <a:avLst/>
          </a:prstGeom>
        </p:spPr>
        <p:txBody>
          <a:bodyPr/>
          <a:lstStyle>
            <a:lvl1pPr>
              <a:spcAft>
                <a:spcPts val="600"/>
              </a:spcAft>
              <a:defRPr sz="1200" b="0" i="0">
                <a:latin typeface="Graphik" panose="020B0503030202060203" pitchFamily="34" charset="77"/>
              </a:defRPr>
            </a:lvl1pPr>
            <a:lvl2pPr>
              <a:spcAft>
                <a:spcPts val="600"/>
              </a:spcAft>
              <a:defRPr sz="1200" b="0" i="0">
                <a:latin typeface="Graphik" panose="020B0503030202060203" pitchFamily="34" charset="77"/>
              </a:defRPr>
            </a:lvl2pPr>
            <a:lvl3pPr>
              <a:spcAft>
                <a:spcPts val="600"/>
              </a:spcAft>
              <a:defRPr sz="1200" b="0" i="0">
                <a:latin typeface="Graphik" panose="020B0503030202060203" pitchFamily="34" charset="77"/>
              </a:defRPr>
            </a:lvl3pPr>
            <a:lvl4pPr>
              <a:spcAft>
                <a:spcPts val="600"/>
              </a:spcAft>
              <a:defRPr sz="1100" b="0" i="0">
                <a:latin typeface="Graphik" panose="020B0503030202060203" pitchFamily="34" charset="77"/>
              </a:defRPr>
            </a:lvl4pPr>
            <a:lvl5pPr>
              <a:spcAft>
                <a:spcPts val="600"/>
              </a:spcAft>
              <a:defRPr sz="1100" b="0" i="0">
                <a:latin typeface="Graphik" panose="020B0503030202060203" pitchFamily="34" charset="77"/>
              </a:defRPr>
            </a:lvl5pPr>
            <a:lvl6pPr>
              <a:defRPr sz="900" b="0" i="0">
                <a:latin typeface="Graphik" panose="020B0503030202060203" pitchFamily="34" charset="77"/>
              </a:defRPr>
            </a:lvl6pPr>
          </a:lstStyle>
          <a:p>
            <a:pPr lvl="0"/>
            <a:r>
              <a:rPr lang="en-US"/>
              <a:t>Place text here</a:t>
            </a:r>
          </a:p>
          <a:p>
            <a:pPr lvl="1"/>
            <a:r>
              <a:rPr lang="en-US"/>
              <a:t>Second level </a:t>
            </a:r>
          </a:p>
          <a:p>
            <a:pPr lvl="2"/>
            <a:r>
              <a:rPr lang="en-US"/>
              <a:t>Third level</a:t>
            </a:r>
          </a:p>
          <a:p>
            <a:pPr lvl="3"/>
            <a:r>
              <a:rPr lang="en-US"/>
              <a:t>Fourth level</a:t>
            </a:r>
          </a:p>
          <a:p>
            <a:pPr lvl="4"/>
            <a:r>
              <a:rPr lang="en-US"/>
              <a:t>Fifth level</a:t>
            </a:r>
          </a:p>
          <a:p>
            <a:pPr lvl="5"/>
            <a:r>
              <a:rPr lang="en-US"/>
              <a:t>Sixth leve</a:t>
            </a:r>
          </a:p>
        </p:txBody>
      </p:sp>
      <p:sp>
        <p:nvSpPr>
          <p:cNvPr id="20" name="Text Placeholder 3">
            <a:extLst>
              <a:ext uri="{FF2B5EF4-FFF2-40B4-BE49-F238E27FC236}">
                <a16:creationId xmlns:a16="http://schemas.microsoft.com/office/drawing/2014/main" id="{96A48BF3-8AA9-50DC-49B0-265A2B870BDA}"/>
              </a:ext>
            </a:extLst>
          </p:cNvPr>
          <p:cNvSpPr>
            <a:spLocks noGrp="1"/>
          </p:cNvSpPr>
          <p:nvPr>
            <p:ph type="body" idx="37" hasCustomPrompt="1"/>
          </p:nvPr>
        </p:nvSpPr>
        <p:spPr>
          <a:xfrm>
            <a:off x="6245043" y="1844675"/>
            <a:ext cx="2578828" cy="457200"/>
          </a:xfrm>
          <a:prstGeom prst="rect">
            <a:avLst/>
          </a:prstGeom>
        </p:spPr>
        <p:txBody>
          <a:bodyPr anchor="t"/>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23" name="Text Placeholder 4">
            <a:extLst>
              <a:ext uri="{FF2B5EF4-FFF2-40B4-BE49-F238E27FC236}">
                <a16:creationId xmlns:a16="http://schemas.microsoft.com/office/drawing/2014/main" id="{6CA89A9C-8BF9-8CDF-3629-2C1B8ED659BD}"/>
              </a:ext>
            </a:extLst>
          </p:cNvPr>
          <p:cNvSpPr>
            <a:spLocks noGrp="1"/>
          </p:cNvSpPr>
          <p:nvPr>
            <p:ph type="body" idx="38" hasCustomPrompt="1"/>
          </p:nvPr>
        </p:nvSpPr>
        <p:spPr>
          <a:xfrm>
            <a:off x="6245043" y="2301875"/>
            <a:ext cx="2578828"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26" name="Content Placeholder 5">
            <a:extLst>
              <a:ext uri="{FF2B5EF4-FFF2-40B4-BE49-F238E27FC236}">
                <a16:creationId xmlns:a16="http://schemas.microsoft.com/office/drawing/2014/main" id="{AD7E4C39-2249-402B-D65E-2FB4E6A324A7}"/>
              </a:ext>
            </a:extLst>
          </p:cNvPr>
          <p:cNvSpPr>
            <a:spLocks noGrp="1"/>
          </p:cNvSpPr>
          <p:nvPr>
            <p:ph sz="half" idx="39" hasCustomPrompt="1"/>
          </p:nvPr>
        </p:nvSpPr>
        <p:spPr>
          <a:xfrm>
            <a:off x="6245043" y="3124834"/>
            <a:ext cx="2578828" cy="2761615"/>
          </a:xfrm>
          <a:prstGeom prst="rect">
            <a:avLst/>
          </a:prstGeom>
        </p:spPr>
        <p:txBody>
          <a:bodyPr/>
          <a:lstStyle>
            <a:lvl1pPr>
              <a:spcAft>
                <a:spcPts val="600"/>
              </a:spcAft>
              <a:defRPr sz="1200" b="0" i="0">
                <a:latin typeface="Graphik" panose="020B0503030202060203" pitchFamily="34" charset="77"/>
              </a:defRPr>
            </a:lvl1pPr>
            <a:lvl2pPr>
              <a:spcAft>
                <a:spcPts val="600"/>
              </a:spcAft>
              <a:defRPr sz="1200" b="0" i="0">
                <a:latin typeface="Graphik" panose="020B0503030202060203" pitchFamily="34" charset="77"/>
              </a:defRPr>
            </a:lvl2pPr>
            <a:lvl3pPr>
              <a:spcAft>
                <a:spcPts val="600"/>
              </a:spcAft>
              <a:defRPr sz="1200" b="0" i="0">
                <a:latin typeface="Graphik" panose="020B0503030202060203" pitchFamily="34" charset="77"/>
              </a:defRPr>
            </a:lvl3pPr>
            <a:lvl4pPr>
              <a:spcAft>
                <a:spcPts val="600"/>
              </a:spcAft>
              <a:defRPr sz="1100" b="0" i="0">
                <a:latin typeface="Graphik" panose="020B0503030202060203" pitchFamily="34" charset="77"/>
              </a:defRPr>
            </a:lvl4pPr>
            <a:lvl5pPr>
              <a:spcAft>
                <a:spcPts val="600"/>
              </a:spcAft>
              <a:defRPr sz="1100" b="0" i="0">
                <a:latin typeface="Graphik" panose="020B0503030202060203" pitchFamily="34" charset="77"/>
              </a:defRPr>
            </a:lvl5pPr>
            <a:lvl6pPr>
              <a:defRPr sz="9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34" name="Text Placeholder 3">
            <a:extLst>
              <a:ext uri="{FF2B5EF4-FFF2-40B4-BE49-F238E27FC236}">
                <a16:creationId xmlns:a16="http://schemas.microsoft.com/office/drawing/2014/main" id="{DC7DFE68-FFE1-E798-3629-CF0323B2195E}"/>
              </a:ext>
            </a:extLst>
          </p:cNvPr>
          <p:cNvSpPr>
            <a:spLocks noGrp="1"/>
          </p:cNvSpPr>
          <p:nvPr>
            <p:ph type="body" idx="40" hasCustomPrompt="1"/>
          </p:nvPr>
        </p:nvSpPr>
        <p:spPr>
          <a:xfrm>
            <a:off x="9086850" y="1844675"/>
            <a:ext cx="2578828" cy="457200"/>
          </a:xfrm>
          <a:prstGeom prst="rect">
            <a:avLst/>
          </a:prstGeom>
        </p:spPr>
        <p:txBody>
          <a:bodyPr anchor="t"/>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35" name="Text Placeholder 4">
            <a:extLst>
              <a:ext uri="{FF2B5EF4-FFF2-40B4-BE49-F238E27FC236}">
                <a16:creationId xmlns:a16="http://schemas.microsoft.com/office/drawing/2014/main" id="{0A5C4BB7-F326-497E-84F9-02B889C225A4}"/>
              </a:ext>
            </a:extLst>
          </p:cNvPr>
          <p:cNvSpPr>
            <a:spLocks noGrp="1"/>
          </p:cNvSpPr>
          <p:nvPr>
            <p:ph type="body" idx="41" hasCustomPrompt="1"/>
          </p:nvPr>
        </p:nvSpPr>
        <p:spPr>
          <a:xfrm>
            <a:off x="9086850" y="2301875"/>
            <a:ext cx="2578828"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36" name="Content Placeholder 5">
            <a:extLst>
              <a:ext uri="{FF2B5EF4-FFF2-40B4-BE49-F238E27FC236}">
                <a16:creationId xmlns:a16="http://schemas.microsoft.com/office/drawing/2014/main" id="{D4259B04-F910-6FD9-9F42-BCED33ECAEA9}"/>
              </a:ext>
            </a:extLst>
          </p:cNvPr>
          <p:cNvSpPr>
            <a:spLocks noGrp="1"/>
          </p:cNvSpPr>
          <p:nvPr>
            <p:ph sz="half" idx="42" hasCustomPrompt="1"/>
          </p:nvPr>
        </p:nvSpPr>
        <p:spPr>
          <a:xfrm>
            <a:off x="9086850" y="3124834"/>
            <a:ext cx="2578828" cy="2761615"/>
          </a:xfrm>
          <a:prstGeom prst="rect">
            <a:avLst/>
          </a:prstGeom>
        </p:spPr>
        <p:txBody>
          <a:bodyPr/>
          <a:lstStyle>
            <a:lvl1pPr>
              <a:spcAft>
                <a:spcPts val="600"/>
              </a:spcAft>
              <a:defRPr sz="1200" b="0" i="0">
                <a:latin typeface="Graphik" panose="020B0503030202060203" pitchFamily="34" charset="77"/>
              </a:defRPr>
            </a:lvl1pPr>
            <a:lvl2pPr>
              <a:spcAft>
                <a:spcPts val="600"/>
              </a:spcAft>
              <a:defRPr sz="1200" b="0" i="0">
                <a:latin typeface="Graphik" panose="020B0503030202060203" pitchFamily="34" charset="77"/>
              </a:defRPr>
            </a:lvl2pPr>
            <a:lvl3pPr>
              <a:spcAft>
                <a:spcPts val="600"/>
              </a:spcAft>
              <a:defRPr sz="1200" b="0" i="0">
                <a:latin typeface="Graphik" panose="020B0503030202060203" pitchFamily="34" charset="77"/>
              </a:defRPr>
            </a:lvl3pPr>
            <a:lvl4pPr>
              <a:spcAft>
                <a:spcPts val="600"/>
              </a:spcAft>
              <a:defRPr sz="1100" b="0" i="0">
                <a:latin typeface="Graphik" panose="020B0503030202060203" pitchFamily="34" charset="77"/>
              </a:defRPr>
            </a:lvl4pPr>
            <a:lvl5pPr>
              <a:spcAft>
                <a:spcPts val="600"/>
              </a:spcAft>
              <a:defRPr sz="1100" b="0" i="0">
                <a:latin typeface="Graphik" panose="020B0503030202060203" pitchFamily="34" charset="77"/>
              </a:defRPr>
            </a:lvl5pPr>
            <a:lvl6pPr>
              <a:defRPr sz="9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a:t>
            </a:r>
          </a:p>
          <a:p>
            <a:pPr lvl="4"/>
            <a:r>
              <a:rPr lang="en-US"/>
              <a:t>Fifth level</a:t>
            </a:r>
          </a:p>
          <a:p>
            <a:pPr lvl="5"/>
            <a:r>
              <a:rPr lang="en-US"/>
              <a:t>Sixth level </a:t>
            </a:r>
          </a:p>
        </p:txBody>
      </p:sp>
    </p:spTree>
    <p:extLst>
      <p:ext uri="{BB962C8B-B14F-4D97-AF65-F5344CB8AC3E}">
        <p14:creationId xmlns:p14="http://schemas.microsoft.com/office/powerpoint/2010/main" val="3626589434"/>
      </p:ext>
    </p:extLst>
  </p:cSld>
  <p:clrMapOvr>
    <a:masterClrMapping/>
  </p:clrMapOvr>
  <p:extLst>
    <p:ext uri="{DCECCB84-F9BA-43D5-87BE-67443E8EF086}">
      <p15:sldGuideLst xmlns:p15="http://schemas.microsoft.com/office/powerpoint/2012/main">
        <p15:guide id="1" orient="horz" pos="2775">
          <p15:clr>
            <a:srgbClr val="C35EA4"/>
          </p15:clr>
        </p15:guide>
        <p15:guide id="2" orient="horz" pos="699">
          <p15:clr>
            <a:srgbClr val="547EBF"/>
          </p15:clr>
        </p15:guide>
      </p15:sldGuideLst>
    </p:ext>
  </p:extLst>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Content: 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C0743A-ADC6-831B-B51D-02359B5DA97F}"/>
              </a:ext>
            </a:extLst>
          </p:cNvPr>
          <p:cNvSpPr>
            <a:spLocks noGrp="1"/>
          </p:cNvSpPr>
          <p:nvPr>
            <p:ph type="title"/>
          </p:nvPr>
        </p:nvSpPr>
        <p:spPr/>
        <p:txBody>
          <a:bodyPr/>
          <a:lstStyle/>
          <a:p>
            <a:r>
              <a:rPr lang="en-GB"/>
              <a:t>Click to edit Master title style</a:t>
            </a:r>
            <a:endParaRPr lang="en-AR"/>
          </a:p>
        </p:txBody>
      </p:sp>
      <p:cxnSp>
        <p:nvCxnSpPr>
          <p:cNvPr id="6" name="Straight Connector 5">
            <a:extLst>
              <a:ext uri="{FF2B5EF4-FFF2-40B4-BE49-F238E27FC236}">
                <a16:creationId xmlns:a16="http://schemas.microsoft.com/office/drawing/2014/main" id="{EE89688D-4CDD-6E55-2855-3448FFAECBE1}"/>
              </a:ext>
            </a:extLst>
          </p:cNvPr>
          <p:cNvCxnSpPr>
            <a:cxnSpLocks/>
          </p:cNvCxnSpPr>
          <p:nvPr userDrawn="1"/>
        </p:nvCxnSpPr>
        <p:spPr>
          <a:xfrm>
            <a:off x="550863" y="2386126"/>
            <a:ext cx="11090275"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3AD4217-E551-509C-58B9-B95944CCB63E}"/>
              </a:ext>
            </a:extLst>
          </p:cNvPr>
          <p:cNvCxnSpPr>
            <a:cxnSpLocks/>
          </p:cNvCxnSpPr>
          <p:nvPr userDrawn="1"/>
        </p:nvCxnSpPr>
        <p:spPr>
          <a:xfrm>
            <a:off x="550863" y="3393857"/>
            <a:ext cx="11090275"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Text Placeholder 3">
            <a:extLst>
              <a:ext uri="{FF2B5EF4-FFF2-40B4-BE49-F238E27FC236}">
                <a16:creationId xmlns:a16="http://schemas.microsoft.com/office/drawing/2014/main" id="{13E1FBEF-5FF1-E9BB-F6B9-7326BB5CB80A}"/>
              </a:ext>
            </a:extLst>
          </p:cNvPr>
          <p:cNvSpPr>
            <a:spLocks noGrp="1"/>
          </p:cNvSpPr>
          <p:nvPr>
            <p:ph type="body" sz="quarter" idx="26" hasCustomPrompt="1"/>
          </p:nvPr>
        </p:nvSpPr>
        <p:spPr>
          <a:xfrm>
            <a:off x="563411" y="1609787"/>
            <a:ext cx="4958430" cy="384048"/>
          </a:xfrm>
          <a:prstGeom prst="rect">
            <a:avLst/>
          </a:prstGeom>
        </p:spPr>
        <p:txBody>
          <a:bodyPr anchor="t"/>
          <a:lstStyle>
            <a:lvl1pPr marL="0" indent="0">
              <a:spcAft>
                <a:spcPts val="0"/>
              </a:spcAft>
              <a:buNone/>
              <a:defRPr sz="1800" b="0" i="0">
                <a:solidFill>
                  <a:schemeClr val="tx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38" name="Text Placeholder 3a">
            <a:extLst>
              <a:ext uri="{FF2B5EF4-FFF2-40B4-BE49-F238E27FC236}">
                <a16:creationId xmlns:a16="http://schemas.microsoft.com/office/drawing/2014/main" id="{B9824907-86E3-1531-50ED-112E1C8CF38B}"/>
              </a:ext>
            </a:extLst>
          </p:cNvPr>
          <p:cNvSpPr>
            <a:spLocks noGrp="1"/>
          </p:cNvSpPr>
          <p:nvPr>
            <p:ph type="body" idx="22" hasCustomPrompt="1"/>
          </p:nvPr>
        </p:nvSpPr>
        <p:spPr>
          <a:xfrm>
            <a:off x="563411" y="2527859"/>
            <a:ext cx="2510646" cy="732360"/>
          </a:xfrm>
          <a:prstGeom prst="rect">
            <a:avLst/>
          </a:prstGeom>
        </p:spPr>
        <p:txBody>
          <a:bodyPr anchor="t"/>
          <a:lstStyle>
            <a:lvl1pPr marL="0" indent="0">
              <a:lnSpc>
                <a:spcPct val="90000"/>
              </a:lnSpc>
              <a:spcAft>
                <a:spcPts val="0"/>
              </a:spcAft>
              <a:buNone/>
              <a:defRPr sz="1600" b="0" i="0">
                <a:latin typeface="+mj-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
        <p:nvSpPr>
          <p:cNvPr id="48" name="Text Placeholder 47">
            <a:extLst>
              <a:ext uri="{FF2B5EF4-FFF2-40B4-BE49-F238E27FC236}">
                <a16:creationId xmlns:a16="http://schemas.microsoft.com/office/drawing/2014/main" id="{F08F731E-CEF1-4878-3FD0-FAD6C27FD39A}"/>
              </a:ext>
            </a:extLst>
          </p:cNvPr>
          <p:cNvSpPr>
            <a:spLocks noGrp="1"/>
          </p:cNvSpPr>
          <p:nvPr>
            <p:ph type="body" sz="quarter" idx="28" hasCustomPrompt="1"/>
          </p:nvPr>
        </p:nvSpPr>
        <p:spPr>
          <a:xfrm>
            <a:off x="4743153" y="2525284"/>
            <a:ext cx="3535873" cy="734935"/>
          </a:xfrm>
        </p:spPr>
        <p:txBody>
          <a:bodyPr/>
          <a:lstStyle>
            <a:lvl1pPr>
              <a:defRPr lang="en-US" sz="1200" b="0" kern="1200" dirty="0" smtClean="0">
                <a:solidFill>
                  <a:schemeClr val="tx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 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endParaRPr lang="en-AR"/>
          </a:p>
        </p:txBody>
      </p:sp>
      <p:sp>
        <p:nvSpPr>
          <p:cNvPr id="50" name="Text Placeholder 3a">
            <a:extLst>
              <a:ext uri="{FF2B5EF4-FFF2-40B4-BE49-F238E27FC236}">
                <a16:creationId xmlns:a16="http://schemas.microsoft.com/office/drawing/2014/main" id="{26505188-6359-30FA-BD41-1EE3AE7460F8}"/>
              </a:ext>
            </a:extLst>
          </p:cNvPr>
          <p:cNvSpPr>
            <a:spLocks noGrp="1"/>
          </p:cNvSpPr>
          <p:nvPr>
            <p:ph type="body" idx="29" hasCustomPrompt="1"/>
          </p:nvPr>
        </p:nvSpPr>
        <p:spPr>
          <a:xfrm>
            <a:off x="9948122" y="2527859"/>
            <a:ext cx="1680467" cy="732360"/>
          </a:xfrm>
          <a:prstGeom prst="rect">
            <a:avLst/>
          </a:prstGeom>
        </p:spPr>
        <p:txBody>
          <a:bodyPr anchor="t"/>
          <a:lstStyle>
            <a:lvl1pPr marL="0" indent="0">
              <a:lnSpc>
                <a:spcPct val="90000"/>
              </a:lnSpc>
              <a:spcAft>
                <a:spcPts val="0"/>
              </a:spcAft>
              <a:buNone/>
              <a:defRPr sz="1600" b="0" i="0">
                <a:solidFill>
                  <a:schemeClr val="bg2"/>
                </a:solidFill>
                <a:latin typeface="+mn-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
        <p:nvSpPr>
          <p:cNvPr id="52" name="Text Placeholder 3a">
            <a:extLst>
              <a:ext uri="{FF2B5EF4-FFF2-40B4-BE49-F238E27FC236}">
                <a16:creationId xmlns:a16="http://schemas.microsoft.com/office/drawing/2014/main" id="{2F8B0EA0-CACA-263A-C93F-CBC13D1410B5}"/>
              </a:ext>
            </a:extLst>
          </p:cNvPr>
          <p:cNvSpPr>
            <a:spLocks noGrp="1"/>
          </p:cNvSpPr>
          <p:nvPr>
            <p:ph type="body" idx="30" hasCustomPrompt="1"/>
          </p:nvPr>
        </p:nvSpPr>
        <p:spPr>
          <a:xfrm>
            <a:off x="575960" y="3541109"/>
            <a:ext cx="2510646" cy="732360"/>
          </a:xfrm>
          <a:prstGeom prst="rect">
            <a:avLst/>
          </a:prstGeom>
        </p:spPr>
        <p:txBody>
          <a:bodyPr anchor="t"/>
          <a:lstStyle>
            <a:lvl1pPr marL="0" indent="0">
              <a:lnSpc>
                <a:spcPct val="90000"/>
              </a:lnSpc>
              <a:spcAft>
                <a:spcPts val="0"/>
              </a:spcAft>
              <a:buNone/>
              <a:defRPr sz="1600" b="0" i="0">
                <a:latin typeface="+mj-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cxnSp>
        <p:nvCxnSpPr>
          <p:cNvPr id="53" name="Straight Connector 52">
            <a:extLst>
              <a:ext uri="{FF2B5EF4-FFF2-40B4-BE49-F238E27FC236}">
                <a16:creationId xmlns:a16="http://schemas.microsoft.com/office/drawing/2014/main" id="{6C42FCDB-4459-39E5-63C4-5DCECB1F820C}"/>
              </a:ext>
            </a:extLst>
          </p:cNvPr>
          <p:cNvCxnSpPr>
            <a:cxnSpLocks/>
          </p:cNvCxnSpPr>
          <p:nvPr userDrawn="1"/>
        </p:nvCxnSpPr>
        <p:spPr>
          <a:xfrm>
            <a:off x="563412" y="4412630"/>
            <a:ext cx="11090275"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 Placeholder 47">
            <a:extLst>
              <a:ext uri="{FF2B5EF4-FFF2-40B4-BE49-F238E27FC236}">
                <a16:creationId xmlns:a16="http://schemas.microsoft.com/office/drawing/2014/main" id="{D9BC5705-EC9D-D2BB-D13E-6DCF41A2CFBA}"/>
              </a:ext>
            </a:extLst>
          </p:cNvPr>
          <p:cNvSpPr>
            <a:spLocks noGrp="1"/>
          </p:cNvSpPr>
          <p:nvPr>
            <p:ph type="body" sz="quarter" idx="31" hasCustomPrompt="1"/>
          </p:nvPr>
        </p:nvSpPr>
        <p:spPr>
          <a:xfrm>
            <a:off x="4755702" y="3538534"/>
            <a:ext cx="3535873" cy="734935"/>
          </a:xfrm>
        </p:spPr>
        <p:txBody>
          <a:bodyPr/>
          <a:lstStyle>
            <a:lvl1pPr>
              <a:defRPr lang="en-US" sz="1200" b="0" kern="1200" dirty="0" smtClean="0">
                <a:solidFill>
                  <a:schemeClr val="tx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 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endParaRPr lang="en-AR"/>
          </a:p>
        </p:txBody>
      </p:sp>
      <p:sp>
        <p:nvSpPr>
          <p:cNvPr id="55" name="Text Placeholder 3a">
            <a:extLst>
              <a:ext uri="{FF2B5EF4-FFF2-40B4-BE49-F238E27FC236}">
                <a16:creationId xmlns:a16="http://schemas.microsoft.com/office/drawing/2014/main" id="{63F87C57-352F-9F6B-1FEC-F82F24A89FD5}"/>
              </a:ext>
            </a:extLst>
          </p:cNvPr>
          <p:cNvSpPr>
            <a:spLocks noGrp="1"/>
          </p:cNvSpPr>
          <p:nvPr>
            <p:ph type="body" idx="32" hasCustomPrompt="1"/>
          </p:nvPr>
        </p:nvSpPr>
        <p:spPr>
          <a:xfrm>
            <a:off x="9960671" y="3541109"/>
            <a:ext cx="1680467" cy="732360"/>
          </a:xfrm>
          <a:prstGeom prst="rect">
            <a:avLst/>
          </a:prstGeom>
        </p:spPr>
        <p:txBody>
          <a:bodyPr anchor="t"/>
          <a:lstStyle>
            <a:lvl1pPr marL="0" indent="0">
              <a:lnSpc>
                <a:spcPct val="90000"/>
              </a:lnSpc>
              <a:spcAft>
                <a:spcPts val="0"/>
              </a:spcAft>
              <a:buNone/>
              <a:defRPr sz="1600" b="0" i="0">
                <a:solidFill>
                  <a:schemeClr val="bg2"/>
                </a:solidFill>
                <a:latin typeface="+mn-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cxnSp>
        <p:nvCxnSpPr>
          <p:cNvPr id="57" name="Straight Connector 56">
            <a:extLst>
              <a:ext uri="{FF2B5EF4-FFF2-40B4-BE49-F238E27FC236}">
                <a16:creationId xmlns:a16="http://schemas.microsoft.com/office/drawing/2014/main" id="{7691468D-335A-5F09-ECAE-A20FF3432172}"/>
              </a:ext>
            </a:extLst>
          </p:cNvPr>
          <p:cNvCxnSpPr>
            <a:cxnSpLocks/>
          </p:cNvCxnSpPr>
          <p:nvPr userDrawn="1"/>
        </p:nvCxnSpPr>
        <p:spPr>
          <a:xfrm>
            <a:off x="563411" y="5409319"/>
            <a:ext cx="11090275"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8" name="Text Placeholder 3a">
            <a:extLst>
              <a:ext uri="{FF2B5EF4-FFF2-40B4-BE49-F238E27FC236}">
                <a16:creationId xmlns:a16="http://schemas.microsoft.com/office/drawing/2014/main" id="{6A205F7E-A1D0-35BC-AC88-4EDB1ABA180C}"/>
              </a:ext>
            </a:extLst>
          </p:cNvPr>
          <p:cNvSpPr>
            <a:spLocks noGrp="1"/>
          </p:cNvSpPr>
          <p:nvPr>
            <p:ph type="body" idx="33" hasCustomPrompt="1"/>
          </p:nvPr>
        </p:nvSpPr>
        <p:spPr>
          <a:xfrm>
            <a:off x="575959" y="4543321"/>
            <a:ext cx="2510646" cy="732360"/>
          </a:xfrm>
          <a:prstGeom prst="rect">
            <a:avLst/>
          </a:prstGeom>
        </p:spPr>
        <p:txBody>
          <a:bodyPr anchor="t"/>
          <a:lstStyle>
            <a:lvl1pPr marL="0" indent="0">
              <a:lnSpc>
                <a:spcPct val="90000"/>
              </a:lnSpc>
              <a:spcAft>
                <a:spcPts val="0"/>
              </a:spcAft>
              <a:buNone/>
              <a:defRPr sz="1600" b="0" i="0">
                <a:latin typeface="+mj-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
        <p:nvSpPr>
          <p:cNvPr id="60" name="Text Placeholder 47">
            <a:extLst>
              <a:ext uri="{FF2B5EF4-FFF2-40B4-BE49-F238E27FC236}">
                <a16:creationId xmlns:a16="http://schemas.microsoft.com/office/drawing/2014/main" id="{976843C5-C03A-A8D3-E5FA-0F07BFBDD774}"/>
              </a:ext>
            </a:extLst>
          </p:cNvPr>
          <p:cNvSpPr>
            <a:spLocks noGrp="1"/>
          </p:cNvSpPr>
          <p:nvPr>
            <p:ph type="body" sz="quarter" idx="34" hasCustomPrompt="1"/>
          </p:nvPr>
        </p:nvSpPr>
        <p:spPr>
          <a:xfrm>
            <a:off x="4755701" y="4540746"/>
            <a:ext cx="3535873" cy="734935"/>
          </a:xfrm>
        </p:spPr>
        <p:txBody>
          <a:bodyPr/>
          <a:lstStyle>
            <a:lvl1pPr>
              <a:defRPr lang="en-US" sz="1200" b="0" kern="1200" dirty="0" smtClean="0">
                <a:solidFill>
                  <a:schemeClr val="tx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 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endParaRPr lang="en-AR"/>
          </a:p>
        </p:txBody>
      </p:sp>
      <p:sp>
        <p:nvSpPr>
          <p:cNvPr id="61" name="Text Placeholder 3a">
            <a:extLst>
              <a:ext uri="{FF2B5EF4-FFF2-40B4-BE49-F238E27FC236}">
                <a16:creationId xmlns:a16="http://schemas.microsoft.com/office/drawing/2014/main" id="{99F72155-DC8E-FD59-347A-8E42F7539245}"/>
              </a:ext>
            </a:extLst>
          </p:cNvPr>
          <p:cNvSpPr>
            <a:spLocks noGrp="1"/>
          </p:cNvSpPr>
          <p:nvPr>
            <p:ph type="body" idx="35" hasCustomPrompt="1"/>
          </p:nvPr>
        </p:nvSpPr>
        <p:spPr>
          <a:xfrm>
            <a:off x="9960670" y="4543321"/>
            <a:ext cx="1680467" cy="732360"/>
          </a:xfrm>
          <a:prstGeom prst="rect">
            <a:avLst/>
          </a:prstGeom>
        </p:spPr>
        <p:txBody>
          <a:bodyPr anchor="t"/>
          <a:lstStyle>
            <a:lvl1pPr marL="0" indent="0">
              <a:lnSpc>
                <a:spcPct val="90000"/>
              </a:lnSpc>
              <a:spcAft>
                <a:spcPts val="0"/>
              </a:spcAft>
              <a:buNone/>
              <a:defRPr sz="1600" b="0" i="0">
                <a:solidFill>
                  <a:schemeClr val="bg2"/>
                </a:solidFill>
                <a:latin typeface="+mn-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
        <p:nvSpPr>
          <p:cNvPr id="62" name="Text Placeholder 3a">
            <a:extLst>
              <a:ext uri="{FF2B5EF4-FFF2-40B4-BE49-F238E27FC236}">
                <a16:creationId xmlns:a16="http://schemas.microsoft.com/office/drawing/2014/main" id="{46463B47-CA2F-FBD9-29CC-24F465D0AE42}"/>
              </a:ext>
            </a:extLst>
          </p:cNvPr>
          <p:cNvSpPr>
            <a:spLocks noGrp="1"/>
          </p:cNvSpPr>
          <p:nvPr>
            <p:ph type="body" idx="36" hasCustomPrompt="1"/>
          </p:nvPr>
        </p:nvSpPr>
        <p:spPr>
          <a:xfrm>
            <a:off x="588508" y="5556571"/>
            <a:ext cx="2510646" cy="732360"/>
          </a:xfrm>
          <a:prstGeom prst="rect">
            <a:avLst/>
          </a:prstGeom>
        </p:spPr>
        <p:txBody>
          <a:bodyPr anchor="t"/>
          <a:lstStyle>
            <a:lvl1pPr marL="0" indent="0">
              <a:lnSpc>
                <a:spcPct val="90000"/>
              </a:lnSpc>
              <a:spcAft>
                <a:spcPts val="0"/>
              </a:spcAft>
              <a:buNone/>
              <a:defRPr sz="1600" b="0" i="0">
                <a:latin typeface="+mj-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
        <p:nvSpPr>
          <p:cNvPr id="64" name="Text Placeholder 47">
            <a:extLst>
              <a:ext uri="{FF2B5EF4-FFF2-40B4-BE49-F238E27FC236}">
                <a16:creationId xmlns:a16="http://schemas.microsoft.com/office/drawing/2014/main" id="{AE0584A6-3ABE-9106-5EC5-8BBE05F01F0E}"/>
              </a:ext>
            </a:extLst>
          </p:cNvPr>
          <p:cNvSpPr>
            <a:spLocks noGrp="1"/>
          </p:cNvSpPr>
          <p:nvPr>
            <p:ph type="body" sz="quarter" idx="37" hasCustomPrompt="1"/>
          </p:nvPr>
        </p:nvSpPr>
        <p:spPr>
          <a:xfrm>
            <a:off x="4768250" y="5553996"/>
            <a:ext cx="3535873" cy="734935"/>
          </a:xfrm>
        </p:spPr>
        <p:txBody>
          <a:bodyPr/>
          <a:lstStyle>
            <a:lvl1pPr>
              <a:defRPr lang="en-US" sz="1200" b="0" kern="1200" dirty="0" smtClean="0">
                <a:solidFill>
                  <a:schemeClr val="tx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 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endParaRPr lang="en-AR"/>
          </a:p>
        </p:txBody>
      </p:sp>
      <p:sp>
        <p:nvSpPr>
          <p:cNvPr id="65" name="Text Placeholder 3a">
            <a:extLst>
              <a:ext uri="{FF2B5EF4-FFF2-40B4-BE49-F238E27FC236}">
                <a16:creationId xmlns:a16="http://schemas.microsoft.com/office/drawing/2014/main" id="{670F6FAD-5A3C-11EB-6E81-8B16B52F81EF}"/>
              </a:ext>
            </a:extLst>
          </p:cNvPr>
          <p:cNvSpPr>
            <a:spLocks noGrp="1"/>
          </p:cNvSpPr>
          <p:nvPr>
            <p:ph type="body" idx="38" hasCustomPrompt="1"/>
          </p:nvPr>
        </p:nvSpPr>
        <p:spPr>
          <a:xfrm>
            <a:off x="9973219" y="5556571"/>
            <a:ext cx="1680467" cy="732360"/>
          </a:xfrm>
          <a:prstGeom prst="rect">
            <a:avLst/>
          </a:prstGeom>
        </p:spPr>
        <p:txBody>
          <a:bodyPr anchor="t"/>
          <a:lstStyle>
            <a:lvl1pPr marL="0" indent="0">
              <a:lnSpc>
                <a:spcPct val="90000"/>
              </a:lnSpc>
              <a:spcAft>
                <a:spcPts val="0"/>
              </a:spcAft>
              <a:buNone/>
              <a:defRPr sz="1600" b="0" i="0">
                <a:solidFill>
                  <a:schemeClr val="bg2"/>
                </a:solidFill>
                <a:latin typeface="+mn-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Tree>
    <p:extLst>
      <p:ext uri="{BB962C8B-B14F-4D97-AF65-F5344CB8AC3E}">
        <p14:creationId xmlns:p14="http://schemas.microsoft.com/office/powerpoint/2010/main" val="260446724"/>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Content: split ">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CADDCEF-8841-4D73-EAEB-25E159BD364A}"/>
              </a:ext>
            </a:extLst>
          </p:cNvPr>
          <p:cNvSpPr/>
          <p:nvPr userDrawn="1"/>
        </p:nvSpPr>
        <p:spPr>
          <a:xfrm>
            <a:off x="0" y="0"/>
            <a:ext cx="4876801" cy="68580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tIns="121920" bIns="121920" rtlCol="0" anchor="ctr"/>
          <a:lstStyle/>
          <a:p>
            <a:pPr algn="ctr"/>
            <a:endParaRPr lang="en-US" sz="2400" err="1"/>
          </a:p>
        </p:txBody>
      </p:sp>
      <p:sp>
        <p:nvSpPr>
          <p:cNvPr id="6" name="Title 2">
            <a:extLst>
              <a:ext uri="{FF2B5EF4-FFF2-40B4-BE49-F238E27FC236}">
                <a16:creationId xmlns:a16="http://schemas.microsoft.com/office/drawing/2014/main" id="{9596D82E-71B7-FF51-B8E9-B259B21B69EB}"/>
              </a:ext>
            </a:extLst>
          </p:cNvPr>
          <p:cNvSpPr>
            <a:spLocks noGrp="1"/>
          </p:cNvSpPr>
          <p:nvPr>
            <p:ph type="title"/>
          </p:nvPr>
        </p:nvSpPr>
        <p:spPr>
          <a:xfrm>
            <a:off x="556468" y="572600"/>
            <a:ext cx="3984536" cy="787908"/>
          </a:xfrm>
        </p:spPr>
        <p:txBody>
          <a:bodyPr/>
          <a:lstStyle>
            <a:lvl1pPr>
              <a:defRPr>
                <a:solidFill>
                  <a:schemeClr val="bg1"/>
                </a:solidFill>
              </a:defRPr>
            </a:lvl1pPr>
          </a:lstStyle>
          <a:p>
            <a:r>
              <a:rPr lang="en-GB"/>
              <a:t>Click to edit Master title style</a:t>
            </a:r>
            <a:endParaRPr lang="en-US"/>
          </a:p>
        </p:txBody>
      </p:sp>
      <p:sp>
        <p:nvSpPr>
          <p:cNvPr id="16" name="Text Placeholder 3a">
            <a:extLst>
              <a:ext uri="{FF2B5EF4-FFF2-40B4-BE49-F238E27FC236}">
                <a16:creationId xmlns:a16="http://schemas.microsoft.com/office/drawing/2014/main" id="{FAAE1576-C1B9-0E2B-83B0-F7C54B8589E8}"/>
              </a:ext>
            </a:extLst>
          </p:cNvPr>
          <p:cNvSpPr>
            <a:spLocks noGrp="1"/>
          </p:cNvSpPr>
          <p:nvPr>
            <p:ph type="body" idx="29" hasCustomPrompt="1"/>
          </p:nvPr>
        </p:nvSpPr>
        <p:spPr>
          <a:xfrm>
            <a:off x="556468" y="1887912"/>
            <a:ext cx="3148429" cy="550488"/>
          </a:xfrm>
          <a:prstGeom prst="rect">
            <a:avLst/>
          </a:prstGeom>
        </p:spPr>
        <p:txBody>
          <a:bodyPr anchor="t"/>
          <a:lstStyle>
            <a:lvl1pPr marL="0" indent="0">
              <a:lnSpc>
                <a:spcPct val="90000"/>
              </a:lnSpc>
              <a:spcAft>
                <a:spcPts val="0"/>
              </a:spcAft>
              <a:buNone/>
              <a:defRPr sz="1600" b="0" i="0">
                <a:solidFill>
                  <a:schemeClr val="accent2"/>
                </a:solidFill>
                <a:latin typeface="+mj-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
        <p:nvSpPr>
          <p:cNvPr id="15" name="Text Placeholder 47">
            <a:extLst>
              <a:ext uri="{FF2B5EF4-FFF2-40B4-BE49-F238E27FC236}">
                <a16:creationId xmlns:a16="http://schemas.microsoft.com/office/drawing/2014/main" id="{3269863B-5234-38BF-0D34-E538ACE4EA2B}"/>
              </a:ext>
            </a:extLst>
          </p:cNvPr>
          <p:cNvSpPr>
            <a:spLocks noGrp="1"/>
          </p:cNvSpPr>
          <p:nvPr>
            <p:ph type="body" sz="quarter" idx="28" hasCustomPrompt="1"/>
          </p:nvPr>
        </p:nvSpPr>
        <p:spPr>
          <a:xfrm>
            <a:off x="556468" y="2598336"/>
            <a:ext cx="3148429" cy="3512832"/>
          </a:xfrm>
        </p:spPr>
        <p:txBody>
          <a:bodyPr/>
          <a:lstStyle>
            <a:lvl1pPr>
              <a:defRPr lang="en-US" sz="1200" b="0" kern="1200" dirty="0" smtClean="0">
                <a:solidFill>
                  <a:schemeClr val="bg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 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endParaRPr lang="en-AR"/>
          </a:p>
        </p:txBody>
      </p:sp>
      <p:sp>
        <p:nvSpPr>
          <p:cNvPr id="3" name="GTS_WH">
            <a:extLst>
              <a:ext uri="{FF2B5EF4-FFF2-40B4-BE49-F238E27FC236}">
                <a16:creationId xmlns:a16="http://schemas.microsoft.com/office/drawing/2014/main" id="{CE15062E-1BE5-ECEF-BF47-4CDD412B3BA7}"/>
              </a:ext>
              <a:ext uri="{C183D7F6-B498-43B3-948B-1728B52AA6E4}">
                <adec:decorative xmlns:adec="http://schemas.microsoft.com/office/drawing/2017/decorative" val="1"/>
              </a:ext>
            </a:extLst>
          </p:cNvPr>
          <p:cNvSpPr>
            <a:spLocks noChangeAspect="1"/>
          </p:cNvSpPr>
          <p:nvPr userDrawn="1"/>
        </p:nvSpPr>
        <p:spPr bwMode="black">
          <a:xfrm>
            <a:off x="56341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3289597605"/>
      </p:ext>
    </p:extLst>
  </p:cSld>
  <p:clrMapOvr>
    <a:masterClrMapping/>
  </p:clrMapOvr>
  <p:extLst>
    <p:ext uri="{DCECCB84-F9BA-43D5-87BE-67443E8EF086}">
      <p15:sldGuideLst xmlns:p15="http://schemas.microsoft.com/office/powerpoint/2012/main">
        <p15:guide id="1" orient="horz" pos="3249">
          <p15:clr>
            <a:srgbClr val="FBAE40"/>
          </p15:clr>
        </p15:guide>
      </p15:sldGuideLst>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Content: list + image">
    <p:spTree>
      <p:nvGrpSpPr>
        <p:cNvPr id="1" name=""/>
        <p:cNvGrpSpPr/>
        <p:nvPr/>
      </p:nvGrpSpPr>
      <p:grpSpPr>
        <a:xfrm>
          <a:off x="0" y="0"/>
          <a:ext cx="0" cy="0"/>
          <a:chOff x="0" y="0"/>
          <a:chExt cx="0" cy="0"/>
        </a:xfrm>
      </p:grpSpPr>
      <p:sp>
        <p:nvSpPr>
          <p:cNvPr id="19" name="Text Placeholder 3">
            <a:extLst>
              <a:ext uri="{FF2B5EF4-FFF2-40B4-BE49-F238E27FC236}">
                <a16:creationId xmlns:a16="http://schemas.microsoft.com/office/drawing/2014/main" id="{72341109-26F6-4227-8890-EA8EB1C0EBBA}"/>
              </a:ext>
            </a:extLst>
          </p:cNvPr>
          <p:cNvSpPr>
            <a:spLocks noGrp="1"/>
          </p:cNvSpPr>
          <p:nvPr>
            <p:ph type="body" idx="18" hasCustomPrompt="1"/>
          </p:nvPr>
        </p:nvSpPr>
        <p:spPr>
          <a:xfrm>
            <a:off x="561427" y="3998977"/>
            <a:ext cx="173125" cy="369332"/>
          </a:xfrm>
          <a:prstGeom prst="rect">
            <a:avLst/>
          </a:prstGeom>
        </p:spPr>
        <p:txBody>
          <a:bodyPr wrap="none" anchor="t">
            <a:spAutoFit/>
          </a:bodyPr>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3" name="Text Placeholder 4">
            <a:extLst>
              <a:ext uri="{FF2B5EF4-FFF2-40B4-BE49-F238E27FC236}">
                <a16:creationId xmlns:a16="http://schemas.microsoft.com/office/drawing/2014/main" id="{4C9BBD74-54FD-481F-B3FD-0CE5318F281F}"/>
              </a:ext>
            </a:extLst>
          </p:cNvPr>
          <p:cNvSpPr>
            <a:spLocks noGrp="1"/>
          </p:cNvSpPr>
          <p:nvPr>
            <p:ph type="body" idx="1" hasCustomPrompt="1"/>
          </p:nvPr>
        </p:nvSpPr>
        <p:spPr>
          <a:xfrm>
            <a:off x="561427" y="4456176"/>
            <a:ext cx="1953007"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4" name="Text Placeholder 3">
            <a:extLst>
              <a:ext uri="{FF2B5EF4-FFF2-40B4-BE49-F238E27FC236}">
                <a16:creationId xmlns:a16="http://schemas.microsoft.com/office/drawing/2014/main" id="{B85B306C-DA4C-EE64-1727-749659F0A793}"/>
              </a:ext>
            </a:extLst>
          </p:cNvPr>
          <p:cNvSpPr>
            <a:spLocks noGrp="1"/>
          </p:cNvSpPr>
          <p:nvPr>
            <p:ph type="body" sz="quarter" idx="11" hasCustomPrompt="1"/>
          </p:nvPr>
        </p:nvSpPr>
        <p:spPr>
          <a:xfrm>
            <a:off x="563411" y="2472896"/>
            <a:ext cx="5171607" cy="384048"/>
          </a:xfrm>
          <a:prstGeom prst="rect">
            <a:avLst/>
          </a:prstGeom>
        </p:spPr>
        <p:txBody>
          <a:bodyPr anchor="t"/>
          <a:lstStyle>
            <a:lvl1pPr marL="0" indent="0">
              <a:spcAft>
                <a:spcPts val="0"/>
              </a:spcAft>
              <a:buNone/>
              <a:defRPr lang="en-US" sz="1800" b="0" i="0" kern="1200">
                <a:solidFill>
                  <a:schemeClr val="tx1"/>
                </a:solidFill>
                <a:latin typeface="Graphik" panose="020B0503030202060203" pitchFamily="34" charset="77"/>
                <a:ea typeface="+mn-ea"/>
                <a:cs typeface="+mn-cs"/>
              </a:defRPr>
            </a:lvl1pPr>
          </a:lstStyle>
          <a:p>
            <a:pPr marL="0" lvl="0" indent="0" algn="l" defTabSz="228594" rtl="0" eaLnBrk="1" latinLnBrk="0" hangingPunct="1">
              <a:lnSpc>
                <a:spcPct val="100000"/>
              </a:lnSpc>
              <a:spcBef>
                <a:spcPts val="0"/>
              </a:spcBef>
              <a:spcAft>
                <a:spcPts val="0"/>
              </a:spcAft>
              <a:buFont typeface="Arial" panose="020B0604020202020204" pitchFamily="34" charset="0"/>
              <a:buNone/>
            </a:pPr>
            <a:r>
              <a:rPr lang="en-GB"/>
              <a:t>Place subtitle here in </a:t>
            </a:r>
            <a:r>
              <a:rPr lang="en-GB" err="1"/>
              <a:t>Graphik</a:t>
            </a:r>
            <a:endParaRPr lang="en-US"/>
          </a:p>
        </p:txBody>
      </p:sp>
      <p:sp>
        <p:nvSpPr>
          <p:cNvPr id="10" name="Text Placeholder 3">
            <a:extLst>
              <a:ext uri="{FF2B5EF4-FFF2-40B4-BE49-F238E27FC236}">
                <a16:creationId xmlns:a16="http://schemas.microsoft.com/office/drawing/2014/main" id="{7B5BFA1F-5247-B9BC-754B-6AAF3E525A0B}"/>
              </a:ext>
            </a:extLst>
          </p:cNvPr>
          <p:cNvSpPr>
            <a:spLocks noGrp="1"/>
          </p:cNvSpPr>
          <p:nvPr>
            <p:ph type="body" idx="34" hasCustomPrompt="1"/>
          </p:nvPr>
        </p:nvSpPr>
        <p:spPr>
          <a:xfrm>
            <a:off x="2843427" y="3998851"/>
            <a:ext cx="173125" cy="369332"/>
          </a:xfrm>
          <a:prstGeom prst="rect">
            <a:avLst/>
          </a:prstGeom>
        </p:spPr>
        <p:txBody>
          <a:bodyPr wrap="none" anchor="t">
            <a:spAutoFit/>
          </a:bodyPr>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11" name="Text Placeholder 4">
            <a:extLst>
              <a:ext uri="{FF2B5EF4-FFF2-40B4-BE49-F238E27FC236}">
                <a16:creationId xmlns:a16="http://schemas.microsoft.com/office/drawing/2014/main" id="{097F6A55-E927-3DDC-C6BC-9E4F7D33849E}"/>
              </a:ext>
            </a:extLst>
          </p:cNvPr>
          <p:cNvSpPr>
            <a:spLocks noGrp="1"/>
          </p:cNvSpPr>
          <p:nvPr>
            <p:ph type="body" idx="35" hasCustomPrompt="1"/>
          </p:nvPr>
        </p:nvSpPr>
        <p:spPr>
          <a:xfrm>
            <a:off x="2843427" y="4456051"/>
            <a:ext cx="1953007"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20" name="Text Placeholder 3">
            <a:extLst>
              <a:ext uri="{FF2B5EF4-FFF2-40B4-BE49-F238E27FC236}">
                <a16:creationId xmlns:a16="http://schemas.microsoft.com/office/drawing/2014/main" id="{96A48BF3-8AA9-50DC-49B0-265A2B870BDA}"/>
              </a:ext>
            </a:extLst>
          </p:cNvPr>
          <p:cNvSpPr>
            <a:spLocks noGrp="1"/>
          </p:cNvSpPr>
          <p:nvPr>
            <p:ph type="body" idx="37" hasCustomPrompt="1"/>
          </p:nvPr>
        </p:nvSpPr>
        <p:spPr>
          <a:xfrm>
            <a:off x="5118171" y="3998851"/>
            <a:ext cx="173125" cy="369332"/>
          </a:xfrm>
          <a:prstGeom prst="rect">
            <a:avLst/>
          </a:prstGeom>
        </p:spPr>
        <p:txBody>
          <a:bodyPr wrap="none" anchor="t">
            <a:spAutoFit/>
          </a:bodyPr>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23" name="Text Placeholder 4">
            <a:extLst>
              <a:ext uri="{FF2B5EF4-FFF2-40B4-BE49-F238E27FC236}">
                <a16:creationId xmlns:a16="http://schemas.microsoft.com/office/drawing/2014/main" id="{6CA89A9C-8BF9-8CDF-3629-2C1B8ED659BD}"/>
              </a:ext>
            </a:extLst>
          </p:cNvPr>
          <p:cNvSpPr>
            <a:spLocks noGrp="1"/>
          </p:cNvSpPr>
          <p:nvPr>
            <p:ph type="body" idx="38" hasCustomPrompt="1"/>
          </p:nvPr>
        </p:nvSpPr>
        <p:spPr>
          <a:xfrm>
            <a:off x="5125427" y="4456051"/>
            <a:ext cx="1953007"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34" name="Text Placeholder 3">
            <a:extLst>
              <a:ext uri="{FF2B5EF4-FFF2-40B4-BE49-F238E27FC236}">
                <a16:creationId xmlns:a16="http://schemas.microsoft.com/office/drawing/2014/main" id="{DC7DFE68-FFE1-E798-3629-CF0323B2195E}"/>
              </a:ext>
            </a:extLst>
          </p:cNvPr>
          <p:cNvSpPr>
            <a:spLocks noGrp="1"/>
          </p:cNvSpPr>
          <p:nvPr>
            <p:ph type="body" idx="40" hasCustomPrompt="1"/>
          </p:nvPr>
        </p:nvSpPr>
        <p:spPr>
          <a:xfrm>
            <a:off x="7407427" y="3998851"/>
            <a:ext cx="173125" cy="369332"/>
          </a:xfrm>
          <a:prstGeom prst="rect">
            <a:avLst/>
          </a:prstGeom>
        </p:spPr>
        <p:txBody>
          <a:bodyPr wrap="none" anchor="t">
            <a:spAutoFit/>
          </a:bodyPr>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35" name="Text Placeholder 4">
            <a:extLst>
              <a:ext uri="{FF2B5EF4-FFF2-40B4-BE49-F238E27FC236}">
                <a16:creationId xmlns:a16="http://schemas.microsoft.com/office/drawing/2014/main" id="{0A5C4BB7-F326-497E-84F9-02B889C225A4}"/>
              </a:ext>
            </a:extLst>
          </p:cNvPr>
          <p:cNvSpPr>
            <a:spLocks noGrp="1"/>
          </p:cNvSpPr>
          <p:nvPr>
            <p:ph type="body" idx="41" hasCustomPrompt="1"/>
          </p:nvPr>
        </p:nvSpPr>
        <p:spPr>
          <a:xfrm>
            <a:off x="7407427" y="4456051"/>
            <a:ext cx="1953007"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
        <p:nvSpPr>
          <p:cNvPr id="2" name="Title 1">
            <a:extLst>
              <a:ext uri="{FF2B5EF4-FFF2-40B4-BE49-F238E27FC236}">
                <a16:creationId xmlns:a16="http://schemas.microsoft.com/office/drawing/2014/main" id="{2A8000A6-6DCD-FF31-392B-5CD7870A0353}"/>
              </a:ext>
            </a:extLst>
          </p:cNvPr>
          <p:cNvSpPr>
            <a:spLocks noGrp="1"/>
          </p:cNvSpPr>
          <p:nvPr>
            <p:ph type="title"/>
          </p:nvPr>
        </p:nvSpPr>
        <p:spPr>
          <a:xfrm>
            <a:off x="554568" y="1515429"/>
            <a:ext cx="5175672" cy="886396"/>
          </a:xfrm>
        </p:spPr>
        <p:txBody>
          <a:bodyPr anchor="b"/>
          <a:lstStyle/>
          <a:p>
            <a:r>
              <a:rPr lang="en-GB"/>
              <a:t>Click to edit Master title style</a:t>
            </a:r>
            <a:endParaRPr lang="en-US"/>
          </a:p>
        </p:txBody>
      </p:sp>
      <p:sp>
        <p:nvSpPr>
          <p:cNvPr id="6" name="Picture Placeholder 5">
            <a:extLst>
              <a:ext uri="{FF2B5EF4-FFF2-40B4-BE49-F238E27FC236}">
                <a16:creationId xmlns:a16="http://schemas.microsoft.com/office/drawing/2014/main" id="{5783FD05-DB3B-FD57-46A5-ACA36397CBF3}"/>
              </a:ext>
            </a:extLst>
          </p:cNvPr>
          <p:cNvSpPr>
            <a:spLocks noGrp="1"/>
          </p:cNvSpPr>
          <p:nvPr>
            <p:ph type="pic" sz="quarter" idx="42"/>
          </p:nvPr>
        </p:nvSpPr>
        <p:spPr>
          <a:xfrm>
            <a:off x="6692901" y="0"/>
            <a:ext cx="5499100" cy="3429000"/>
          </a:xfrm>
          <a:solidFill>
            <a:schemeClr val="bg1">
              <a:lumMod val="95000"/>
            </a:schemeClr>
          </a:solidFill>
        </p:spPr>
        <p:txBody>
          <a:bodyPr anchor="ctr"/>
          <a:lstStyle>
            <a:lvl1pPr algn="ctr">
              <a:defRPr/>
            </a:lvl1pPr>
          </a:lstStyle>
          <a:p>
            <a:r>
              <a:rPr lang="en-GB"/>
              <a:t>Click icon to add picture</a:t>
            </a:r>
            <a:endParaRPr lang="en-US"/>
          </a:p>
        </p:txBody>
      </p:sp>
      <p:sp>
        <p:nvSpPr>
          <p:cNvPr id="7" name="Text Placeholder 3">
            <a:extLst>
              <a:ext uri="{FF2B5EF4-FFF2-40B4-BE49-F238E27FC236}">
                <a16:creationId xmlns:a16="http://schemas.microsoft.com/office/drawing/2014/main" id="{636E3600-1199-1547-D313-449C38319BD9}"/>
              </a:ext>
            </a:extLst>
          </p:cNvPr>
          <p:cNvSpPr>
            <a:spLocks noGrp="1"/>
          </p:cNvSpPr>
          <p:nvPr>
            <p:ph type="body" idx="43" hasCustomPrompt="1"/>
          </p:nvPr>
        </p:nvSpPr>
        <p:spPr>
          <a:xfrm>
            <a:off x="9689427" y="3998851"/>
            <a:ext cx="173125" cy="369332"/>
          </a:xfrm>
          <a:prstGeom prst="rect">
            <a:avLst/>
          </a:prstGeom>
        </p:spPr>
        <p:txBody>
          <a:bodyPr wrap="none" anchor="t">
            <a:spAutoFit/>
          </a:bodyPr>
          <a:lstStyle>
            <a:lvl1pPr marL="0" indent="0">
              <a:spcAft>
                <a:spcPts val="0"/>
              </a:spcAft>
              <a:buNone/>
              <a:defRPr sz="2400" b="1" i="0">
                <a:solidFill>
                  <a:schemeClr val="bg2"/>
                </a:solidFill>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a:t>
            </a:r>
            <a:endParaRPr lang="en-US"/>
          </a:p>
        </p:txBody>
      </p:sp>
      <p:sp>
        <p:nvSpPr>
          <p:cNvPr id="8" name="Text Placeholder 4">
            <a:extLst>
              <a:ext uri="{FF2B5EF4-FFF2-40B4-BE49-F238E27FC236}">
                <a16:creationId xmlns:a16="http://schemas.microsoft.com/office/drawing/2014/main" id="{3D84B231-1D63-35B5-7ECE-7094A7C3BD42}"/>
              </a:ext>
            </a:extLst>
          </p:cNvPr>
          <p:cNvSpPr>
            <a:spLocks noGrp="1"/>
          </p:cNvSpPr>
          <p:nvPr>
            <p:ph type="body" idx="44" hasCustomPrompt="1"/>
          </p:nvPr>
        </p:nvSpPr>
        <p:spPr>
          <a:xfrm>
            <a:off x="9689427" y="4456051"/>
            <a:ext cx="1953007" cy="822960"/>
          </a:xfrm>
          <a:prstGeom prst="rect">
            <a:avLst/>
          </a:prstGeom>
        </p:spPr>
        <p:txBody>
          <a:bodyPr anchor="t"/>
          <a:lstStyle>
            <a:lvl1pPr marL="0" indent="0">
              <a:lnSpc>
                <a:spcPct val="90000"/>
              </a:lnSpc>
              <a:spcAft>
                <a:spcPts val="0"/>
              </a:spcAft>
              <a:buNone/>
              <a:defRPr sz="1600" b="1" i="0">
                <a:latin typeface="Graphik Semibold" panose="020B0503030202060203" pitchFamily="34" charset="77"/>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Place headline here</a:t>
            </a:r>
          </a:p>
        </p:txBody>
      </p:sp>
    </p:spTree>
    <p:extLst>
      <p:ext uri="{BB962C8B-B14F-4D97-AF65-F5344CB8AC3E}">
        <p14:creationId xmlns:p14="http://schemas.microsoft.com/office/powerpoint/2010/main" val="895925855"/>
      </p:ext>
    </p:extLst>
  </p:cSld>
  <p:clrMapOvr>
    <a:masterClrMapping/>
  </p:clrMapOvr>
  <p:extLst>
    <p:ext uri="{DCECCB84-F9BA-43D5-87BE-67443E8EF086}">
      <p15:sldGuideLst xmlns:p15="http://schemas.microsoft.com/office/powerpoint/2012/main">
        <p15:guide id="1" orient="horz" pos="2775">
          <p15:clr>
            <a:srgbClr val="C35EA4"/>
          </p15:clr>
        </p15:guide>
        <p15:guide id="2" orient="horz" pos="699">
          <p15:clr>
            <a:srgbClr val="547EBF"/>
          </p15:clr>
        </p15:guide>
      </p15:sldGuideLst>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Content: text + spli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CADDCEF-8841-4D73-EAEB-25E159BD364A}"/>
              </a:ext>
            </a:extLst>
          </p:cNvPr>
          <p:cNvSpPr/>
          <p:nvPr userDrawn="1"/>
        </p:nvSpPr>
        <p:spPr>
          <a:xfrm>
            <a:off x="7839456" y="0"/>
            <a:ext cx="4352544" cy="68580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tIns="121920" bIns="121920" rtlCol="0" anchor="ctr"/>
          <a:lstStyle/>
          <a:p>
            <a:pPr algn="ctr"/>
            <a:endParaRPr lang="en-US" sz="2400" err="1"/>
          </a:p>
        </p:txBody>
      </p:sp>
      <p:sp>
        <p:nvSpPr>
          <p:cNvPr id="6" name="Title 2">
            <a:extLst>
              <a:ext uri="{FF2B5EF4-FFF2-40B4-BE49-F238E27FC236}">
                <a16:creationId xmlns:a16="http://schemas.microsoft.com/office/drawing/2014/main" id="{9596D82E-71B7-FF51-B8E9-B259B21B69EB}"/>
              </a:ext>
            </a:extLst>
          </p:cNvPr>
          <p:cNvSpPr>
            <a:spLocks noGrp="1"/>
          </p:cNvSpPr>
          <p:nvPr>
            <p:ph type="title"/>
          </p:nvPr>
        </p:nvSpPr>
        <p:spPr>
          <a:xfrm>
            <a:off x="556467" y="572600"/>
            <a:ext cx="6757704" cy="393954"/>
          </a:xfrm>
        </p:spPr>
        <p:txBody>
          <a:bodyPr/>
          <a:lstStyle/>
          <a:p>
            <a:r>
              <a:rPr lang="en-GB"/>
              <a:t>Click to edit Master title style</a:t>
            </a:r>
            <a:endParaRPr lang="en-US"/>
          </a:p>
        </p:txBody>
      </p:sp>
      <p:sp>
        <p:nvSpPr>
          <p:cNvPr id="15" name="Text Placeholder 47">
            <a:extLst>
              <a:ext uri="{FF2B5EF4-FFF2-40B4-BE49-F238E27FC236}">
                <a16:creationId xmlns:a16="http://schemas.microsoft.com/office/drawing/2014/main" id="{3269863B-5234-38BF-0D34-E538ACE4EA2B}"/>
              </a:ext>
            </a:extLst>
          </p:cNvPr>
          <p:cNvSpPr>
            <a:spLocks noGrp="1"/>
          </p:cNvSpPr>
          <p:nvPr>
            <p:ph type="body" sz="quarter" idx="28" hasCustomPrompt="1"/>
          </p:nvPr>
        </p:nvSpPr>
        <p:spPr>
          <a:xfrm>
            <a:off x="556468" y="2330533"/>
            <a:ext cx="3148429" cy="734935"/>
          </a:xfrm>
        </p:spPr>
        <p:txBody>
          <a:bodyPr/>
          <a:lstStyle>
            <a:lvl1pPr>
              <a:defRPr lang="en-US" sz="1200" b="0" kern="1200" dirty="0" smtClean="0">
                <a:solidFill>
                  <a:schemeClr val="tx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 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endParaRPr lang="en-AR"/>
          </a:p>
        </p:txBody>
      </p:sp>
      <p:sp>
        <p:nvSpPr>
          <p:cNvPr id="16" name="Text Placeholder 3a">
            <a:extLst>
              <a:ext uri="{FF2B5EF4-FFF2-40B4-BE49-F238E27FC236}">
                <a16:creationId xmlns:a16="http://schemas.microsoft.com/office/drawing/2014/main" id="{FAAE1576-C1B9-0E2B-83B0-F7C54B8589E8}"/>
              </a:ext>
            </a:extLst>
          </p:cNvPr>
          <p:cNvSpPr>
            <a:spLocks noGrp="1"/>
          </p:cNvSpPr>
          <p:nvPr>
            <p:ph type="body" idx="29" hasCustomPrompt="1"/>
          </p:nvPr>
        </p:nvSpPr>
        <p:spPr>
          <a:xfrm>
            <a:off x="556468" y="1887912"/>
            <a:ext cx="3148429" cy="256198"/>
          </a:xfrm>
          <a:prstGeom prst="rect">
            <a:avLst/>
          </a:prstGeom>
        </p:spPr>
        <p:txBody>
          <a:bodyPr anchor="t"/>
          <a:lstStyle>
            <a:lvl1pPr marL="0" indent="0">
              <a:lnSpc>
                <a:spcPct val="90000"/>
              </a:lnSpc>
              <a:spcAft>
                <a:spcPts val="0"/>
              </a:spcAft>
              <a:buNone/>
              <a:defRPr sz="1600" b="0" i="0">
                <a:solidFill>
                  <a:schemeClr val="bg2"/>
                </a:solidFill>
                <a:latin typeface="+mn-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
        <p:nvSpPr>
          <p:cNvPr id="17" name="Text Placeholder 47">
            <a:extLst>
              <a:ext uri="{FF2B5EF4-FFF2-40B4-BE49-F238E27FC236}">
                <a16:creationId xmlns:a16="http://schemas.microsoft.com/office/drawing/2014/main" id="{8ED52606-50DB-73E6-95EA-D88B274B22CD}"/>
              </a:ext>
            </a:extLst>
          </p:cNvPr>
          <p:cNvSpPr>
            <a:spLocks noGrp="1"/>
          </p:cNvSpPr>
          <p:nvPr>
            <p:ph type="body" sz="quarter" idx="30" hasCustomPrompt="1"/>
          </p:nvPr>
        </p:nvSpPr>
        <p:spPr>
          <a:xfrm>
            <a:off x="4135240" y="2330533"/>
            <a:ext cx="3148429" cy="734935"/>
          </a:xfrm>
        </p:spPr>
        <p:txBody>
          <a:bodyPr/>
          <a:lstStyle>
            <a:lvl1pPr>
              <a:defRPr lang="en-US" sz="1200" b="0" kern="1200" dirty="0" smtClean="0">
                <a:solidFill>
                  <a:schemeClr val="tx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 Lorem ipsum dolor sit </a:t>
            </a:r>
            <a:r>
              <a:rPr lang="en-US" err="1"/>
              <a:t>amet</a:t>
            </a:r>
            <a:r>
              <a:rPr lang="en-US"/>
              <a:t>, </a:t>
            </a:r>
            <a:r>
              <a:rPr lang="en-US" err="1"/>
              <a:t>consectetur</a:t>
            </a:r>
            <a:r>
              <a:rPr lang="en-US"/>
              <a:t> </a:t>
            </a:r>
            <a:r>
              <a:rPr lang="en-US" err="1"/>
              <a:t>adipiscing</a:t>
            </a:r>
            <a:r>
              <a:rPr lang="en-US"/>
              <a:t> </a:t>
            </a:r>
            <a:r>
              <a:rPr lang="en-US" err="1"/>
              <a:t>elit</a:t>
            </a:r>
            <a:r>
              <a:rPr lang="en-US"/>
              <a:t>.</a:t>
            </a:r>
            <a:endParaRPr lang="en-AR"/>
          </a:p>
        </p:txBody>
      </p:sp>
      <p:sp>
        <p:nvSpPr>
          <p:cNvPr id="18" name="Text Placeholder 3a">
            <a:extLst>
              <a:ext uri="{FF2B5EF4-FFF2-40B4-BE49-F238E27FC236}">
                <a16:creationId xmlns:a16="http://schemas.microsoft.com/office/drawing/2014/main" id="{AA248D68-4226-2C8B-DAF1-EBBE3A60A940}"/>
              </a:ext>
            </a:extLst>
          </p:cNvPr>
          <p:cNvSpPr>
            <a:spLocks noGrp="1"/>
          </p:cNvSpPr>
          <p:nvPr>
            <p:ph type="body" idx="31" hasCustomPrompt="1"/>
          </p:nvPr>
        </p:nvSpPr>
        <p:spPr>
          <a:xfrm>
            <a:off x="4135240" y="1887912"/>
            <a:ext cx="3148429" cy="256198"/>
          </a:xfrm>
          <a:prstGeom prst="rect">
            <a:avLst/>
          </a:prstGeom>
        </p:spPr>
        <p:txBody>
          <a:bodyPr anchor="t"/>
          <a:lstStyle>
            <a:lvl1pPr marL="0" indent="0">
              <a:lnSpc>
                <a:spcPct val="90000"/>
              </a:lnSpc>
              <a:spcAft>
                <a:spcPts val="0"/>
              </a:spcAft>
              <a:buNone/>
              <a:defRPr sz="1600" b="0" i="0">
                <a:solidFill>
                  <a:schemeClr val="bg2"/>
                </a:solidFill>
                <a:latin typeface="+mn-lt"/>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Text here</a:t>
            </a:r>
          </a:p>
        </p:txBody>
      </p:sp>
      <p:sp>
        <p:nvSpPr>
          <p:cNvPr id="3" name="copyright">
            <a:extLst>
              <a:ext uri="{FF2B5EF4-FFF2-40B4-BE49-F238E27FC236}">
                <a16:creationId xmlns:a16="http://schemas.microsoft.com/office/drawing/2014/main" id="{1BFF566D-EEFC-0454-54B0-66CBAB8DA700}"/>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7" name="slide number automatic">
            <a:extLst>
              <a:ext uri="{FF2B5EF4-FFF2-40B4-BE49-F238E27FC236}">
                <a16:creationId xmlns:a16="http://schemas.microsoft.com/office/drawing/2014/main" id="{B0F19C31-6554-B271-0340-EE09C970123A}"/>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Tree>
    <p:extLst>
      <p:ext uri="{BB962C8B-B14F-4D97-AF65-F5344CB8AC3E}">
        <p14:creationId xmlns:p14="http://schemas.microsoft.com/office/powerpoint/2010/main" val="2255828541"/>
      </p:ext>
    </p:extLst>
  </p:cSld>
  <p:clrMapOvr>
    <a:masterClrMapping/>
  </p:clrMapOvr>
  <p:extLst>
    <p:ext uri="{DCECCB84-F9BA-43D5-87BE-67443E8EF086}">
      <p15:sldGuideLst xmlns:p15="http://schemas.microsoft.com/office/powerpoint/2012/main">
        <p15:guide id="1" orient="horz" pos="3249">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Content: 1 column + split">
    <p:spTree>
      <p:nvGrpSpPr>
        <p:cNvPr id="1" name=""/>
        <p:cNvGrpSpPr/>
        <p:nvPr/>
      </p:nvGrpSpPr>
      <p:grpSpPr>
        <a:xfrm>
          <a:off x="0" y="0"/>
          <a:ext cx="0" cy="0"/>
          <a:chOff x="0" y="0"/>
          <a:chExt cx="0" cy="0"/>
        </a:xfrm>
      </p:grpSpPr>
      <p:sp>
        <p:nvSpPr>
          <p:cNvPr id="7" name="Content Placeholder 4">
            <a:extLst>
              <a:ext uri="{FF2B5EF4-FFF2-40B4-BE49-F238E27FC236}">
                <a16:creationId xmlns:a16="http://schemas.microsoft.com/office/drawing/2014/main" id="{9917C584-C28F-B584-7B0F-55FA025AE20A}"/>
              </a:ext>
            </a:extLst>
          </p:cNvPr>
          <p:cNvSpPr>
            <a:spLocks noGrp="1"/>
          </p:cNvSpPr>
          <p:nvPr>
            <p:ph sz="half" idx="23" hasCustomPrompt="1"/>
          </p:nvPr>
        </p:nvSpPr>
        <p:spPr>
          <a:xfrm>
            <a:off x="563411" y="1871331"/>
            <a:ext cx="6898434" cy="4258007"/>
          </a:xfrm>
          <a:prstGeom prst="rect">
            <a:avLst/>
          </a:prstGeom>
        </p:spPr>
        <p:txBody>
          <a:bodyPr/>
          <a:lstStyle>
            <a:lvl1pPr>
              <a:spcAft>
                <a:spcPts val="600"/>
              </a:spcAft>
              <a:defRPr sz="1400" b="0" i="0">
                <a:latin typeface="Graphik" panose="020B0503030202060203" pitchFamily="34" charset="77"/>
              </a:defRPr>
            </a:lvl1pPr>
            <a:lvl2pPr>
              <a:spcAft>
                <a:spcPts val="600"/>
              </a:spcAft>
              <a:defRPr sz="1400" b="0" i="0">
                <a:latin typeface="Graphik" panose="020B0503030202060203" pitchFamily="34" charset="77"/>
              </a:defRPr>
            </a:lvl2pPr>
            <a:lvl3pPr>
              <a:spcAft>
                <a:spcPts val="600"/>
              </a:spcAft>
              <a:defRPr sz="1400" b="0" i="0">
                <a:latin typeface="Graphik" panose="020B0503030202060203" pitchFamily="34" charset="77"/>
              </a:defRPr>
            </a:lvl3pPr>
            <a:lvl4pPr>
              <a:spcAft>
                <a:spcPts val="600"/>
              </a:spcAft>
              <a:defRPr sz="1200" b="0" i="0">
                <a:latin typeface="Graphik" panose="020B0503030202060203" pitchFamily="34" charset="77"/>
              </a:defRPr>
            </a:lvl4pPr>
            <a:lvl5pPr>
              <a:spcAft>
                <a:spcPts val="600"/>
              </a:spcAft>
              <a:defRPr sz="1200" b="0" i="0">
                <a:latin typeface="Graphik" panose="020B0503030202060203" pitchFamily="34" charset="77"/>
              </a:defRPr>
            </a:lvl5pPr>
            <a:lvl6pPr>
              <a:defRPr sz="1100" b="0" i="0">
                <a:latin typeface="Graphik" panose="020B0503030202060203" pitchFamily="34" charset="77"/>
              </a:defRPr>
            </a:lvl6pPr>
          </a:lstStyle>
          <a:p>
            <a:pPr lvl="0"/>
            <a:r>
              <a:rPr lang="en-US"/>
              <a:t>Place text here</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2" name="Rectangle 1">
            <a:extLst>
              <a:ext uri="{FF2B5EF4-FFF2-40B4-BE49-F238E27FC236}">
                <a16:creationId xmlns:a16="http://schemas.microsoft.com/office/drawing/2014/main" id="{7CADDCEF-8841-4D73-EAEB-25E159BD364A}"/>
              </a:ext>
            </a:extLst>
          </p:cNvPr>
          <p:cNvSpPr/>
          <p:nvPr userDrawn="1"/>
        </p:nvSpPr>
        <p:spPr>
          <a:xfrm>
            <a:off x="7839456" y="0"/>
            <a:ext cx="4352544" cy="68580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tIns="121920" bIns="121920" rtlCol="0" anchor="ctr"/>
          <a:lstStyle/>
          <a:p>
            <a:pPr algn="ctr"/>
            <a:endParaRPr lang="en-US" sz="2400" err="1"/>
          </a:p>
        </p:txBody>
      </p:sp>
      <p:sp>
        <p:nvSpPr>
          <p:cNvPr id="8" name="Title 2">
            <a:extLst>
              <a:ext uri="{FF2B5EF4-FFF2-40B4-BE49-F238E27FC236}">
                <a16:creationId xmlns:a16="http://schemas.microsoft.com/office/drawing/2014/main" id="{5D3D732C-3732-CD02-EAC3-668BD05D5AF0}"/>
              </a:ext>
            </a:extLst>
          </p:cNvPr>
          <p:cNvSpPr>
            <a:spLocks noGrp="1"/>
          </p:cNvSpPr>
          <p:nvPr>
            <p:ph type="title"/>
          </p:nvPr>
        </p:nvSpPr>
        <p:spPr>
          <a:xfrm>
            <a:off x="556467" y="572600"/>
            <a:ext cx="6898434" cy="393954"/>
          </a:xfrm>
        </p:spPr>
        <p:txBody>
          <a:bodyPr/>
          <a:lstStyle/>
          <a:p>
            <a:r>
              <a:rPr lang="en-GB"/>
              <a:t>Click to edit Master title style</a:t>
            </a:r>
            <a:endParaRPr lang="en-US"/>
          </a:p>
        </p:txBody>
      </p:sp>
      <p:sp>
        <p:nvSpPr>
          <p:cNvPr id="3" name="Text Placeholder 47">
            <a:extLst>
              <a:ext uri="{FF2B5EF4-FFF2-40B4-BE49-F238E27FC236}">
                <a16:creationId xmlns:a16="http://schemas.microsoft.com/office/drawing/2014/main" id="{48660C5F-04AB-D437-8D1D-398DD42B6654}"/>
              </a:ext>
            </a:extLst>
          </p:cNvPr>
          <p:cNvSpPr>
            <a:spLocks noGrp="1"/>
          </p:cNvSpPr>
          <p:nvPr>
            <p:ph type="body" sz="quarter" idx="28" hasCustomPrompt="1"/>
          </p:nvPr>
        </p:nvSpPr>
        <p:spPr>
          <a:xfrm>
            <a:off x="8492709" y="2254789"/>
            <a:ext cx="3148429" cy="399921"/>
          </a:xfrm>
        </p:spPr>
        <p:txBody>
          <a:bodyPr/>
          <a:lstStyle>
            <a:lvl1pPr>
              <a:defRPr lang="en-US" sz="1600" b="0" kern="1200" dirty="0" smtClean="0">
                <a:solidFill>
                  <a:schemeClr val="bg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a:t>
            </a:r>
            <a:endParaRPr lang="en-AR"/>
          </a:p>
        </p:txBody>
      </p:sp>
      <p:sp>
        <p:nvSpPr>
          <p:cNvPr id="9" name="Text Placeholder 47">
            <a:extLst>
              <a:ext uri="{FF2B5EF4-FFF2-40B4-BE49-F238E27FC236}">
                <a16:creationId xmlns:a16="http://schemas.microsoft.com/office/drawing/2014/main" id="{87445057-4F7B-3130-60F5-D78783A22201}"/>
              </a:ext>
            </a:extLst>
          </p:cNvPr>
          <p:cNvSpPr>
            <a:spLocks noGrp="1"/>
          </p:cNvSpPr>
          <p:nvPr>
            <p:ph type="body" sz="quarter" idx="29" hasCustomPrompt="1"/>
          </p:nvPr>
        </p:nvSpPr>
        <p:spPr>
          <a:xfrm>
            <a:off x="8492709" y="3223267"/>
            <a:ext cx="3148429" cy="399921"/>
          </a:xfrm>
        </p:spPr>
        <p:txBody>
          <a:bodyPr/>
          <a:lstStyle>
            <a:lvl1pPr>
              <a:defRPr lang="en-US" sz="1600" b="0" kern="1200" dirty="0" smtClean="0">
                <a:solidFill>
                  <a:schemeClr val="bg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a:t>
            </a:r>
            <a:endParaRPr lang="en-AR"/>
          </a:p>
        </p:txBody>
      </p:sp>
      <p:sp>
        <p:nvSpPr>
          <p:cNvPr id="10" name="Text Placeholder 47">
            <a:extLst>
              <a:ext uri="{FF2B5EF4-FFF2-40B4-BE49-F238E27FC236}">
                <a16:creationId xmlns:a16="http://schemas.microsoft.com/office/drawing/2014/main" id="{7153D109-A742-E656-63F7-1203E6EBAA15}"/>
              </a:ext>
            </a:extLst>
          </p:cNvPr>
          <p:cNvSpPr>
            <a:spLocks noGrp="1"/>
          </p:cNvSpPr>
          <p:nvPr>
            <p:ph type="body" sz="quarter" idx="30" hasCustomPrompt="1"/>
          </p:nvPr>
        </p:nvSpPr>
        <p:spPr>
          <a:xfrm>
            <a:off x="8492709" y="4191745"/>
            <a:ext cx="3148429" cy="399921"/>
          </a:xfrm>
        </p:spPr>
        <p:txBody>
          <a:bodyPr/>
          <a:lstStyle>
            <a:lvl1pPr>
              <a:defRPr lang="en-US" sz="1600" b="0" kern="1200" dirty="0" smtClean="0">
                <a:solidFill>
                  <a:schemeClr val="bg1"/>
                </a:solidFill>
                <a:latin typeface="+mn-lt"/>
                <a:ea typeface="+mn-ea"/>
                <a:cs typeface="+mn-cs"/>
              </a:defRPr>
            </a:lvl1pPr>
            <a:lvl2pPr>
              <a:defRPr lang="en-US" sz="1400" b="0" kern="1200" dirty="0" smtClean="0">
                <a:solidFill>
                  <a:schemeClr val="tx1"/>
                </a:solidFill>
                <a:latin typeface="+mn-lt"/>
                <a:ea typeface="+mn-ea"/>
                <a:cs typeface="+mn-cs"/>
              </a:defRPr>
            </a:lvl2pPr>
            <a:lvl3pPr>
              <a:defRPr/>
            </a:lvl3pPr>
            <a:lvl4pPr>
              <a:defRPr/>
            </a:lvl4pPr>
            <a:lvl5pPr>
              <a:defRPr/>
            </a:lvl5pPr>
          </a:lstStyle>
          <a:p>
            <a:pPr lvl="0"/>
            <a:r>
              <a:rPr lang="en-US"/>
              <a:t>Click to edit Master text styles.</a:t>
            </a:r>
            <a:endParaRPr lang="en-AR"/>
          </a:p>
        </p:txBody>
      </p:sp>
      <p:sp>
        <p:nvSpPr>
          <p:cNvPr id="6" name="copyright">
            <a:extLst>
              <a:ext uri="{FF2B5EF4-FFF2-40B4-BE49-F238E27FC236}">
                <a16:creationId xmlns:a16="http://schemas.microsoft.com/office/drawing/2014/main" id="{C773503D-16B0-06FF-353B-F4C73BE165A6}"/>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11" name="slide number automatic">
            <a:extLst>
              <a:ext uri="{FF2B5EF4-FFF2-40B4-BE49-F238E27FC236}">
                <a16:creationId xmlns:a16="http://schemas.microsoft.com/office/drawing/2014/main" id="{922D4837-A73E-8289-1E8F-AD0D5C3080D2}"/>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Tree>
    <p:extLst>
      <p:ext uri="{BB962C8B-B14F-4D97-AF65-F5344CB8AC3E}">
        <p14:creationId xmlns:p14="http://schemas.microsoft.com/office/powerpoint/2010/main" val="892450881"/>
      </p:ext>
    </p:extLst>
  </p:cSld>
  <p:clrMapOvr>
    <a:masterClrMapping/>
  </p:clrMapOvr>
  <p:extLst>
    <p:ext uri="{DCECCB84-F9BA-43D5-87BE-67443E8EF086}">
      <p15:sldGuideLst xmlns:p15="http://schemas.microsoft.com/office/powerpoint/2012/main"/>
    </p:ext>
  </p:extLst>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Quote: image + white mode">
    <p:bg>
      <p:bgPr>
        <a:solidFill>
          <a:schemeClr val="bg1"/>
        </a:solidFill>
        <a:effectLst/>
      </p:bgPr>
    </p:bg>
    <p:spTree>
      <p:nvGrpSpPr>
        <p:cNvPr id="1" name=""/>
        <p:cNvGrpSpPr/>
        <p:nvPr/>
      </p:nvGrpSpPr>
      <p:grpSpPr>
        <a:xfrm>
          <a:off x="0" y="0"/>
          <a:ext cx="0" cy="0"/>
          <a:chOff x="0" y="0"/>
          <a:chExt cx="0" cy="0"/>
        </a:xfrm>
      </p:grpSpPr>
      <p:sp>
        <p:nvSpPr>
          <p:cNvPr id="5" name="Picture Placeholder 10">
            <a:extLst>
              <a:ext uri="{FF2B5EF4-FFF2-40B4-BE49-F238E27FC236}">
                <a16:creationId xmlns:a16="http://schemas.microsoft.com/office/drawing/2014/main" id="{85F087B1-CDA4-427D-C33A-06F752C0B04F}"/>
              </a:ext>
            </a:extLst>
          </p:cNvPr>
          <p:cNvSpPr>
            <a:spLocks noGrp="1" noChangeAspect="1"/>
          </p:cNvSpPr>
          <p:nvPr>
            <p:ph type="pic" sz="quarter" idx="16"/>
          </p:nvPr>
        </p:nvSpPr>
        <p:spPr>
          <a:xfrm>
            <a:off x="6099351" y="549276"/>
            <a:ext cx="6091200" cy="5759450"/>
          </a:xfrm>
          <a:solidFill>
            <a:schemeClr val="bg1">
              <a:lumMod val="95000"/>
            </a:schemeClr>
          </a:solidFill>
        </p:spPr>
        <p:txBody>
          <a:bodyPr anchor="ctr"/>
          <a:lstStyle>
            <a:lvl1pPr algn="ctr">
              <a:defRPr>
                <a:solidFill>
                  <a:schemeClr val="tx1"/>
                </a:solidFill>
              </a:defRPr>
            </a:lvl1pPr>
          </a:lstStyle>
          <a:p>
            <a:r>
              <a:rPr lang="en-GB"/>
              <a:t>Click icon to add picture</a:t>
            </a:r>
            <a:endParaRPr lang="en-US"/>
          </a:p>
        </p:txBody>
      </p:sp>
      <p:sp>
        <p:nvSpPr>
          <p:cNvPr id="2" name="Title 1">
            <a:extLst>
              <a:ext uri="{FF2B5EF4-FFF2-40B4-BE49-F238E27FC236}">
                <a16:creationId xmlns:a16="http://schemas.microsoft.com/office/drawing/2014/main" id="{1A550722-1BF3-D08F-D5F2-F357EE4FD5A8}"/>
              </a:ext>
            </a:extLst>
          </p:cNvPr>
          <p:cNvSpPr>
            <a:spLocks noGrp="1"/>
          </p:cNvSpPr>
          <p:nvPr>
            <p:ph type="title" hasCustomPrompt="1"/>
          </p:nvPr>
        </p:nvSpPr>
        <p:spPr>
          <a:xfrm>
            <a:off x="1163638" y="3033307"/>
            <a:ext cx="4489017" cy="398699"/>
          </a:xfrm>
          <a:prstGeom prst="rect">
            <a:avLst/>
          </a:prstGeom>
        </p:spPr>
        <p:txBody>
          <a:bodyPr anchor="ctr"/>
          <a:lstStyle>
            <a:lvl1pPr>
              <a:lnSpc>
                <a:spcPct val="100000"/>
              </a:lnSpc>
              <a:defRPr lang="en-US" sz="3200" b="0" i="0" kern="1200">
                <a:solidFill>
                  <a:schemeClr val="tx1"/>
                </a:solidFill>
                <a:latin typeface="GT Sectra Fine Rg" pitchFamily="2" charset="77"/>
                <a:ea typeface="+mj-ea"/>
                <a:cs typeface="+mj-cs"/>
              </a:defRPr>
            </a:lvl1pPr>
          </a:lstStyle>
          <a:p>
            <a:pPr marL="0" lvl="0" indent="0" algn="l" defTabSz="914377" rtl="0" eaLnBrk="1" latinLnBrk="0" hangingPunct="1">
              <a:lnSpc>
                <a:spcPct val="80000"/>
              </a:lnSpc>
              <a:spcBef>
                <a:spcPct val="0"/>
              </a:spcBef>
              <a:spcAft>
                <a:spcPts val="0"/>
              </a:spcAft>
              <a:buFont typeface="Arial" panose="020B0604020202020204" pitchFamily="34" charset="0"/>
              <a:buNone/>
            </a:pPr>
            <a:r>
              <a:rPr lang="en-US"/>
              <a:t>Place quote here</a:t>
            </a:r>
          </a:p>
        </p:txBody>
      </p:sp>
    </p:spTree>
    <p:extLst>
      <p:ext uri="{BB962C8B-B14F-4D97-AF65-F5344CB8AC3E}">
        <p14:creationId xmlns:p14="http://schemas.microsoft.com/office/powerpoint/2010/main" val="112322202"/>
      </p:ext>
    </p:extLst>
  </p:cSld>
  <p:clrMapOvr>
    <a:masterClrMapping/>
  </p:clrMapOvr>
  <p:extLst>
    <p:ext uri="{DCECCB84-F9BA-43D5-87BE-67443E8EF086}">
      <p15:sldGuideLst xmlns:p15="http://schemas.microsoft.com/office/powerpoint/2012/main"/>
    </p:ext>
  </p:extLst>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Quote: image + dark mode">
    <p:bg>
      <p:bgPr>
        <a:solidFill>
          <a:srgbClr val="000000"/>
        </a:solidFill>
        <a:effectLst/>
      </p:bgPr>
    </p:bg>
    <p:spTree>
      <p:nvGrpSpPr>
        <p:cNvPr id="1" name=""/>
        <p:cNvGrpSpPr/>
        <p:nvPr/>
      </p:nvGrpSpPr>
      <p:grpSpPr>
        <a:xfrm>
          <a:off x="0" y="0"/>
          <a:ext cx="0" cy="0"/>
          <a:chOff x="0" y="0"/>
          <a:chExt cx="0" cy="0"/>
        </a:xfrm>
      </p:grpSpPr>
      <p:sp>
        <p:nvSpPr>
          <p:cNvPr id="5" name="Picture Placeholder 10">
            <a:extLst>
              <a:ext uri="{FF2B5EF4-FFF2-40B4-BE49-F238E27FC236}">
                <a16:creationId xmlns:a16="http://schemas.microsoft.com/office/drawing/2014/main" id="{85F087B1-CDA4-427D-C33A-06F752C0B04F}"/>
              </a:ext>
            </a:extLst>
          </p:cNvPr>
          <p:cNvSpPr>
            <a:spLocks noGrp="1" noChangeAspect="1"/>
          </p:cNvSpPr>
          <p:nvPr>
            <p:ph type="pic" sz="quarter" idx="16"/>
          </p:nvPr>
        </p:nvSpPr>
        <p:spPr>
          <a:xfrm>
            <a:off x="6099351" y="549276"/>
            <a:ext cx="6091200" cy="5759450"/>
          </a:xfrm>
        </p:spPr>
        <p:txBody>
          <a:bodyPr anchor="ctr"/>
          <a:lstStyle>
            <a:lvl1pPr algn="ctr">
              <a:defRPr/>
            </a:lvl1pPr>
          </a:lstStyle>
          <a:p>
            <a:r>
              <a:rPr lang="en-GB"/>
              <a:t>Click icon to add picture</a:t>
            </a:r>
            <a:endParaRPr lang="en-US"/>
          </a:p>
        </p:txBody>
      </p:sp>
      <p:sp>
        <p:nvSpPr>
          <p:cNvPr id="9" name="GTS_WH">
            <a:extLst>
              <a:ext uri="{FF2B5EF4-FFF2-40B4-BE49-F238E27FC236}">
                <a16:creationId xmlns:a16="http://schemas.microsoft.com/office/drawing/2014/main" id="{8DE35BA1-021B-C8B8-EEDE-464FB3F9F466}"/>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2" name="Title 1">
            <a:extLst>
              <a:ext uri="{FF2B5EF4-FFF2-40B4-BE49-F238E27FC236}">
                <a16:creationId xmlns:a16="http://schemas.microsoft.com/office/drawing/2014/main" id="{4D0BE08F-518C-6621-8CFD-4A6B4150BC57}"/>
              </a:ext>
            </a:extLst>
          </p:cNvPr>
          <p:cNvSpPr>
            <a:spLocks noGrp="1"/>
          </p:cNvSpPr>
          <p:nvPr>
            <p:ph type="title" hasCustomPrompt="1"/>
          </p:nvPr>
        </p:nvSpPr>
        <p:spPr>
          <a:xfrm>
            <a:off x="1163638" y="1244185"/>
            <a:ext cx="4489017" cy="3976944"/>
          </a:xfrm>
          <a:prstGeom prst="rect">
            <a:avLst/>
          </a:prstGeom>
        </p:spPr>
        <p:txBody>
          <a:bodyPr anchor="ctr"/>
          <a:lstStyle>
            <a:lvl1pPr>
              <a:lnSpc>
                <a:spcPct val="100000"/>
              </a:lnSpc>
              <a:defRPr lang="en-US" sz="3200" b="0" i="0" kern="1200">
                <a:solidFill>
                  <a:schemeClr val="bg1"/>
                </a:solidFill>
                <a:latin typeface="GT Sectra Fine Rg" pitchFamily="2" charset="77"/>
                <a:ea typeface="+mj-ea"/>
                <a:cs typeface="+mj-cs"/>
              </a:defRPr>
            </a:lvl1pPr>
          </a:lstStyle>
          <a:p>
            <a:pPr marL="0" lvl="0" indent="0" algn="l" defTabSz="914377" rtl="0" eaLnBrk="1" latinLnBrk="0" hangingPunct="1">
              <a:lnSpc>
                <a:spcPct val="80000"/>
              </a:lnSpc>
              <a:spcBef>
                <a:spcPct val="0"/>
              </a:spcBef>
              <a:spcAft>
                <a:spcPts val="0"/>
              </a:spcAft>
              <a:buFont typeface="Arial" panose="020B0604020202020204" pitchFamily="34" charset="0"/>
              <a:buNone/>
            </a:pPr>
            <a:r>
              <a:rPr lang="en-US"/>
              <a:t>Place quote here</a:t>
            </a:r>
          </a:p>
        </p:txBody>
      </p:sp>
      <p:sp>
        <p:nvSpPr>
          <p:cNvPr id="3" name="copyright">
            <a:extLst>
              <a:ext uri="{FF2B5EF4-FFF2-40B4-BE49-F238E27FC236}">
                <a16:creationId xmlns:a16="http://schemas.microsoft.com/office/drawing/2014/main" id="{CDD1F25F-57C8-B39C-4928-D5758551C5BE}"/>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4" name="slide number automatic">
            <a:extLst>
              <a:ext uri="{FF2B5EF4-FFF2-40B4-BE49-F238E27FC236}">
                <a16:creationId xmlns:a16="http://schemas.microsoft.com/office/drawing/2014/main" id="{65E3D15D-8C37-9915-8ED3-632625C6F4D2}"/>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Tree>
    <p:extLst>
      <p:ext uri="{BB962C8B-B14F-4D97-AF65-F5344CB8AC3E}">
        <p14:creationId xmlns:p14="http://schemas.microsoft.com/office/powerpoint/2010/main" val="2591205097"/>
      </p:ext>
    </p:extLst>
  </p:cSld>
  <p:clrMapOvr>
    <a:masterClrMapping/>
  </p:clrMapOvr>
  <p:extLst>
    <p:ext uri="{DCECCB84-F9BA-43D5-87BE-67443E8EF086}">
      <p15:sldGuideLst xmlns:p15="http://schemas.microsoft.com/office/powerpoint/2012/main"/>
    </p:ext>
  </p:extLst>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Quote: image + gradient">
    <p:spTree>
      <p:nvGrpSpPr>
        <p:cNvPr id="1" name=""/>
        <p:cNvGrpSpPr/>
        <p:nvPr/>
      </p:nvGrpSpPr>
      <p:grpSpPr>
        <a:xfrm>
          <a:off x="0" y="0"/>
          <a:ext cx="0" cy="0"/>
          <a:chOff x="0" y="0"/>
          <a:chExt cx="0" cy="0"/>
        </a:xfrm>
      </p:grpSpPr>
      <p:pic>
        <p:nvPicPr>
          <p:cNvPr id="4" name="Picture 3" descr="A purple and white blurry background&#10;&#10;AI-generated content may be incorrect.">
            <a:extLst>
              <a:ext uri="{FF2B5EF4-FFF2-40B4-BE49-F238E27FC236}">
                <a16:creationId xmlns:a16="http://schemas.microsoft.com/office/drawing/2014/main" id="{A383F73A-0DDB-6544-ADBF-6FC2D5357A94}"/>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5400000">
            <a:off x="2665522" y="-2667001"/>
            <a:ext cx="6857998" cy="12192000"/>
          </a:xfrm>
          <a:prstGeom prst="rect">
            <a:avLst/>
          </a:prstGeom>
        </p:spPr>
      </p:pic>
      <p:sp>
        <p:nvSpPr>
          <p:cNvPr id="11" name="Picture Placeholder 10">
            <a:extLst>
              <a:ext uri="{FF2B5EF4-FFF2-40B4-BE49-F238E27FC236}">
                <a16:creationId xmlns:a16="http://schemas.microsoft.com/office/drawing/2014/main" id="{C176B75E-8527-3123-1BF5-5C5B849F38C1}"/>
              </a:ext>
            </a:extLst>
          </p:cNvPr>
          <p:cNvSpPr>
            <a:spLocks noGrp="1" noChangeAspect="1"/>
          </p:cNvSpPr>
          <p:nvPr>
            <p:ph type="pic" sz="quarter" idx="16"/>
          </p:nvPr>
        </p:nvSpPr>
        <p:spPr>
          <a:xfrm>
            <a:off x="6103368" y="549275"/>
            <a:ext cx="6092648" cy="5759450"/>
          </a:xfrm>
        </p:spPr>
        <p:txBody>
          <a:bodyPr anchor="ctr"/>
          <a:lstStyle>
            <a:lvl1pPr algn="ctr">
              <a:defRPr/>
            </a:lvl1pPr>
          </a:lstStyle>
          <a:p>
            <a:r>
              <a:rPr lang="en-GB"/>
              <a:t>Click icon to add picture</a:t>
            </a:r>
            <a:endParaRPr lang="en-US"/>
          </a:p>
        </p:txBody>
      </p:sp>
      <p:sp>
        <p:nvSpPr>
          <p:cNvPr id="9" name="GTS_WH">
            <a:extLst>
              <a:ext uri="{FF2B5EF4-FFF2-40B4-BE49-F238E27FC236}">
                <a16:creationId xmlns:a16="http://schemas.microsoft.com/office/drawing/2014/main" id="{8DE35BA1-021B-C8B8-EEDE-464FB3F9F4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3" name="copyright">
            <a:extLst>
              <a:ext uri="{FF2B5EF4-FFF2-40B4-BE49-F238E27FC236}">
                <a16:creationId xmlns:a16="http://schemas.microsoft.com/office/drawing/2014/main" id="{9A332159-0514-2C2D-4B40-662BCE968BE7}"/>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5" name="slide number automatic">
            <a:extLst>
              <a:ext uri="{FF2B5EF4-FFF2-40B4-BE49-F238E27FC236}">
                <a16:creationId xmlns:a16="http://schemas.microsoft.com/office/drawing/2014/main" id="{2250694F-F294-16BF-824E-C65B31D78242}"/>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
        <p:nvSpPr>
          <p:cNvPr id="2" name="Title 1">
            <a:extLst>
              <a:ext uri="{FF2B5EF4-FFF2-40B4-BE49-F238E27FC236}">
                <a16:creationId xmlns:a16="http://schemas.microsoft.com/office/drawing/2014/main" id="{0B7292A3-796A-5092-2636-A42C4142BA0C}"/>
              </a:ext>
            </a:extLst>
          </p:cNvPr>
          <p:cNvSpPr>
            <a:spLocks noGrp="1"/>
          </p:cNvSpPr>
          <p:nvPr>
            <p:ph type="title" hasCustomPrompt="1"/>
          </p:nvPr>
        </p:nvSpPr>
        <p:spPr>
          <a:xfrm>
            <a:off x="1163638" y="1319135"/>
            <a:ext cx="4489017" cy="3827044"/>
          </a:xfrm>
          <a:prstGeom prst="rect">
            <a:avLst/>
          </a:prstGeom>
        </p:spPr>
        <p:txBody>
          <a:bodyPr anchor="ctr"/>
          <a:lstStyle>
            <a:lvl1pPr>
              <a:lnSpc>
                <a:spcPct val="100000"/>
              </a:lnSpc>
              <a:defRPr lang="en-US" sz="3200" b="0" i="0" kern="1200">
                <a:solidFill>
                  <a:schemeClr val="bg1"/>
                </a:solidFill>
                <a:latin typeface="GT Sectra Fine Rg" pitchFamily="2" charset="77"/>
                <a:ea typeface="+mj-ea"/>
                <a:cs typeface="+mj-cs"/>
              </a:defRPr>
            </a:lvl1pPr>
          </a:lstStyle>
          <a:p>
            <a:pPr marL="0" lvl="0" indent="0" algn="l" defTabSz="914377" rtl="0" eaLnBrk="1" latinLnBrk="0" hangingPunct="1">
              <a:lnSpc>
                <a:spcPct val="80000"/>
              </a:lnSpc>
              <a:spcBef>
                <a:spcPct val="0"/>
              </a:spcBef>
              <a:spcAft>
                <a:spcPts val="0"/>
              </a:spcAft>
              <a:buFont typeface="Arial" panose="020B0604020202020204" pitchFamily="34" charset="0"/>
              <a:buNone/>
            </a:pPr>
            <a:r>
              <a:rPr lang="en-US"/>
              <a:t>Place quote here</a:t>
            </a:r>
          </a:p>
        </p:txBody>
      </p:sp>
    </p:spTree>
    <p:extLst>
      <p:ext uri="{BB962C8B-B14F-4D97-AF65-F5344CB8AC3E}">
        <p14:creationId xmlns:p14="http://schemas.microsoft.com/office/powerpoint/2010/main" val="2272842032"/>
      </p:ext>
    </p:extLst>
  </p:cSld>
  <p:clrMapOvr>
    <a:masterClrMapping/>
  </p:clrMapOvr>
  <p:extLst>
    <p:ext uri="{DCECCB84-F9BA-43D5-87BE-67443E8EF086}">
      <p15:sldGuideLst xmlns:p15="http://schemas.microsoft.com/office/powerpoint/2012/main"/>
    </p:ext>
  </p:extLst>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Content: key message + image, light mo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394B85-B39D-4BE7-A334-787162CB4A41}"/>
              </a:ext>
            </a:extLst>
          </p:cNvPr>
          <p:cNvSpPr>
            <a:spLocks noGrp="1"/>
          </p:cNvSpPr>
          <p:nvPr>
            <p:ph type="title" hasCustomPrompt="1"/>
          </p:nvPr>
        </p:nvSpPr>
        <p:spPr>
          <a:xfrm>
            <a:off x="554568" y="2838703"/>
            <a:ext cx="5098087" cy="787908"/>
          </a:xfrm>
          <a:prstGeom prst="rect">
            <a:avLst/>
          </a:prstGeom>
        </p:spPr>
        <p:txBody>
          <a:bodyPr anchor="ctr"/>
          <a:lstStyle>
            <a:lvl1pPr>
              <a:defRPr sz="3200" b="0" i="0">
                <a:solidFill>
                  <a:schemeClr val="tx1"/>
                </a:solidFill>
                <a:latin typeface="+mn-lt"/>
              </a:defRPr>
            </a:lvl1pPr>
          </a:lstStyle>
          <a:p>
            <a:r>
              <a:rPr lang="en-US"/>
              <a:t>Place quote or key message here</a:t>
            </a:r>
          </a:p>
        </p:txBody>
      </p:sp>
      <p:sp>
        <p:nvSpPr>
          <p:cNvPr id="3" name="Picture Placeholder 18">
            <a:extLst>
              <a:ext uri="{FF2B5EF4-FFF2-40B4-BE49-F238E27FC236}">
                <a16:creationId xmlns:a16="http://schemas.microsoft.com/office/drawing/2014/main" id="{65F763E4-6449-FB61-1EC3-49C208D39CBF}"/>
              </a:ext>
            </a:extLst>
          </p:cNvPr>
          <p:cNvSpPr>
            <a:spLocks noGrp="1"/>
          </p:cNvSpPr>
          <p:nvPr>
            <p:ph type="pic" sz="quarter" idx="13" hasCustomPrompt="1"/>
          </p:nvPr>
        </p:nvSpPr>
        <p:spPr bwMode="gray">
          <a:xfrm>
            <a:off x="6096001" y="561651"/>
            <a:ext cx="6096000" cy="5747074"/>
          </a:xfrm>
          <a:prstGeom prst="rect">
            <a:avLst/>
          </a:prstGeom>
          <a:solidFill>
            <a:schemeClr val="bg1">
              <a:lumMod val="95000"/>
            </a:schemeClr>
          </a:solidFill>
          <a:effectLst/>
        </p:spPr>
        <p:txBody>
          <a:bodyPr tIns="274320" bIns="27432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Tree>
    <p:extLst>
      <p:ext uri="{BB962C8B-B14F-4D97-AF65-F5344CB8AC3E}">
        <p14:creationId xmlns:p14="http://schemas.microsoft.com/office/powerpoint/2010/main" val="3184181315"/>
      </p:ext>
    </p:extLst>
  </p:cSld>
  <p:clrMapOvr>
    <a:masterClrMapping/>
  </p:clrMapOvr>
  <p:extLst>
    <p:ext uri="{DCECCB84-F9BA-43D5-87BE-67443E8EF086}">
      <p15:sldGuideLst xmlns:p15="http://schemas.microsoft.com/office/powerpoint/2012/main">
        <p15:guide id="1" pos="3840">
          <p15:clr>
            <a:srgbClr val="FBAE40"/>
          </p15:clr>
        </p15:guide>
      </p15:sldGuideLst>
    </p:ext>
  </p:extLst>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Content: key message + image, gradient">
    <p:spTree>
      <p:nvGrpSpPr>
        <p:cNvPr id="1" name=""/>
        <p:cNvGrpSpPr/>
        <p:nvPr/>
      </p:nvGrpSpPr>
      <p:grpSpPr>
        <a:xfrm>
          <a:off x="0" y="0"/>
          <a:ext cx="0" cy="0"/>
          <a:chOff x="0" y="0"/>
          <a:chExt cx="0" cy="0"/>
        </a:xfrm>
      </p:grpSpPr>
      <p:pic>
        <p:nvPicPr>
          <p:cNvPr id="2" name="Picture 1" descr="A purple and white blurry background&#10;&#10;AI-generated content may be incorrect.">
            <a:extLst>
              <a:ext uri="{FF2B5EF4-FFF2-40B4-BE49-F238E27FC236}">
                <a16:creationId xmlns:a16="http://schemas.microsoft.com/office/drawing/2014/main" id="{9BD1E420-1BB8-094F-77D8-F027430B17F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5400000">
            <a:off x="2665522" y="-2667001"/>
            <a:ext cx="6857998" cy="12192000"/>
          </a:xfrm>
          <a:prstGeom prst="rect">
            <a:avLst/>
          </a:prstGeom>
        </p:spPr>
      </p:pic>
      <p:sp>
        <p:nvSpPr>
          <p:cNvPr id="9" name="GTS_WH">
            <a:extLst>
              <a:ext uri="{FF2B5EF4-FFF2-40B4-BE49-F238E27FC236}">
                <a16:creationId xmlns:a16="http://schemas.microsoft.com/office/drawing/2014/main" id="{8DE35BA1-021B-C8B8-EEDE-464FB3F9F466}"/>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10" name="Picture Placeholder 18">
            <a:extLst>
              <a:ext uri="{FF2B5EF4-FFF2-40B4-BE49-F238E27FC236}">
                <a16:creationId xmlns:a16="http://schemas.microsoft.com/office/drawing/2014/main" id="{9AA3B26C-CA7F-B4DF-EE34-75C3462C65F7}"/>
              </a:ext>
            </a:extLst>
          </p:cNvPr>
          <p:cNvSpPr>
            <a:spLocks noGrp="1"/>
          </p:cNvSpPr>
          <p:nvPr>
            <p:ph type="pic" sz="quarter" idx="13" hasCustomPrompt="1"/>
          </p:nvPr>
        </p:nvSpPr>
        <p:spPr bwMode="gray">
          <a:xfrm>
            <a:off x="6096001" y="561651"/>
            <a:ext cx="6096000" cy="5747074"/>
          </a:xfrm>
          <a:prstGeom prst="rect">
            <a:avLst/>
          </a:prstGeom>
          <a:solidFill>
            <a:schemeClr val="bg1">
              <a:lumMod val="95000"/>
            </a:schemeClr>
          </a:solidFill>
          <a:effectLst/>
        </p:spPr>
        <p:txBody>
          <a:bodyPr tIns="274320" bIns="27432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
        <p:nvSpPr>
          <p:cNvPr id="3" name="copyright">
            <a:extLst>
              <a:ext uri="{FF2B5EF4-FFF2-40B4-BE49-F238E27FC236}">
                <a16:creationId xmlns:a16="http://schemas.microsoft.com/office/drawing/2014/main" id="{8D5BD53D-6FAE-CF38-36EC-5B6A69250BA2}"/>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4" name="slide number automatic">
            <a:extLst>
              <a:ext uri="{FF2B5EF4-FFF2-40B4-BE49-F238E27FC236}">
                <a16:creationId xmlns:a16="http://schemas.microsoft.com/office/drawing/2014/main" id="{60F9A526-39EE-8272-4753-D784C27C5191}"/>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
        <p:nvSpPr>
          <p:cNvPr id="11" name="Title 1">
            <a:extLst>
              <a:ext uri="{FF2B5EF4-FFF2-40B4-BE49-F238E27FC236}">
                <a16:creationId xmlns:a16="http://schemas.microsoft.com/office/drawing/2014/main" id="{5761EBD1-EAAC-E1FA-6310-1DCDC89C84B6}"/>
              </a:ext>
            </a:extLst>
          </p:cNvPr>
          <p:cNvSpPr>
            <a:spLocks noGrp="1"/>
          </p:cNvSpPr>
          <p:nvPr>
            <p:ph type="title" hasCustomPrompt="1"/>
          </p:nvPr>
        </p:nvSpPr>
        <p:spPr>
          <a:xfrm>
            <a:off x="554568" y="2005263"/>
            <a:ext cx="5098087" cy="2454788"/>
          </a:xfrm>
          <a:prstGeom prst="rect">
            <a:avLst/>
          </a:prstGeom>
        </p:spPr>
        <p:txBody>
          <a:bodyPr anchor="ctr"/>
          <a:lstStyle>
            <a:lvl1pPr>
              <a:defRPr sz="3200" b="0" i="0">
                <a:solidFill>
                  <a:schemeClr val="bg1"/>
                </a:solidFill>
                <a:latin typeface="+mn-lt"/>
              </a:defRPr>
            </a:lvl1pPr>
          </a:lstStyle>
          <a:p>
            <a:r>
              <a:rPr lang="en-US"/>
              <a:t>Place quote or key message here</a:t>
            </a:r>
          </a:p>
        </p:txBody>
      </p:sp>
    </p:spTree>
    <p:extLst>
      <p:ext uri="{BB962C8B-B14F-4D97-AF65-F5344CB8AC3E}">
        <p14:creationId xmlns:p14="http://schemas.microsoft.com/office/powerpoint/2010/main" val="2145526212"/>
      </p:ext>
    </p:extLst>
  </p:cSld>
  <p:clrMapOvr>
    <a:masterClrMapping/>
  </p:clrMapOvr>
  <p:extLst>
    <p:ext uri="{DCECCB84-F9BA-43D5-87BE-67443E8EF086}">
      <p15:sldGuideLst xmlns:p15="http://schemas.microsoft.com/office/powerpoint/2012/main"/>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Content: key message + image, dark mode">
    <p:bg>
      <p:bgPr>
        <a:solidFill>
          <a:srgbClr val="000000"/>
        </a:solidFill>
        <a:effectLst/>
      </p:bgPr>
    </p:bg>
    <p:spTree>
      <p:nvGrpSpPr>
        <p:cNvPr id="1" name=""/>
        <p:cNvGrpSpPr/>
        <p:nvPr/>
      </p:nvGrpSpPr>
      <p:grpSpPr>
        <a:xfrm>
          <a:off x="0" y="0"/>
          <a:ext cx="0" cy="0"/>
          <a:chOff x="0" y="0"/>
          <a:chExt cx="0" cy="0"/>
        </a:xfrm>
      </p:grpSpPr>
      <p:sp>
        <p:nvSpPr>
          <p:cNvPr id="2" name="copyright">
            <a:extLst>
              <a:ext uri="{FF2B5EF4-FFF2-40B4-BE49-F238E27FC236}">
                <a16:creationId xmlns:a16="http://schemas.microsoft.com/office/drawing/2014/main" id="{54E44863-5E53-DDCD-5FA5-173816802E74}"/>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8" name="slide number automatic">
            <a:extLst>
              <a:ext uri="{FF2B5EF4-FFF2-40B4-BE49-F238E27FC236}">
                <a16:creationId xmlns:a16="http://schemas.microsoft.com/office/drawing/2014/main" id="{4F03B290-6E83-1A46-D0DD-7EDFE2CF4967}"/>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
        <p:nvSpPr>
          <p:cNvPr id="9" name="GTS_WH">
            <a:extLst>
              <a:ext uri="{FF2B5EF4-FFF2-40B4-BE49-F238E27FC236}">
                <a16:creationId xmlns:a16="http://schemas.microsoft.com/office/drawing/2014/main" id="{8DE35BA1-021B-C8B8-EEDE-464FB3F9F466}"/>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3" name="Title 1">
            <a:extLst>
              <a:ext uri="{FF2B5EF4-FFF2-40B4-BE49-F238E27FC236}">
                <a16:creationId xmlns:a16="http://schemas.microsoft.com/office/drawing/2014/main" id="{639540C7-90CF-ACE6-34AE-174CDEB46195}"/>
              </a:ext>
            </a:extLst>
          </p:cNvPr>
          <p:cNvSpPr>
            <a:spLocks noGrp="1"/>
          </p:cNvSpPr>
          <p:nvPr>
            <p:ph type="title" hasCustomPrompt="1"/>
          </p:nvPr>
        </p:nvSpPr>
        <p:spPr>
          <a:xfrm>
            <a:off x="554568" y="1941095"/>
            <a:ext cx="5098087" cy="2583124"/>
          </a:xfrm>
          <a:prstGeom prst="rect">
            <a:avLst/>
          </a:prstGeom>
        </p:spPr>
        <p:txBody>
          <a:bodyPr anchor="ctr"/>
          <a:lstStyle>
            <a:lvl1pPr>
              <a:defRPr sz="3200" b="0" i="0">
                <a:solidFill>
                  <a:schemeClr val="bg1"/>
                </a:solidFill>
                <a:latin typeface="+mn-lt"/>
              </a:defRPr>
            </a:lvl1pPr>
          </a:lstStyle>
          <a:p>
            <a:r>
              <a:rPr lang="en-US"/>
              <a:t>Place quote or key message here</a:t>
            </a:r>
          </a:p>
        </p:txBody>
      </p:sp>
      <p:sp>
        <p:nvSpPr>
          <p:cNvPr id="5" name="Picture Placeholder 18">
            <a:extLst>
              <a:ext uri="{FF2B5EF4-FFF2-40B4-BE49-F238E27FC236}">
                <a16:creationId xmlns:a16="http://schemas.microsoft.com/office/drawing/2014/main" id="{0E1008B6-7792-F7C1-448D-E26EBA7F66E1}"/>
              </a:ext>
            </a:extLst>
          </p:cNvPr>
          <p:cNvSpPr>
            <a:spLocks noGrp="1"/>
          </p:cNvSpPr>
          <p:nvPr>
            <p:ph type="pic" sz="quarter" idx="13" hasCustomPrompt="1"/>
          </p:nvPr>
        </p:nvSpPr>
        <p:spPr bwMode="gray">
          <a:xfrm>
            <a:off x="6096001" y="561651"/>
            <a:ext cx="6096000" cy="5747074"/>
          </a:xfrm>
          <a:prstGeom prst="rect">
            <a:avLst/>
          </a:prstGeom>
          <a:solidFill>
            <a:schemeClr val="bg1">
              <a:lumMod val="95000"/>
            </a:schemeClr>
          </a:solidFill>
          <a:effectLst/>
        </p:spPr>
        <p:txBody>
          <a:bodyPr tIns="274320" bIns="27432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Tree>
    <p:extLst>
      <p:ext uri="{BB962C8B-B14F-4D97-AF65-F5344CB8AC3E}">
        <p14:creationId xmlns:p14="http://schemas.microsoft.com/office/powerpoint/2010/main" val="2500144931"/>
      </p:ext>
    </p:extLst>
  </p:cSld>
  <p:clrMapOvr>
    <a:masterClrMapping/>
  </p:clrMapOvr>
  <p:extLst>
    <p:ext uri="{DCECCB84-F9BA-43D5-87BE-67443E8EF086}">
      <p15:sldGuideLst xmlns:p15="http://schemas.microsoft.com/office/powerpoint/2012/main"/>
    </p:ext>
  </p:extLst>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Key message: light mode">
    <p:bg>
      <p:bgPr>
        <a:solidFill>
          <a:schemeClr val="tx1"/>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B9538720-5D87-005C-9D54-D7F07F69BE61}"/>
              </a:ext>
            </a:extLst>
          </p:cNvPr>
          <p:cNvSpPr txBox="1">
            <a:spLocks/>
          </p:cNvSpPr>
          <p:nvPr userDrawn="1"/>
        </p:nvSpPr>
        <p:spPr>
          <a:xfrm>
            <a:off x="7315200" y="6384001"/>
            <a:ext cx="4114800" cy="198319"/>
          </a:xfrm>
          <a:prstGeom prst="rect">
            <a:avLst/>
          </a:prstGeom>
          <a:noFill/>
        </p:spPr>
        <p:txBody>
          <a:bodyPr wrap="square" lIns="0" tIns="0" rIns="0" bIns="0" rtlCol="0" anchor="ctr">
            <a:noAutofit/>
          </a:bodyPr>
          <a:lstStyle>
            <a:defPPr>
              <a:defRPr lang="en-US"/>
            </a:defPPr>
            <a:lvl1pPr marL="0" algn="r" defTabSz="914400" rtl="0" eaLnBrk="1" latinLnBrk="0" hangingPunct="1">
              <a:defRPr lang="en-US" sz="800" kern="1200" dirty="0">
                <a:solidFill>
                  <a:schemeClr val="tx1">
                    <a:alpha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228594">
              <a:spcAft>
                <a:spcPts val="1200"/>
              </a:spcAft>
              <a:defRPr/>
            </a:pPr>
            <a:r>
              <a:rPr lang="en-US" sz="800" b="0" i="0">
                <a:solidFill>
                  <a:schemeClr val="bg1"/>
                </a:solidFill>
                <a:latin typeface="Graphik" panose="020B0503030202060203" pitchFamily="34" charset="77"/>
              </a:rPr>
              <a:t>Copyright © 2025 Accenture. All rights reserved.</a:t>
            </a:r>
          </a:p>
        </p:txBody>
      </p:sp>
      <p:sp>
        <p:nvSpPr>
          <p:cNvPr id="8" name="Slide number automatic">
            <a:extLst>
              <a:ext uri="{FF2B5EF4-FFF2-40B4-BE49-F238E27FC236}">
                <a16:creationId xmlns:a16="http://schemas.microsoft.com/office/drawing/2014/main" id="{4FE121F1-B169-11A8-1F63-C705FECD0AAA}"/>
              </a:ext>
            </a:extLst>
          </p:cNvPr>
          <p:cNvSpPr txBox="1">
            <a:spLocks/>
          </p:cNvSpPr>
          <p:nvPr userDrawn="1"/>
        </p:nvSpPr>
        <p:spPr>
          <a:xfrm>
            <a:off x="11484000" y="6384001"/>
            <a:ext cx="327600" cy="198319"/>
          </a:xfrm>
          <a:prstGeom prst="rect">
            <a:avLst/>
          </a:prstGeom>
          <a:noFill/>
        </p:spPr>
        <p:txBody>
          <a:bodyPr wrap="square" lIns="0" tIns="0" rIns="0" bIns="0" rtlCol="0" anchor="ctr">
            <a:noAutofit/>
          </a:bodyPr>
          <a:lstStyle>
            <a:defPPr>
              <a:defRPr lang="en-US"/>
            </a:defPPr>
            <a:lvl1pPr marL="0" algn="r" defTabSz="914400" rtl="0" eaLnBrk="1" latinLnBrk="0" hangingPunct="1">
              <a:defRPr lang="en-US" sz="800" kern="1200" dirty="0">
                <a:solidFill>
                  <a:schemeClr val="tx1">
                    <a:alpha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algn="r" defTabSz="914377" rtl="0" eaLnBrk="1" latinLnBrk="0" hangingPunct="1">
              <a:spcAft>
                <a:spcPts val="1200"/>
              </a:spcAft>
              <a:defRPr/>
            </a:pPr>
            <a:fld id="{73F1C454-A9D8-014C-8BFC-BAC2D203B5DF}" type="slidenum">
              <a:rPr lang="en-US" sz="800" b="0" i="0" kern="1200">
                <a:solidFill>
                  <a:schemeClr val="bg1"/>
                </a:solidFill>
                <a:latin typeface="Graphik" panose="020B0503030202060203" pitchFamily="34" charset="77"/>
                <a:ea typeface="+mn-ea"/>
                <a:cs typeface="+mn-cs"/>
              </a:rPr>
              <a:pPr marL="0" algn="r" defTabSz="914377" rtl="0" eaLnBrk="1" latinLnBrk="0" hangingPunct="1">
                <a:spcAft>
                  <a:spcPts val="1200"/>
                </a:spcAft>
                <a:defRPr/>
              </a:pPr>
              <a:t>‹#›</a:t>
            </a:fld>
            <a:endParaRPr lang="en-US" sz="800" b="0" i="0" kern="1200">
              <a:solidFill>
                <a:schemeClr val="bg1"/>
              </a:solidFill>
              <a:latin typeface="Graphik" panose="020B0503030202060203" pitchFamily="34" charset="77"/>
              <a:ea typeface="+mn-ea"/>
              <a:cs typeface="+mn-cs"/>
            </a:endParaRPr>
          </a:p>
        </p:txBody>
      </p:sp>
      <p:sp>
        <p:nvSpPr>
          <p:cNvPr id="2" name="Title 1">
            <a:extLst>
              <a:ext uri="{FF2B5EF4-FFF2-40B4-BE49-F238E27FC236}">
                <a16:creationId xmlns:a16="http://schemas.microsoft.com/office/drawing/2014/main" id="{97274A5B-9D05-0703-63C7-382088724F28}"/>
              </a:ext>
            </a:extLst>
          </p:cNvPr>
          <p:cNvSpPr>
            <a:spLocks noGrp="1"/>
          </p:cNvSpPr>
          <p:nvPr>
            <p:ph type="title" hasCustomPrompt="1"/>
          </p:nvPr>
        </p:nvSpPr>
        <p:spPr>
          <a:xfrm>
            <a:off x="1163638" y="3179796"/>
            <a:ext cx="7200000" cy="498406"/>
          </a:xfrm>
          <a:prstGeom prst="rect">
            <a:avLst/>
          </a:prstGeom>
        </p:spPr>
        <p:txBody>
          <a:bodyPr anchor="ctr"/>
          <a:lstStyle>
            <a:lvl1pPr algn="l" defTabSz="914377" rtl="0" eaLnBrk="1" latinLnBrk="0" hangingPunct="1">
              <a:lnSpc>
                <a:spcPct val="80000"/>
              </a:lnSpc>
              <a:spcBef>
                <a:spcPct val="0"/>
              </a:spcBef>
              <a:buNone/>
              <a:defRPr lang="en-US" sz="4000" b="0" i="0" kern="1200">
                <a:solidFill>
                  <a:srgbClr val="000000"/>
                </a:solidFill>
                <a:latin typeface="GT Sectra Fine Rg" pitchFamily="2" charset="77"/>
                <a:ea typeface="+mj-ea"/>
                <a:cs typeface="+mj-cs"/>
              </a:defRPr>
            </a:lvl1pPr>
          </a:lstStyle>
          <a:p>
            <a:r>
              <a:rPr lang="en-US"/>
              <a:t>Click to edit key message style</a:t>
            </a:r>
          </a:p>
        </p:txBody>
      </p:sp>
    </p:spTree>
    <p:extLst>
      <p:ext uri="{BB962C8B-B14F-4D97-AF65-F5344CB8AC3E}">
        <p14:creationId xmlns:p14="http://schemas.microsoft.com/office/powerpoint/2010/main" val="114380170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620">
          <p15:clr>
            <a:srgbClr val="C35EA4"/>
          </p15:clr>
        </p15:guide>
        <p15:guide id="2" pos="2880">
          <p15:clr>
            <a:srgbClr val="C35EA4"/>
          </p15:clr>
        </p15:guide>
        <p15:guide id="3" orient="horz" pos="2707">
          <p15:clr>
            <a:srgbClr val="C35EA4"/>
          </p15:clr>
        </p15:guide>
      </p15:sldGuideLst>
    </p:ext>
  </p:extLst>
</p:sldLayout>
</file>

<file path=ppt/slideLayouts/slideLayout84.xml><?xml version="1.0" encoding="utf-8"?>
<p:sldLayout xmlns:a="http://schemas.openxmlformats.org/drawingml/2006/main" xmlns:r="http://schemas.openxmlformats.org/officeDocument/2006/relationships" xmlns:p="http://schemas.openxmlformats.org/presentationml/2006/main" showMasterSp="0" preserve="1" userDrawn="1">
  <p:cSld name="Key message: dark mode">
    <p:bg>
      <p:bgPr>
        <a:solidFill>
          <a:srgbClr val="000000"/>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4E36F867-B36A-BD05-3724-F673E9B7FF67}"/>
              </a:ext>
            </a:extLst>
          </p:cNvPr>
          <p:cNvSpPr>
            <a:spLocks noGrp="1"/>
          </p:cNvSpPr>
          <p:nvPr>
            <p:ph type="title" hasCustomPrompt="1"/>
          </p:nvPr>
        </p:nvSpPr>
        <p:spPr>
          <a:xfrm>
            <a:off x="1163638" y="2037347"/>
            <a:ext cx="7200000" cy="2783304"/>
          </a:xfrm>
          <a:prstGeom prst="rect">
            <a:avLst/>
          </a:prstGeom>
        </p:spPr>
        <p:txBody>
          <a:bodyPr anchor="ctr"/>
          <a:lstStyle>
            <a:lvl1pPr algn="l" defTabSz="914377" rtl="0" eaLnBrk="1" latinLnBrk="0" hangingPunct="1">
              <a:lnSpc>
                <a:spcPct val="80000"/>
              </a:lnSpc>
              <a:spcBef>
                <a:spcPct val="0"/>
              </a:spcBef>
              <a:buNone/>
              <a:defRPr lang="en-US" sz="4000" b="0" i="0" kern="1200">
                <a:solidFill>
                  <a:schemeClr val="tx1"/>
                </a:solidFill>
                <a:latin typeface="GT Sectra Fine Rg" pitchFamily="2" charset="77"/>
                <a:ea typeface="+mj-ea"/>
                <a:cs typeface="+mj-cs"/>
              </a:defRPr>
            </a:lvl1pPr>
          </a:lstStyle>
          <a:p>
            <a:r>
              <a:rPr lang="en-US"/>
              <a:t>Click to edit key message style</a:t>
            </a:r>
          </a:p>
        </p:txBody>
      </p:sp>
      <p:sp>
        <p:nvSpPr>
          <p:cNvPr id="3" name="copyright">
            <a:extLst>
              <a:ext uri="{FF2B5EF4-FFF2-40B4-BE49-F238E27FC236}">
                <a16:creationId xmlns:a16="http://schemas.microsoft.com/office/drawing/2014/main" id="{EEB57D04-C7D4-5631-C9F1-4248B61F9522}"/>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rgbClr val="FFFFFF">
                    <a:alpha val="75000"/>
                  </a:srgbClr>
                </a:solidFill>
                <a:latin typeface="Graphik" panose="020B0503030202060203" pitchFamily="34" charset="77"/>
              </a:rPr>
              <a:t>Copyright © 2025 Accenture. All rights reserved.</a:t>
            </a:r>
            <a:endParaRPr lang="en-US" sz="1351" noProof="0">
              <a:solidFill>
                <a:srgbClr val="FFFFFF">
                  <a:alpha val="75000"/>
                </a:srgbClr>
              </a:solidFill>
              <a:latin typeface="Graphik" panose="020B0503030202060203" pitchFamily="34" charset="77"/>
            </a:endParaRPr>
          </a:p>
        </p:txBody>
      </p:sp>
      <p:sp>
        <p:nvSpPr>
          <p:cNvPr id="5" name="slide number automatic">
            <a:extLst>
              <a:ext uri="{FF2B5EF4-FFF2-40B4-BE49-F238E27FC236}">
                <a16:creationId xmlns:a16="http://schemas.microsoft.com/office/drawing/2014/main" id="{6D94838E-FC9B-7D11-0B27-05F3B48DF76D}"/>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rgbClr val="FFFFFF">
                    <a:alpha val="75000"/>
                  </a:srgb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rgbClr val="FFFFFF">
                  <a:alpha val="75000"/>
                </a:srgbClr>
              </a:solidFill>
              <a:latin typeface="+mj-lt"/>
            </a:endParaRPr>
          </a:p>
        </p:txBody>
      </p:sp>
      <p:sp>
        <p:nvSpPr>
          <p:cNvPr id="2" name="GTS_WH">
            <a:extLst>
              <a:ext uri="{FF2B5EF4-FFF2-40B4-BE49-F238E27FC236}">
                <a16:creationId xmlns:a16="http://schemas.microsoft.com/office/drawing/2014/main" id="{881075DF-C9D3-AF39-7015-D15BA74DC07D}"/>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135246951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85.xml><?xml version="1.0" encoding="utf-8"?>
<p:sldLayout xmlns:a="http://schemas.openxmlformats.org/drawingml/2006/main" xmlns:r="http://schemas.openxmlformats.org/officeDocument/2006/relationships" xmlns:p="http://schemas.openxmlformats.org/presentationml/2006/main" userDrawn="1">
  <p:cSld name="Content: icons">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C386F6A9-4F1A-3944-E7D3-E26B3E55A360}"/>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4" name="Text Placeholder 3">
            <a:extLst>
              <a:ext uri="{FF2B5EF4-FFF2-40B4-BE49-F238E27FC236}">
                <a16:creationId xmlns:a16="http://schemas.microsoft.com/office/drawing/2014/main" id="{6B34D946-575C-A63A-1F36-F73012F28CC3}"/>
              </a:ext>
            </a:extLst>
          </p:cNvPr>
          <p:cNvSpPr>
            <a:spLocks noGrp="1"/>
          </p:cNvSpPr>
          <p:nvPr>
            <p:ph type="body" sz="quarter" idx="32" hasCustomPrompt="1"/>
          </p:nvPr>
        </p:nvSpPr>
        <p:spPr>
          <a:xfrm>
            <a:off x="563412" y="1109663"/>
            <a:ext cx="11084672" cy="384048"/>
          </a:xfrm>
          <a:prstGeom prst="rect">
            <a:avLst/>
          </a:prstGeom>
        </p:spPr>
        <p:txBody>
          <a:bodyPr anchor="t"/>
          <a:lstStyle>
            <a:lvl1pPr marL="0" indent="0">
              <a:spcAft>
                <a:spcPts val="0"/>
              </a:spcAft>
              <a:buNone/>
              <a:defRPr sz="1800" b="0" i="0">
                <a:solidFill>
                  <a:schemeClr val="bg2"/>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15" name="Picture Placeholder 2">
            <a:extLst>
              <a:ext uri="{FF2B5EF4-FFF2-40B4-BE49-F238E27FC236}">
                <a16:creationId xmlns:a16="http://schemas.microsoft.com/office/drawing/2014/main" id="{BD757F29-5B8C-430C-B53D-FA44B1887B4E}"/>
              </a:ext>
            </a:extLst>
          </p:cNvPr>
          <p:cNvSpPr>
            <a:spLocks noGrp="1"/>
          </p:cNvSpPr>
          <p:nvPr>
            <p:ph type="pic" sz="quarter" idx="14" hasCustomPrompt="1"/>
          </p:nvPr>
        </p:nvSpPr>
        <p:spPr>
          <a:xfrm>
            <a:off x="563411" y="1991444"/>
            <a:ext cx="1312792" cy="1312792"/>
          </a:xfrm>
          <a:prstGeom prst="rect">
            <a:avLst/>
          </a:prstGeom>
          <a:solidFill>
            <a:schemeClr val="bg1">
              <a:lumMod val="95000"/>
            </a:schemeClr>
          </a:solidFill>
        </p:spPr>
        <p:txBody>
          <a:bodyPr anchor="ctr"/>
          <a:lstStyle>
            <a:lvl1pPr marL="0" indent="0" algn="ctr">
              <a:buFont typeface="Graphik" panose="020B0604020202020204" pitchFamily="34" charset="0"/>
              <a:buNone/>
              <a:defRPr sz="1400" b="0" i="0">
                <a:latin typeface="Graphik" panose="020B0503030202060203" pitchFamily="34" charset="77"/>
              </a:defRPr>
            </a:lvl1pPr>
          </a:lstStyle>
          <a:p>
            <a:r>
              <a:rPr lang="en-GB"/>
              <a:t>Add icon</a:t>
            </a:r>
            <a:endParaRPr lang="en-US"/>
          </a:p>
        </p:txBody>
      </p:sp>
      <p:sp>
        <p:nvSpPr>
          <p:cNvPr id="10" name="Text Placeholder 1">
            <a:extLst>
              <a:ext uri="{FF2B5EF4-FFF2-40B4-BE49-F238E27FC236}">
                <a16:creationId xmlns:a16="http://schemas.microsoft.com/office/drawing/2014/main" id="{4122B155-BA05-874A-7587-FD87E46FA210}"/>
              </a:ext>
            </a:extLst>
          </p:cNvPr>
          <p:cNvSpPr>
            <a:spLocks noGrp="1"/>
          </p:cNvSpPr>
          <p:nvPr>
            <p:ph type="body" sz="quarter" idx="19" hasCustomPrompt="1"/>
          </p:nvPr>
        </p:nvSpPr>
        <p:spPr>
          <a:xfrm>
            <a:off x="563411" y="3648454"/>
            <a:ext cx="1629646" cy="1971541"/>
          </a:xfrm>
          <a:prstGeom prst="rect">
            <a:avLst/>
          </a:prstGeom>
        </p:spPr>
        <p:txBody>
          <a:bodyPr/>
          <a:lstStyle>
            <a:lvl1pPr marL="0" indent="0" algn="l">
              <a:lnSpc>
                <a:spcPct val="90000"/>
              </a:lnSpc>
              <a:spcAft>
                <a:spcPts val="600"/>
              </a:spcAft>
              <a:buFont typeface="Graphik" panose="020B0604020202020204" pitchFamily="34" charset="0"/>
              <a:buNone/>
              <a:defRPr sz="1400" b="0" i="0">
                <a:solidFill>
                  <a:schemeClr val="bg2"/>
                </a:solidFill>
                <a:latin typeface="Graphik Semibold" panose="020B0503030202060203" pitchFamily="34" charset="77"/>
              </a:defRPr>
            </a:lvl1pPr>
            <a:lvl2pPr marL="0" indent="0" algn="l">
              <a:spcAft>
                <a:spcPts val="600"/>
              </a:spcAft>
              <a:buNone/>
              <a:defRPr sz="1200" b="0" i="0">
                <a:latin typeface="Graphik" panose="020B0503030202060203" pitchFamily="34" charset="77"/>
              </a:defRPr>
            </a:lvl2pPr>
            <a:lvl3pPr marL="0" indent="0" algn="l">
              <a:spcAft>
                <a:spcPts val="600"/>
              </a:spcAft>
              <a:buNone/>
              <a:defRPr sz="1200" b="0" i="0">
                <a:latin typeface="Graphik" panose="020B0503030202060203" pitchFamily="34" charset="77"/>
              </a:defRPr>
            </a:lvl3pPr>
            <a:lvl4pPr marL="182875" indent="-182875" algn="l">
              <a:spcAft>
                <a:spcPts val="600"/>
              </a:spcAft>
              <a:buFont typeface="Graphik" panose="020B0604020202020204" pitchFamily="34" charset="0"/>
              <a:buChar char="•"/>
              <a:defRPr sz="1200" b="0" i="0">
                <a:latin typeface="Graphik" panose="020B0503030202060203" pitchFamily="34" charset="77"/>
              </a:defRPr>
            </a:lvl4pPr>
            <a:lvl5pPr>
              <a:spcAft>
                <a:spcPts val="600"/>
              </a:spcAft>
              <a:defRPr sz="1600"/>
            </a:lvl5pPr>
          </a:lstStyle>
          <a:p>
            <a:pPr lvl="0"/>
            <a:r>
              <a:rPr lang="en-US"/>
              <a:t>Headline Details</a:t>
            </a:r>
          </a:p>
          <a:p>
            <a:pPr lvl="2"/>
            <a:r>
              <a:rPr lang="en-US"/>
              <a:t>More details</a:t>
            </a:r>
          </a:p>
          <a:p>
            <a:pPr lvl="3"/>
            <a:r>
              <a:rPr lang="en-US"/>
              <a:t>Bullet point</a:t>
            </a:r>
          </a:p>
        </p:txBody>
      </p:sp>
      <p:sp>
        <p:nvSpPr>
          <p:cNvPr id="29" name="Picture Placeholder 4">
            <a:extLst>
              <a:ext uri="{FF2B5EF4-FFF2-40B4-BE49-F238E27FC236}">
                <a16:creationId xmlns:a16="http://schemas.microsoft.com/office/drawing/2014/main" id="{EABD27E6-4547-45B3-9AC5-1EF508AE88ED}"/>
              </a:ext>
            </a:extLst>
          </p:cNvPr>
          <p:cNvSpPr>
            <a:spLocks noGrp="1"/>
          </p:cNvSpPr>
          <p:nvPr>
            <p:ph type="pic" sz="quarter" idx="24" hasCustomPrompt="1"/>
          </p:nvPr>
        </p:nvSpPr>
        <p:spPr>
          <a:xfrm>
            <a:off x="2925431" y="1991444"/>
            <a:ext cx="1312792" cy="1312792"/>
          </a:xfrm>
          <a:prstGeom prst="rect">
            <a:avLst/>
          </a:prstGeom>
          <a:solidFill>
            <a:schemeClr val="bg1">
              <a:lumMod val="95000"/>
            </a:schemeClr>
          </a:solidFill>
        </p:spPr>
        <p:txBody>
          <a:bodyPr anchor="ctr"/>
          <a:lstStyle>
            <a:lvl1pPr marL="0" indent="0" algn="ctr">
              <a:buFont typeface="Graphik" panose="020B0604020202020204" pitchFamily="34" charset="0"/>
              <a:buNone/>
              <a:defRPr sz="1400" b="0" i="0">
                <a:latin typeface="Graphik" panose="020B0503030202060203" pitchFamily="34" charset="77"/>
              </a:defRPr>
            </a:lvl1pPr>
          </a:lstStyle>
          <a:p>
            <a:r>
              <a:rPr lang="en-GB"/>
              <a:t>Add icon</a:t>
            </a:r>
            <a:endParaRPr lang="en-US"/>
          </a:p>
        </p:txBody>
      </p:sp>
      <p:sp>
        <p:nvSpPr>
          <p:cNvPr id="3" name="Text Placeholder 2">
            <a:extLst>
              <a:ext uri="{FF2B5EF4-FFF2-40B4-BE49-F238E27FC236}">
                <a16:creationId xmlns:a16="http://schemas.microsoft.com/office/drawing/2014/main" id="{E51530D0-8A8F-68C0-4E3A-39EE60F2A549}"/>
              </a:ext>
            </a:extLst>
          </p:cNvPr>
          <p:cNvSpPr>
            <a:spLocks noGrp="1"/>
          </p:cNvSpPr>
          <p:nvPr>
            <p:ph type="body" sz="quarter" idx="28" hasCustomPrompt="1"/>
          </p:nvPr>
        </p:nvSpPr>
        <p:spPr>
          <a:xfrm>
            <a:off x="2925431" y="3648454"/>
            <a:ext cx="1629646" cy="1971541"/>
          </a:xfrm>
          <a:prstGeom prst="rect">
            <a:avLst/>
          </a:prstGeom>
        </p:spPr>
        <p:txBody>
          <a:bodyPr/>
          <a:lstStyle>
            <a:lvl1pPr marL="0" indent="0" algn="l">
              <a:lnSpc>
                <a:spcPct val="90000"/>
              </a:lnSpc>
              <a:spcAft>
                <a:spcPts val="600"/>
              </a:spcAft>
              <a:buFont typeface="Graphik" panose="020B0604020202020204" pitchFamily="34" charset="0"/>
              <a:buNone/>
              <a:defRPr sz="1400" b="0" i="0">
                <a:solidFill>
                  <a:schemeClr val="bg2"/>
                </a:solidFill>
                <a:latin typeface="Graphik Semibold" panose="020B0503030202060203" pitchFamily="34" charset="77"/>
              </a:defRPr>
            </a:lvl1pPr>
            <a:lvl2pPr marL="0" indent="0" algn="l">
              <a:spcAft>
                <a:spcPts val="600"/>
              </a:spcAft>
              <a:buNone/>
              <a:defRPr sz="1200" b="0" i="0">
                <a:latin typeface="Graphik" panose="020B0503030202060203" pitchFamily="34" charset="77"/>
              </a:defRPr>
            </a:lvl2pPr>
            <a:lvl3pPr marL="0" indent="0" algn="l">
              <a:spcAft>
                <a:spcPts val="600"/>
              </a:spcAft>
              <a:buNone/>
              <a:defRPr sz="1200" b="0" i="0">
                <a:latin typeface="Graphik" panose="020B0503030202060203" pitchFamily="34" charset="77"/>
              </a:defRPr>
            </a:lvl3pPr>
            <a:lvl4pPr marL="182875" indent="-182875" algn="l">
              <a:spcAft>
                <a:spcPts val="600"/>
              </a:spcAft>
              <a:buFont typeface="Graphik" panose="020B0604020202020204" pitchFamily="34" charset="0"/>
              <a:buChar char="•"/>
              <a:defRPr sz="1200" b="0" i="0">
                <a:latin typeface="Graphik" panose="020B0503030202060203" pitchFamily="34" charset="77"/>
              </a:defRPr>
            </a:lvl4pPr>
            <a:lvl5pPr>
              <a:spcAft>
                <a:spcPts val="600"/>
              </a:spcAft>
              <a:defRPr sz="1600"/>
            </a:lvl5pPr>
          </a:lstStyle>
          <a:p>
            <a:pPr lvl="0"/>
            <a:r>
              <a:rPr lang="en-US"/>
              <a:t>Headline Details</a:t>
            </a:r>
          </a:p>
          <a:p>
            <a:pPr lvl="2"/>
            <a:r>
              <a:rPr lang="en-US"/>
              <a:t>More details</a:t>
            </a:r>
          </a:p>
          <a:p>
            <a:pPr lvl="3"/>
            <a:r>
              <a:rPr lang="en-US"/>
              <a:t>Bullet point</a:t>
            </a:r>
          </a:p>
        </p:txBody>
      </p:sp>
      <p:sp>
        <p:nvSpPr>
          <p:cNvPr id="30" name="Picture Placeholder 6">
            <a:extLst>
              <a:ext uri="{FF2B5EF4-FFF2-40B4-BE49-F238E27FC236}">
                <a16:creationId xmlns:a16="http://schemas.microsoft.com/office/drawing/2014/main" id="{31C34651-25FA-45DD-86DF-BB58EBE9AA84}"/>
              </a:ext>
            </a:extLst>
          </p:cNvPr>
          <p:cNvSpPr>
            <a:spLocks noGrp="1"/>
          </p:cNvSpPr>
          <p:nvPr>
            <p:ph type="pic" sz="quarter" idx="25" hasCustomPrompt="1"/>
          </p:nvPr>
        </p:nvSpPr>
        <p:spPr>
          <a:xfrm>
            <a:off x="5287451" y="1991444"/>
            <a:ext cx="1312792" cy="1312792"/>
          </a:xfrm>
          <a:prstGeom prst="rect">
            <a:avLst/>
          </a:prstGeom>
          <a:solidFill>
            <a:schemeClr val="bg1">
              <a:lumMod val="95000"/>
            </a:schemeClr>
          </a:solidFill>
        </p:spPr>
        <p:txBody>
          <a:bodyPr anchor="ctr"/>
          <a:lstStyle>
            <a:lvl1pPr marL="0" indent="0" algn="ctr">
              <a:buFont typeface="Graphik" panose="020B0604020202020204" pitchFamily="34" charset="0"/>
              <a:buNone/>
              <a:defRPr sz="1400" b="0" i="0">
                <a:latin typeface="Graphik" panose="020B0503030202060203" pitchFamily="34" charset="77"/>
              </a:defRPr>
            </a:lvl1pPr>
          </a:lstStyle>
          <a:p>
            <a:r>
              <a:rPr lang="en-GB"/>
              <a:t>Add icon</a:t>
            </a:r>
            <a:endParaRPr lang="en-US"/>
          </a:p>
        </p:txBody>
      </p:sp>
      <p:sp>
        <p:nvSpPr>
          <p:cNvPr id="5" name="Text Placeholder 3">
            <a:extLst>
              <a:ext uri="{FF2B5EF4-FFF2-40B4-BE49-F238E27FC236}">
                <a16:creationId xmlns:a16="http://schemas.microsoft.com/office/drawing/2014/main" id="{B220583F-078A-E528-E802-2F888AD1F0C1}"/>
              </a:ext>
            </a:extLst>
          </p:cNvPr>
          <p:cNvSpPr>
            <a:spLocks noGrp="1"/>
          </p:cNvSpPr>
          <p:nvPr>
            <p:ph type="body" sz="quarter" idx="29" hasCustomPrompt="1"/>
          </p:nvPr>
        </p:nvSpPr>
        <p:spPr>
          <a:xfrm>
            <a:off x="5287451" y="3648454"/>
            <a:ext cx="1629646" cy="1971541"/>
          </a:xfrm>
          <a:prstGeom prst="rect">
            <a:avLst/>
          </a:prstGeom>
        </p:spPr>
        <p:txBody>
          <a:bodyPr/>
          <a:lstStyle>
            <a:lvl1pPr marL="0" indent="0" algn="l">
              <a:lnSpc>
                <a:spcPct val="90000"/>
              </a:lnSpc>
              <a:spcAft>
                <a:spcPts val="600"/>
              </a:spcAft>
              <a:buFont typeface="Graphik" panose="020B0604020202020204" pitchFamily="34" charset="0"/>
              <a:buNone/>
              <a:defRPr sz="1400" b="0" i="0">
                <a:solidFill>
                  <a:schemeClr val="bg2"/>
                </a:solidFill>
                <a:latin typeface="Graphik Semibold" panose="020B0503030202060203" pitchFamily="34" charset="77"/>
              </a:defRPr>
            </a:lvl1pPr>
            <a:lvl2pPr marL="0" indent="0" algn="l">
              <a:spcAft>
                <a:spcPts val="600"/>
              </a:spcAft>
              <a:buNone/>
              <a:defRPr sz="1200" b="0" i="0">
                <a:latin typeface="Graphik" panose="020B0503030202060203" pitchFamily="34" charset="77"/>
              </a:defRPr>
            </a:lvl2pPr>
            <a:lvl3pPr marL="0" indent="0" algn="l">
              <a:spcAft>
                <a:spcPts val="600"/>
              </a:spcAft>
              <a:buNone/>
              <a:defRPr sz="1200" b="0" i="0">
                <a:latin typeface="Graphik" panose="020B0503030202060203" pitchFamily="34" charset="77"/>
              </a:defRPr>
            </a:lvl3pPr>
            <a:lvl4pPr marL="182875" indent="-182875" algn="l">
              <a:spcAft>
                <a:spcPts val="600"/>
              </a:spcAft>
              <a:buFont typeface="Graphik" panose="020B0604020202020204" pitchFamily="34" charset="0"/>
              <a:buChar char="•"/>
              <a:defRPr sz="1200" b="0" i="0">
                <a:latin typeface="Graphik" panose="020B0503030202060203" pitchFamily="34" charset="77"/>
              </a:defRPr>
            </a:lvl4pPr>
            <a:lvl5pPr>
              <a:spcAft>
                <a:spcPts val="600"/>
              </a:spcAft>
              <a:defRPr sz="1600"/>
            </a:lvl5pPr>
          </a:lstStyle>
          <a:p>
            <a:pPr lvl="0"/>
            <a:r>
              <a:rPr lang="en-US"/>
              <a:t>Headline Details</a:t>
            </a:r>
          </a:p>
          <a:p>
            <a:pPr lvl="2"/>
            <a:r>
              <a:rPr lang="en-US"/>
              <a:t>More details</a:t>
            </a:r>
          </a:p>
          <a:p>
            <a:pPr lvl="3"/>
            <a:r>
              <a:rPr lang="en-US"/>
              <a:t>Bullet point</a:t>
            </a:r>
          </a:p>
        </p:txBody>
      </p:sp>
      <p:sp>
        <p:nvSpPr>
          <p:cNvPr id="31" name="Picture Placeholder 8">
            <a:extLst>
              <a:ext uri="{FF2B5EF4-FFF2-40B4-BE49-F238E27FC236}">
                <a16:creationId xmlns:a16="http://schemas.microsoft.com/office/drawing/2014/main" id="{B32375EE-E449-4B59-B987-5D6EBFBDF31C}"/>
              </a:ext>
            </a:extLst>
          </p:cNvPr>
          <p:cNvSpPr>
            <a:spLocks noGrp="1"/>
          </p:cNvSpPr>
          <p:nvPr>
            <p:ph type="pic" sz="quarter" idx="26" hasCustomPrompt="1"/>
          </p:nvPr>
        </p:nvSpPr>
        <p:spPr>
          <a:xfrm>
            <a:off x="7649471" y="1991444"/>
            <a:ext cx="1312792" cy="1312792"/>
          </a:xfrm>
          <a:prstGeom prst="rect">
            <a:avLst/>
          </a:prstGeom>
          <a:solidFill>
            <a:schemeClr val="bg1">
              <a:lumMod val="95000"/>
            </a:schemeClr>
          </a:solidFill>
        </p:spPr>
        <p:txBody>
          <a:bodyPr anchor="ctr"/>
          <a:lstStyle>
            <a:lvl1pPr marL="0" indent="0" algn="ctr">
              <a:buFont typeface="Graphik" panose="020B0604020202020204" pitchFamily="34" charset="0"/>
              <a:buNone/>
              <a:defRPr sz="1400" b="0" i="0">
                <a:latin typeface="Graphik" panose="020B0503030202060203" pitchFamily="34" charset="77"/>
              </a:defRPr>
            </a:lvl1pPr>
          </a:lstStyle>
          <a:p>
            <a:r>
              <a:rPr lang="en-GB"/>
              <a:t>Add icon</a:t>
            </a:r>
            <a:endParaRPr lang="en-US"/>
          </a:p>
        </p:txBody>
      </p:sp>
      <p:sp>
        <p:nvSpPr>
          <p:cNvPr id="6" name="Text Placeholder 4">
            <a:extLst>
              <a:ext uri="{FF2B5EF4-FFF2-40B4-BE49-F238E27FC236}">
                <a16:creationId xmlns:a16="http://schemas.microsoft.com/office/drawing/2014/main" id="{154AA6FC-4B12-B058-1F73-83023D3E1DF8}"/>
              </a:ext>
            </a:extLst>
          </p:cNvPr>
          <p:cNvSpPr>
            <a:spLocks noGrp="1"/>
          </p:cNvSpPr>
          <p:nvPr>
            <p:ph type="body" sz="quarter" idx="30" hasCustomPrompt="1"/>
          </p:nvPr>
        </p:nvSpPr>
        <p:spPr>
          <a:xfrm>
            <a:off x="7649471" y="3648454"/>
            <a:ext cx="1629646" cy="1971541"/>
          </a:xfrm>
          <a:prstGeom prst="rect">
            <a:avLst/>
          </a:prstGeom>
        </p:spPr>
        <p:txBody>
          <a:bodyPr/>
          <a:lstStyle>
            <a:lvl1pPr marL="0" indent="0" algn="l">
              <a:lnSpc>
                <a:spcPct val="90000"/>
              </a:lnSpc>
              <a:spcAft>
                <a:spcPts val="600"/>
              </a:spcAft>
              <a:buFont typeface="Graphik" panose="020B0604020202020204" pitchFamily="34" charset="0"/>
              <a:buNone/>
              <a:defRPr sz="1400" b="0" i="0">
                <a:solidFill>
                  <a:schemeClr val="bg2"/>
                </a:solidFill>
                <a:latin typeface="Graphik Semibold" panose="020B0503030202060203" pitchFamily="34" charset="77"/>
              </a:defRPr>
            </a:lvl1pPr>
            <a:lvl2pPr marL="0" indent="0" algn="l">
              <a:spcAft>
                <a:spcPts val="600"/>
              </a:spcAft>
              <a:buNone/>
              <a:defRPr sz="1200" b="0" i="0">
                <a:latin typeface="Graphik" panose="020B0503030202060203" pitchFamily="34" charset="77"/>
              </a:defRPr>
            </a:lvl2pPr>
            <a:lvl3pPr marL="0" indent="0" algn="l">
              <a:spcAft>
                <a:spcPts val="600"/>
              </a:spcAft>
              <a:buNone/>
              <a:defRPr sz="1200" b="0" i="0">
                <a:latin typeface="Graphik" panose="020B0503030202060203" pitchFamily="34" charset="77"/>
              </a:defRPr>
            </a:lvl3pPr>
            <a:lvl4pPr marL="182875" indent="-182875" algn="l">
              <a:spcAft>
                <a:spcPts val="600"/>
              </a:spcAft>
              <a:buFont typeface="Graphik" panose="020B0604020202020204" pitchFamily="34" charset="0"/>
              <a:buChar char="•"/>
              <a:defRPr sz="1200" b="0" i="0">
                <a:latin typeface="Graphik" panose="020B0503030202060203" pitchFamily="34" charset="77"/>
              </a:defRPr>
            </a:lvl4pPr>
            <a:lvl5pPr>
              <a:spcAft>
                <a:spcPts val="600"/>
              </a:spcAft>
              <a:defRPr sz="1600"/>
            </a:lvl5pPr>
          </a:lstStyle>
          <a:p>
            <a:pPr lvl="0"/>
            <a:r>
              <a:rPr lang="en-US"/>
              <a:t>Headline Details</a:t>
            </a:r>
          </a:p>
          <a:p>
            <a:pPr lvl="2"/>
            <a:r>
              <a:rPr lang="en-US"/>
              <a:t>More details</a:t>
            </a:r>
          </a:p>
          <a:p>
            <a:pPr lvl="3"/>
            <a:r>
              <a:rPr lang="en-US"/>
              <a:t>Bullet point</a:t>
            </a:r>
          </a:p>
        </p:txBody>
      </p:sp>
      <p:sp>
        <p:nvSpPr>
          <p:cNvPr id="32" name="Picture Placeholder 10">
            <a:extLst>
              <a:ext uri="{FF2B5EF4-FFF2-40B4-BE49-F238E27FC236}">
                <a16:creationId xmlns:a16="http://schemas.microsoft.com/office/drawing/2014/main" id="{EE1692D5-4CE6-4990-8769-B146983B9477}"/>
              </a:ext>
            </a:extLst>
          </p:cNvPr>
          <p:cNvSpPr>
            <a:spLocks noGrp="1"/>
          </p:cNvSpPr>
          <p:nvPr>
            <p:ph type="pic" sz="quarter" idx="27" hasCustomPrompt="1"/>
          </p:nvPr>
        </p:nvSpPr>
        <p:spPr>
          <a:xfrm>
            <a:off x="10011492" y="1991444"/>
            <a:ext cx="1312792" cy="1312792"/>
          </a:xfrm>
          <a:prstGeom prst="rect">
            <a:avLst/>
          </a:prstGeom>
          <a:solidFill>
            <a:schemeClr val="bg1">
              <a:lumMod val="95000"/>
            </a:schemeClr>
          </a:solidFill>
        </p:spPr>
        <p:txBody>
          <a:bodyPr anchor="ctr"/>
          <a:lstStyle>
            <a:lvl1pPr marL="0" indent="0" algn="ctr">
              <a:buFont typeface="Graphik" panose="020B0604020202020204" pitchFamily="34" charset="0"/>
              <a:buNone/>
              <a:defRPr sz="1400" b="0" i="0">
                <a:latin typeface="Graphik" panose="020B0503030202060203" pitchFamily="34" charset="77"/>
              </a:defRPr>
            </a:lvl1pPr>
          </a:lstStyle>
          <a:p>
            <a:r>
              <a:rPr lang="en-GB"/>
              <a:t>Add icon</a:t>
            </a:r>
            <a:endParaRPr lang="en-US"/>
          </a:p>
        </p:txBody>
      </p:sp>
      <p:sp>
        <p:nvSpPr>
          <p:cNvPr id="7" name="Text Placeholder 5">
            <a:extLst>
              <a:ext uri="{FF2B5EF4-FFF2-40B4-BE49-F238E27FC236}">
                <a16:creationId xmlns:a16="http://schemas.microsoft.com/office/drawing/2014/main" id="{DE7585F8-AF83-86FE-9FDC-FCBB8F0FDCBB}"/>
              </a:ext>
            </a:extLst>
          </p:cNvPr>
          <p:cNvSpPr>
            <a:spLocks noGrp="1"/>
          </p:cNvSpPr>
          <p:nvPr>
            <p:ph type="body" sz="quarter" idx="31" hasCustomPrompt="1"/>
          </p:nvPr>
        </p:nvSpPr>
        <p:spPr>
          <a:xfrm>
            <a:off x="10011492" y="3648454"/>
            <a:ext cx="1629646" cy="1971541"/>
          </a:xfrm>
          <a:prstGeom prst="rect">
            <a:avLst/>
          </a:prstGeom>
        </p:spPr>
        <p:txBody>
          <a:bodyPr/>
          <a:lstStyle>
            <a:lvl1pPr marL="0" indent="0" algn="l">
              <a:lnSpc>
                <a:spcPct val="90000"/>
              </a:lnSpc>
              <a:spcAft>
                <a:spcPts val="600"/>
              </a:spcAft>
              <a:buFont typeface="Graphik" panose="020B0604020202020204" pitchFamily="34" charset="0"/>
              <a:buNone/>
              <a:defRPr sz="1400" b="0" i="0">
                <a:solidFill>
                  <a:schemeClr val="bg2"/>
                </a:solidFill>
                <a:latin typeface="Graphik Semibold" panose="020B0503030202060203" pitchFamily="34" charset="77"/>
              </a:defRPr>
            </a:lvl1pPr>
            <a:lvl2pPr marL="0" indent="0" algn="l">
              <a:spcAft>
                <a:spcPts val="600"/>
              </a:spcAft>
              <a:buNone/>
              <a:defRPr sz="1200" b="0" i="0">
                <a:latin typeface="Graphik" panose="020B0503030202060203" pitchFamily="34" charset="77"/>
              </a:defRPr>
            </a:lvl2pPr>
            <a:lvl3pPr marL="0" indent="0" algn="l">
              <a:spcAft>
                <a:spcPts val="600"/>
              </a:spcAft>
              <a:buNone/>
              <a:defRPr sz="1200" b="0" i="0">
                <a:latin typeface="Graphik" panose="020B0503030202060203" pitchFamily="34" charset="77"/>
              </a:defRPr>
            </a:lvl3pPr>
            <a:lvl4pPr marL="182875" indent="-182875" algn="l">
              <a:spcAft>
                <a:spcPts val="600"/>
              </a:spcAft>
              <a:buFont typeface="Graphik" panose="020B0604020202020204" pitchFamily="34" charset="0"/>
              <a:buChar char="•"/>
              <a:defRPr sz="1200" b="0" i="0">
                <a:latin typeface="Graphik" panose="020B0503030202060203" pitchFamily="34" charset="77"/>
              </a:defRPr>
            </a:lvl4pPr>
            <a:lvl5pPr>
              <a:spcAft>
                <a:spcPts val="600"/>
              </a:spcAft>
              <a:defRPr sz="1600"/>
            </a:lvl5pPr>
          </a:lstStyle>
          <a:p>
            <a:pPr lvl="0"/>
            <a:r>
              <a:rPr lang="en-US"/>
              <a:t>Headline Details</a:t>
            </a:r>
          </a:p>
          <a:p>
            <a:pPr lvl="2"/>
            <a:r>
              <a:rPr lang="en-US"/>
              <a:t>More details</a:t>
            </a:r>
          </a:p>
          <a:p>
            <a:pPr lvl="3"/>
            <a:r>
              <a:rPr lang="en-US"/>
              <a:t>Bullet point</a:t>
            </a:r>
          </a:p>
        </p:txBody>
      </p:sp>
    </p:spTree>
    <p:extLst>
      <p:ext uri="{BB962C8B-B14F-4D97-AF65-F5344CB8AC3E}">
        <p14:creationId xmlns:p14="http://schemas.microsoft.com/office/powerpoint/2010/main" val="3332419124"/>
      </p:ext>
    </p:extLst>
  </p:cSld>
  <p:clrMapOvr>
    <a:masterClrMapping/>
  </p:clrMapOvr>
  <p:extLst>
    <p:ext uri="{DCECCB84-F9BA-43D5-87BE-67443E8EF086}">
      <p15:sldGuideLst xmlns:p15="http://schemas.microsoft.com/office/powerpoint/2012/main">
        <p15:guide id="1" orient="horz" pos="2777">
          <p15:clr>
            <a:srgbClr val="C35EA4"/>
          </p15:clr>
        </p15:guide>
        <p15:guide id="2" orient="horz" pos="699">
          <p15:clr>
            <a:srgbClr val="547EBF"/>
          </p15:clr>
        </p15:guide>
      </p15:sldGuideLst>
    </p:ext>
  </p:extLst>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Content: team 1">
    <p:spTree>
      <p:nvGrpSpPr>
        <p:cNvPr id="1" name=""/>
        <p:cNvGrpSpPr/>
        <p:nvPr/>
      </p:nvGrpSpPr>
      <p:grpSpPr>
        <a:xfrm>
          <a:off x="0" y="0"/>
          <a:ext cx="0" cy="0"/>
          <a:chOff x="0" y="0"/>
          <a:chExt cx="0" cy="0"/>
        </a:xfrm>
      </p:grpSpPr>
      <p:sp>
        <p:nvSpPr>
          <p:cNvPr id="21" name="Picture Placeholder 2">
            <a:extLst>
              <a:ext uri="{FF2B5EF4-FFF2-40B4-BE49-F238E27FC236}">
                <a16:creationId xmlns:a16="http://schemas.microsoft.com/office/drawing/2014/main" id="{D57647B7-79D1-0A4B-BE19-EB3D7E56204A}"/>
              </a:ext>
            </a:extLst>
          </p:cNvPr>
          <p:cNvSpPr>
            <a:spLocks noGrp="1" noChangeAspect="1"/>
          </p:cNvSpPr>
          <p:nvPr>
            <p:ph type="pic" sz="quarter" idx="15" hasCustomPrompt="1"/>
          </p:nvPr>
        </p:nvSpPr>
        <p:spPr>
          <a:xfrm>
            <a:off x="564646" y="1744663"/>
            <a:ext cx="1180800" cy="1180800"/>
          </a:xfrm>
          <a:prstGeom prst="rect">
            <a:avLst/>
          </a:prstGeom>
          <a:solidFill>
            <a:schemeClr val="bg1">
              <a:lumMod val="95000"/>
            </a:schemeClr>
          </a:solidFill>
          <a:ln>
            <a:noFill/>
          </a:ln>
        </p:spPr>
        <p:txBody>
          <a:bodyPr vert="horz" lIns="91440" tIns="0" rIns="0" bIns="0" rtlCol="0" anchor="ctr">
            <a:noAutofit/>
          </a:bodyPr>
          <a:lstStyle>
            <a:lvl1pPr>
              <a:defRPr lang="en-US" i="0">
                <a:latin typeface="Graphik" panose="020B0503030202060203" pitchFamily="34" charset="77"/>
              </a:defRPr>
            </a:lvl1pPr>
          </a:lstStyle>
          <a:p>
            <a:pPr lvl="0" algn="ctr"/>
            <a:r>
              <a:rPr lang="en-GB"/>
              <a:t>Add profile photo</a:t>
            </a:r>
            <a:endParaRPr lang="en-US"/>
          </a:p>
        </p:txBody>
      </p:sp>
      <p:sp>
        <p:nvSpPr>
          <p:cNvPr id="46" name="Picture Placeholder 4">
            <a:extLst>
              <a:ext uri="{FF2B5EF4-FFF2-40B4-BE49-F238E27FC236}">
                <a16:creationId xmlns:a16="http://schemas.microsoft.com/office/drawing/2014/main" id="{25DB0B2A-9775-46B0-9A40-F75EBFA4B45C}"/>
              </a:ext>
            </a:extLst>
          </p:cNvPr>
          <p:cNvSpPr>
            <a:spLocks noGrp="1" noChangeAspect="1"/>
          </p:cNvSpPr>
          <p:nvPr>
            <p:ph type="pic" sz="quarter" idx="27" hasCustomPrompt="1"/>
          </p:nvPr>
        </p:nvSpPr>
        <p:spPr>
          <a:xfrm>
            <a:off x="3569554" y="1744663"/>
            <a:ext cx="1180800" cy="1180800"/>
          </a:xfrm>
          <a:prstGeom prst="rect">
            <a:avLst/>
          </a:prstGeom>
          <a:solidFill>
            <a:schemeClr val="bg1">
              <a:lumMod val="95000"/>
            </a:schemeClr>
          </a:solidFill>
          <a:ln>
            <a:noFill/>
          </a:ln>
        </p:spPr>
        <p:txBody>
          <a:bodyPr vert="horz" lIns="91440" tIns="0" rIns="0" bIns="0" rtlCol="0" anchor="ctr">
            <a:noAutofit/>
          </a:bodyPr>
          <a:lstStyle>
            <a:lvl1pPr>
              <a:defRPr lang="en-US" i="0">
                <a:latin typeface="Graphik" panose="020B0503030202060203" pitchFamily="34" charset="77"/>
              </a:defRPr>
            </a:lvl1pPr>
          </a:lstStyle>
          <a:p>
            <a:pPr lvl="0" algn="ctr"/>
            <a:r>
              <a:rPr lang="en-GB"/>
              <a:t>Add profile photo</a:t>
            </a:r>
            <a:endParaRPr lang="en-US"/>
          </a:p>
        </p:txBody>
      </p:sp>
      <p:sp>
        <p:nvSpPr>
          <p:cNvPr id="47" name="Picture Placeholder 6">
            <a:extLst>
              <a:ext uri="{FF2B5EF4-FFF2-40B4-BE49-F238E27FC236}">
                <a16:creationId xmlns:a16="http://schemas.microsoft.com/office/drawing/2014/main" id="{F83F6B5F-EAE7-44DA-BD77-6D66865CEB92}"/>
              </a:ext>
            </a:extLst>
          </p:cNvPr>
          <p:cNvSpPr>
            <a:spLocks noGrp="1" noChangeAspect="1"/>
          </p:cNvSpPr>
          <p:nvPr>
            <p:ph type="pic" sz="quarter" idx="28" hasCustomPrompt="1"/>
          </p:nvPr>
        </p:nvSpPr>
        <p:spPr>
          <a:xfrm>
            <a:off x="6574462" y="1744663"/>
            <a:ext cx="1180800" cy="1180800"/>
          </a:xfrm>
          <a:prstGeom prst="rect">
            <a:avLst/>
          </a:prstGeom>
          <a:solidFill>
            <a:schemeClr val="bg1">
              <a:lumMod val="95000"/>
            </a:schemeClr>
          </a:solidFill>
          <a:ln>
            <a:noFill/>
          </a:ln>
        </p:spPr>
        <p:txBody>
          <a:bodyPr vert="horz" lIns="91440" tIns="0" rIns="0" bIns="0" rtlCol="0" anchor="ctr">
            <a:noAutofit/>
          </a:bodyPr>
          <a:lstStyle>
            <a:lvl1pPr>
              <a:defRPr lang="en-US" i="0">
                <a:latin typeface="Graphik" panose="020B0503030202060203" pitchFamily="34" charset="77"/>
              </a:defRPr>
            </a:lvl1pPr>
          </a:lstStyle>
          <a:p>
            <a:pPr lvl="0" algn="ctr"/>
            <a:r>
              <a:rPr lang="en-GB"/>
              <a:t>Add profile photo</a:t>
            </a:r>
            <a:endParaRPr lang="en-US"/>
          </a:p>
        </p:txBody>
      </p:sp>
      <p:sp>
        <p:nvSpPr>
          <p:cNvPr id="48" name="Picture Placeholder 8">
            <a:extLst>
              <a:ext uri="{FF2B5EF4-FFF2-40B4-BE49-F238E27FC236}">
                <a16:creationId xmlns:a16="http://schemas.microsoft.com/office/drawing/2014/main" id="{AD8EF41C-E978-4139-80A4-73605C41EA35}"/>
              </a:ext>
            </a:extLst>
          </p:cNvPr>
          <p:cNvSpPr>
            <a:spLocks noGrp="1" noChangeAspect="1"/>
          </p:cNvSpPr>
          <p:nvPr>
            <p:ph type="pic" sz="quarter" idx="29" hasCustomPrompt="1"/>
          </p:nvPr>
        </p:nvSpPr>
        <p:spPr>
          <a:xfrm>
            <a:off x="9579372" y="1744663"/>
            <a:ext cx="1180800" cy="1180800"/>
          </a:xfrm>
          <a:prstGeom prst="rect">
            <a:avLst/>
          </a:prstGeom>
          <a:solidFill>
            <a:schemeClr val="bg1">
              <a:lumMod val="95000"/>
            </a:schemeClr>
          </a:solidFill>
          <a:ln>
            <a:noFill/>
          </a:ln>
        </p:spPr>
        <p:txBody>
          <a:bodyPr vert="horz" lIns="91440" tIns="0" rIns="0" bIns="0" rtlCol="0" anchor="ctr">
            <a:noAutofit/>
          </a:bodyPr>
          <a:lstStyle>
            <a:lvl1pPr>
              <a:defRPr lang="en-US" i="0">
                <a:latin typeface="Graphik" panose="020B0503030202060203" pitchFamily="34" charset="77"/>
              </a:defRPr>
            </a:lvl1pPr>
          </a:lstStyle>
          <a:p>
            <a:pPr lvl="0" algn="ctr"/>
            <a:r>
              <a:rPr lang="en-GB"/>
              <a:t>Add profile photo</a:t>
            </a:r>
            <a:endParaRPr lang="en-US"/>
          </a:p>
        </p:txBody>
      </p:sp>
      <p:sp>
        <p:nvSpPr>
          <p:cNvPr id="3" name="Text Placeholder 1">
            <a:extLst>
              <a:ext uri="{FF2B5EF4-FFF2-40B4-BE49-F238E27FC236}">
                <a16:creationId xmlns:a16="http://schemas.microsoft.com/office/drawing/2014/main" id="{E190AA3D-F653-7DE3-E814-C735080B2FC6}"/>
              </a:ext>
            </a:extLst>
          </p:cNvPr>
          <p:cNvSpPr>
            <a:spLocks noGrp="1"/>
          </p:cNvSpPr>
          <p:nvPr>
            <p:ph type="body" sz="quarter" idx="19" hasCustomPrompt="1"/>
          </p:nvPr>
        </p:nvSpPr>
        <p:spPr>
          <a:xfrm>
            <a:off x="564645" y="3331287"/>
            <a:ext cx="2047984" cy="2397859"/>
          </a:xfrm>
          <a:prstGeom prst="rect">
            <a:avLst/>
          </a:prstGeom>
        </p:spPr>
        <p:txBody>
          <a:bodyPr/>
          <a:lstStyle>
            <a:lvl1pPr marL="0" indent="0">
              <a:lnSpc>
                <a:spcPct val="80000"/>
              </a:lnSpc>
              <a:spcAft>
                <a:spcPts val="0"/>
              </a:spcAft>
              <a:buFont typeface="Graphik" panose="020B0604020202020204" pitchFamily="34" charset="0"/>
              <a:buNone/>
              <a:defRPr sz="1100" b="1" i="0">
                <a:solidFill>
                  <a:schemeClr val="bg2"/>
                </a:solidFill>
                <a:latin typeface="Graphik Semibold" panose="020B0503030202060203" pitchFamily="34" charset="77"/>
              </a:defRPr>
            </a:lvl1pPr>
            <a:lvl2pPr marL="0" indent="0">
              <a:spcAft>
                <a:spcPts val="800"/>
              </a:spcAft>
              <a:buNone/>
              <a:defRPr lang="en-US" sz="1100" b="1" i="0" kern="1200">
                <a:solidFill>
                  <a:schemeClr val="bg2"/>
                </a:solidFill>
                <a:latin typeface="Graphik Semibold" panose="020B0503030202060203" pitchFamily="34" charset="77"/>
                <a:ea typeface="+mn-ea"/>
                <a:cs typeface="+mn-cs"/>
              </a:defRPr>
            </a:lvl2pPr>
            <a:lvl3pPr marL="0" indent="0">
              <a:spcAft>
                <a:spcPts val="600"/>
              </a:spcAft>
              <a:buNone/>
              <a:defRPr sz="1100" b="0" i="0">
                <a:latin typeface="Graphik" panose="020B0503030202060203" pitchFamily="34" charset="77"/>
              </a:defRPr>
            </a:lvl3pPr>
            <a:lvl4pPr marL="182875" indent="-182875">
              <a:spcAft>
                <a:spcPts val="600"/>
              </a:spcAft>
              <a:buFont typeface="Graphik" panose="020B0604020202020204" pitchFamily="34" charset="0"/>
              <a:buChar char="•"/>
              <a:defRPr sz="1100" b="0" i="0">
                <a:latin typeface="Graphik" panose="020B0503030202060203" pitchFamily="34" charset="77"/>
              </a:defRPr>
            </a:lvl4pPr>
            <a:lvl5pPr>
              <a:spcAft>
                <a:spcPts val="600"/>
              </a:spcAft>
              <a:defRPr sz="1600"/>
            </a:lvl5pPr>
          </a:lstStyle>
          <a:p>
            <a:pPr lvl="0"/>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4" name="Text Placeholder 2">
            <a:extLst>
              <a:ext uri="{FF2B5EF4-FFF2-40B4-BE49-F238E27FC236}">
                <a16:creationId xmlns:a16="http://schemas.microsoft.com/office/drawing/2014/main" id="{6845C65E-741B-B706-0B82-1C81A0F6B5D9}"/>
              </a:ext>
            </a:extLst>
          </p:cNvPr>
          <p:cNvSpPr>
            <a:spLocks noGrp="1"/>
          </p:cNvSpPr>
          <p:nvPr>
            <p:ph type="body" sz="quarter" idx="31" hasCustomPrompt="1"/>
          </p:nvPr>
        </p:nvSpPr>
        <p:spPr>
          <a:xfrm>
            <a:off x="3569554" y="3331287"/>
            <a:ext cx="2047984" cy="2397859"/>
          </a:xfrm>
          <a:prstGeom prst="rect">
            <a:avLst/>
          </a:prstGeom>
        </p:spPr>
        <p:txBody>
          <a:bodyPr/>
          <a:lstStyle>
            <a:lvl1pPr marL="0" indent="0">
              <a:lnSpc>
                <a:spcPct val="80000"/>
              </a:lnSpc>
              <a:spcAft>
                <a:spcPts val="0"/>
              </a:spcAft>
              <a:buFont typeface="Graphik" panose="020B0604020202020204" pitchFamily="34" charset="0"/>
              <a:buNone/>
              <a:defRPr sz="1100" b="1" i="0">
                <a:solidFill>
                  <a:schemeClr val="bg2"/>
                </a:solidFill>
                <a:latin typeface="Graphik Semibold" panose="020B0503030202060203" pitchFamily="34" charset="77"/>
              </a:defRPr>
            </a:lvl1pPr>
            <a:lvl2pPr marL="0" indent="0">
              <a:spcAft>
                <a:spcPts val="800"/>
              </a:spcAft>
              <a:buNone/>
              <a:defRPr lang="en-US" sz="1100" b="1" i="0" kern="1200">
                <a:solidFill>
                  <a:schemeClr val="bg2"/>
                </a:solidFill>
                <a:latin typeface="Graphik Semibold" panose="020B0503030202060203" pitchFamily="34" charset="77"/>
                <a:ea typeface="+mn-ea"/>
                <a:cs typeface="+mn-cs"/>
              </a:defRPr>
            </a:lvl2pPr>
            <a:lvl3pPr marL="0" indent="0">
              <a:spcAft>
                <a:spcPts val="600"/>
              </a:spcAft>
              <a:buNone/>
              <a:defRPr sz="1100" b="0" i="0">
                <a:latin typeface="Graphik" panose="020B0503030202060203" pitchFamily="34" charset="77"/>
              </a:defRPr>
            </a:lvl3pPr>
            <a:lvl4pPr marL="182875" indent="-182875">
              <a:spcAft>
                <a:spcPts val="600"/>
              </a:spcAft>
              <a:buFont typeface="Graphik" panose="020B0604020202020204" pitchFamily="34" charset="0"/>
              <a:buChar char="•"/>
              <a:defRPr sz="1100" b="0" i="0">
                <a:latin typeface="Graphik" panose="020B0503030202060203" pitchFamily="34" charset="77"/>
              </a:defRPr>
            </a:lvl4pPr>
            <a:lvl5pPr>
              <a:spcAft>
                <a:spcPts val="600"/>
              </a:spcAft>
              <a:defRPr sz="1600"/>
            </a:lvl5pPr>
          </a:lstStyle>
          <a:p>
            <a:pPr lvl="0"/>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6" name="Text Placeholder 3">
            <a:extLst>
              <a:ext uri="{FF2B5EF4-FFF2-40B4-BE49-F238E27FC236}">
                <a16:creationId xmlns:a16="http://schemas.microsoft.com/office/drawing/2014/main" id="{820C257B-A255-A185-7414-40904B81A8DC}"/>
              </a:ext>
            </a:extLst>
          </p:cNvPr>
          <p:cNvSpPr>
            <a:spLocks noGrp="1"/>
          </p:cNvSpPr>
          <p:nvPr>
            <p:ph type="body" sz="quarter" idx="32" hasCustomPrompt="1"/>
          </p:nvPr>
        </p:nvSpPr>
        <p:spPr>
          <a:xfrm>
            <a:off x="6574463" y="3331287"/>
            <a:ext cx="2047984" cy="2397859"/>
          </a:xfrm>
          <a:prstGeom prst="rect">
            <a:avLst/>
          </a:prstGeom>
        </p:spPr>
        <p:txBody>
          <a:bodyPr/>
          <a:lstStyle>
            <a:lvl1pPr marL="0" indent="0">
              <a:lnSpc>
                <a:spcPct val="80000"/>
              </a:lnSpc>
              <a:spcAft>
                <a:spcPts val="0"/>
              </a:spcAft>
              <a:buFont typeface="Graphik" panose="020B0604020202020204" pitchFamily="34" charset="0"/>
              <a:buNone/>
              <a:defRPr sz="1100" b="1" i="0">
                <a:solidFill>
                  <a:schemeClr val="bg2"/>
                </a:solidFill>
                <a:latin typeface="Graphik Semibold" panose="020B0503030202060203" pitchFamily="34" charset="77"/>
              </a:defRPr>
            </a:lvl1pPr>
            <a:lvl2pPr marL="0" indent="0">
              <a:spcAft>
                <a:spcPts val="800"/>
              </a:spcAft>
              <a:buNone/>
              <a:defRPr lang="en-US" sz="1100" b="1" i="0" kern="1200">
                <a:solidFill>
                  <a:schemeClr val="bg2"/>
                </a:solidFill>
                <a:latin typeface="Graphik Semibold" panose="020B0503030202060203" pitchFamily="34" charset="77"/>
                <a:ea typeface="+mn-ea"/>
                <a:cs typeface="+mn-cs"/>
              </a:defRPr>
            </a:lvl2pPr>
            <a:lvl3pPr marL="0" indent="0">
              <a:spcAft>
                <a:spcPts val="600"/>
              </a:spcAft>
              <a:buNone/>
              <a:defRPr sz="1100" b="0" i="0">
                <a:latin typeface="Graphik" panose="020B0503030202060203" pitchFamily="34" charset="77"/>
              </a:defRPr>
            </a:lvl3pPr>
            <a:lvl4pPr marL="182875" indent="-182875">
              <a:spcAft>
                <a:spcPts val="600"/>
              </a:spcAft>
              <a:buFont typeface="Graphik" panose="020B0604020202020204" pitchFamily="34" charset="0"/>
              <a:buChar char="•"/>
              <a:defRPr sz="1100" b="0" i="0">
                <a:latin typeface="Graphik" panose="020B0503030202060203" pitchFamily="34" charset="77"/>
              </a:defRPr>
            </a:lvl4pPr>
            <a:lvl5pPr>
              <a:spcAft>
                <a:spcPts val="600"/>
              </a:spcAft>
              <a:defRPr sz="1600"/>
            </a:lvl5pPr>
          </a:lstStyle>
          <a:p>
            <a:pPr lvl="0"/>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7" name="Text Placeholder 4">
            <a:extLst>
              <a:ext uri="{FF2B5EF4-FFF2-40B4-BE49-F238E27FC236}">
                <a16:creationId xmlns:a16="http://schemas.microsoft.com/office/drawing/2014/main" id="{46CCAA45-3EAB-F22C-1634-630066DF8C20}"/>
              </a:ext>
            </a:extLst>
          </p:cNvPr>
          <p:cNvSpPr>
            <a:spLocks noGrp="1"/>
          </p:cNvSpPr>
          <p:nvPr>
            <p:ph type="body" sz="quarter" idx="33" hasCustomPrompt="1"/>
          </p:nvPr>
        </p:nvSpPr>
        <p:spPr>
          <a:xfrm>
            <a:off x="9579371" y="3331287"/>
            <a:ext cx="2047984" cy="2397859"/>
          </a:xfrm>
          <a:prstGeom prst="rect">
            <a:avLst/>
          </a:prstGeom>
        </p:spPr>
        <p:txBody>
          <a:bodyPr/>
          <a:lstStyle>
            <a:lvl1pPr marL="0" indent="0">
              <a:lnSpc>
                <a:spcPct val="80000"/>
              </a:lnSpc>
              <a:spcAft>
                <a:spcPts val="0"/>
              </a:spcAft>
              <a:buFont typeface="Graphik" panose="020B0604020202020204" pitchFamily="34" charset="0"/>
              <a:buNone/>
              <a:defRPr sz="1100" b="1" i="0">
                <a:solidFill>
                  <a:schemeClr val="bg2"/>
                </a:solidFill>
                <a:latin typeface="Graphik Semibold" panose="020B0503030202060203" pitchFamily="34" charset="77"/>
              </a:defRPr>
            </a:lvl1pPr>
            <a:lvl2pPr marL="0" indent="0">
              <a:spcAft>
                <a:spcPts val="800"/>
              </a:spcAft>
              <a:buNone/>
              <a:defRPr lang="en-US" sz="1100" b="1" i="0" kern="1200">
                <a:solidFill>
                  <a:schemeClr val="bg2"/>
                </a:solidFill>
                <a:latin typeface="Graphik Semibold" panose="020B0503030202060203" pitchFamily="34" charset="77"/>
                <a:ea typeface="+mn-ea"/>
                <a:cs typeface="+mn-cs"/>
              </a:defRPr>
            </a:lvl2pPr>
            <a:lvl3pPr marL="0" indent="0">
              <a:spcAft>
                <a:spcPts val="600"/>
              </a:spcAft>
              <a:buNone/>
              <a:defRPr sz="1100" b="0" i="0">
                <a:latin typeface="Graphik" panose="020B0503030202060203" pitchFamily="34" charset="77"/>
              </a:defRPr>
            </a:lvl3pPr>
            <a:lvl4pPr marL="182875" indent="-182875">
              <a:spcAft>
                <a:spcPts val="600"/>
              </a:spcAft>
              <a:buFont typeface="Graphik" panose="020B0604020202020204" pitchFamily="34" charset="0"/>
              <a:buChar char="•"/>
              <a:defRPr sz="1100" b="0" i="0">
                <a:latin typeface="Graphik" panose="020B0503030202060203" pitchFamily="34" charset="77"/>
              </a:defRPr>
            </a:lvl4pPr>
            <a:lvl5pPr>
              <a:spcAft>
                <a:spcPts val="600"/>
              </a:spcAft>
              <a:defRPr sz="1600"/>
            </a:lvl5pPr>
          </a:lstStyle>
          <a:p>
            <a:pPr lvl="0"/>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5" name="Text Placeholder 3">
            <a:extLst>
              <a:ext uri="{FF2B5EF4-FFF2-40B4-BE49-F238E27FC236}">
                <a16:creationId xmlns:a16="http://schemas.microsoft.com/office/drawing/2014/main" id="{61017757-DC7D-283B-40ED-71A3ADDFA6E7}"/>
              </a:ext>
            </a:extLst>
          </p:cNvPr>
          <p:cNvSpPr>
            <a:spLocks noGrp="1"/>
          </p:cNvSpPr>
          <p:nvPr>
            <p:ph type="body" sz="quarter" idx="26" hasCustomPrompt="1"/>
          </p:nvPr>
        </p:nvSpPr>
        <p:spPr>
          <a:xfrm>
            <a:off x="563412" y="1109663"/>
            <a:ext cx="11063944" cy="384048"/>
          </a:xfrm>
          <a:prstGeom prst="rect">
            <a:avLst/>
          </a:prstGeom>
        </p:spPr>
        <p:txBody>
          <a:bodyPr anchor="t"/>
          <a:lstStyle>
            <a:lvl1pPr marL="0" indent="0">
              <a:spcAft>
                <a:spcPts val="0"/>
              </a:spcAft>
              <a:buNone/>
              <a:defRPr sz="1800" b="0" i="0">
                <a:solidFill>
                  <a:schemeClr val="tx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8" name="Title 2">
            <a:extLst>
              <a:ext uri="{FF2B5EF4-FFF2-40B4-BE49-F238E27FC236}">
                <a16:creationId xmlns:a16="http://schemas.microsoft.com/office/drawing/2014/main" id="{31352EF7-C8C2-5E64-698B-A2C388CB7F7C}"/>
              </a:ext>
            </a:extLst>
          </p:cNvPr>
          <p:cNvSpPr>
            <a:spLocks noGrp="1"/>
          </p:cNvSpPr>
          <p:nvPr>
            <p:ph type="title"/>
          </p:nvPr>
        </p:nvSpPr>
        <p:spPr>
          <a:xfrm>
            <a:off x="556466" y="572600"/>
            <a:ext cx="11070889" cy="393954"/>
          </a:xfrm>
        </p:spPr>
        <p:txBody>
          <a:bodyPr/>
          <a:lstStyle/>
          <a:p>
            <a:r>
              <a:rPr lang="en-GB"/>
              <a:t>Click to edit Master title style</a:t>
            </a:r>
            <a:endParaRPr lang="en-US"/>
          </a:p>
        </p:txBody>
      </p:sp>
    </p:spTree>
    <p:extLst>
      <p:ext uri="{BB962C8B-B14F-4D97-AF65-F5344CB8AC3E}">
        <p14:creationId xmlns:p14="http://schemas.microsoft.com/office/powerpoint/2010/main" val="255691144"/>
      </p:ext>
    </p:extLst>
  </p:cSld>
  <p:clrMapOvr>
    <a:masterClrMapping/>
  </p:clrMapOvr>
  <p:extLst>
    <p:ext uri="{DCECCB84-F9BA-43D5-87BE-67443E8EF086}">
      <p15:sldGuideLst xmlns:p15="http://schemas.microsoft.com/office/powerpoint/2012/main"/>
    </p:ext>
  </p:extLst>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Content: team 2 + light mod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BE8934D7-8F0E-DAC2-009E-72AA89D1034C}"/>
              </a:ext>
            </a:extLst>
          </p:cNvPr>
          <p:cNvSpPr>
            <a:spLocks noGrp="1" noChangeAspect="1"/>
          </p:cNvSpPr>
          <p:nvPr>
            <p:ph type="pic" sz="quarter" idx="14" hasCustomPrompt="1"/>
          </p:nvPr>
        </p:nvSpPr>
        <p:spPr>
          <a:xfrm>
            <a:off x="1420322" y="2629388"/>
            <a:ext cx="1180800" cy="1180800"/>
          </a:xfrm>
          <a:prstGeom prst="rect">
            <a:avLst/>
          </a:prstGeom>
          <a:solidFill>
            <a:schemeClr val="bg1">
              <a:lumMod val="95000"/>
            </a:schemeClr>
          </a:solidFill>
        </p:spPr>
        <p:txBody>
          <a:bodyPr lIns="91440" tIns="0" anchor="ctr"/>
          <a:lstStyle>
            <a:lvl1pPr marL="0" indent="0" algn="ctr">
              <a:buNone/>
              <a:defRPr sz="1400" b="0" i="0">
                <a:latin typeface="Graphik" panose="020B0503030202060203" pitchFamily="34" charset="77"/>
              </a:defRPr>
            </a:lvl1pPr>
          </a:lstStyle>
          <a:p>
            <a:r>
              <a:rPr lang="en-GB"/>
              <a:t>Add profile photo</a:t>
            </a:r>
            <a:endParaRPr lang="en-US"/>
          </a:p>
        </p:txBody>
      </p:sp>
      <p:sp>
        <p:nvSpPr>
          <p:cNvPr id="4" name="Picture Placeholder 4">
            <a:extLst>
              <a:ext uri="{FF2B5EF4-FFF2-40B4-BE49-F238E27FC236}">
                <a16:creationId xmlns:a16="http://schemas.microsoft.com/office/drawing/2014/main" id="{66FFCC06-23AF-63BD-C570-7D17CA07D430}"/>
              </a:ext>
            </a:extLst>
          </p:cNvPr>
          <p:cNvSpPr>
            <a:spLocks noGrp="1" noChangeAspect="1"/>
          </p:cNvSpPr>
          <p:nvPr>
            <p:ph type="pic" sz="quarter" idx="15" hasCustomPrompt="1"/>
          </p:nvPr>
        </p:nvSpPr>
        <p:spPr>
          <a:xfrm>
            <a:off x="2980178" y="2629388"/>
            <a:ext cx="1180800" cy="1180800"/>
          </a:xfrm>
          <a:prstGeom prst="rect">
            <a:avLst/>
          </a:prstGeom>
          <a:solidFill>
            <a:schemeClr val="bg1">
              <a:lumMod val="95000"/>
            </a:schemeClr>
          </a:solidFill>
        </p:spPr>
        <p:txBody>
          <a:bodyPr vert="horz" lIns="91440" tIns="0" rIns="0" bIns="0" rtlCol="0" anchor="ctr">
            <a:noAutofit/>
          </a:bodyPr>
          <a:lstStyle>
            <a:lvl1pPr marL="0" indent="0" algn="ctr">
              <a:buNone/>
              <a:defRPr lang="en-US" sz="1400" b="0" i="0" dirty="0">
                <a:latin typeface="Graphik" panose="020B0503030202060203" pitchFamily="34" charset="77"/>
              </a:defRPr>
            </a:lvl1pPr>
          </a:lstStyle>
          <a:p>
            <a:pPr lvl="0"/>
            <a:r>
              <a:rPr lang="en-GB"/>
              <a:t>Add profile photo</a:t>
            </a:r>
            <a:endParaRPr lang="en-US"/>
          </a:p>
        </p:txBody>
      </p:sp>
      <p:sp>
        <p:nvSpPr>
          <p:cNvPr id="6" name="Picture Placeholder 6">
            <a:extLst>
              <a:ext uri="{FF2B5EF4-FFF2-40B4-BE49-F238E27FC236}">
                <a16:creationId xmlns:a16="http://schemas.microsoft.com/office/drawing/2014/main" id="{12A42FC0-DC57-2DAF-9A2D-A7CC2A4D2438}"/>
              </a:ext>
            </a:extLst>
          </p:cNvPr>
          <p:cNvSpPr>
            <a:spLocks noGrp="1" noChangeAspect="1"/>
          </p:cNvSpPr>
          <p:nvPr>
            <p:ph type="pic" sz="quarter" idx="16" hasCustomPrompt="1"/>
          </p:nvPr>
        </p:nvSpPr>
        <p:spPr>
          <a:xfrm>
            <a:off x="4540034" y="2629388"/>
            <a:ext cx="1180800" cy="1180800"/>
          </a:xfrm>
          <a:prstGeom prst="rect">
            <a:avLst/>
          </a:prstGeom>
          <a:solidFill>
            <a:schemeClr val="bg1">
              <a:lumMod val="95000"/>
            </a:schemeClr>
          </a:solidFill>
        </p:spPr>
        <p:txBody>
          <a:bodyPr vert="horz" lIns="91440" tIns="0" rIns="0" bIns="0" rtlCol="0" anchor="ctr">
            <a:noAutofit/>
          </a:bodyPr>
          <a:lstStyle>
            <a:lvl1pPr marL="0" indent="0" algn="ctr">
              <a:buNone/>
              <a:defRPr lang="en-US" sz="1400" b="0" i="0" dirty="0">
                <a:latin typeface="Graphik" panose="020B0503030202060203" pitchFamily="34" charset="77"/>
              </a:defRPr>
            </a:lvl1pPr>
          </a:lstStyle>
          <a:p>
            <a:pPr lvl="0"/>
            <a:r>
              <a:rPr lang="en-GB"/>
              <a:t>Add profile photo</a:t>
            </a:r>
            <a:endParaRPr lang="en-US"/>
          </a:p>
        </p:txBody>
      </p:sp>
      <p:sp>
        <p:nvSpPr>
          <p:cNvPr id="7" name="Picture Placeholder 8">
            <a:extLst>
              <a:ext uri="{FF2B5EF4-FFF2-40B4-BE49-F238E27FC236}">
                <a16:creationId xmlns:a16="http://schemas.microsoft.com/office/drawing/2014/main" id="{75D1459B-043F-093D-F414-47A4829412AC}"/>
              </a:ext>
            </a:extLst>
          </p:cNvPr>
          <p:cNvSpPr>
            <a:spLocks noGrp="1" noChangeAspect="1"/>
          </p:cNvSpPr>
          <p:nvPr>
            <p:ph type="pic" sz="quarter" idx="17" hasCustomPrompt="1"/>
          </p:nvPr>
        </p:nvSpPr>
        <p:spPr>
          <a:xfrm>
            <a:off x="6099890" y="2629388"/>
            <a:ext cx="1180800" cy="1180800"/>
          </a:xfrm>
          <a:prstGeom prst="rect">
            <a:avLst/>
          </a:prstGeom>
          <a:solidFill>
            <a:schemeClr val="bg1">
              <a:lumMod val="95000"/>
            </a:schemeClr>
          </a:solidFill>
        </p:spPr>
        <p:txBody>
          <a:bodyPr vert="horz" lIns="91440" tIns="0" rIns="0" bIns="0" rtlCol="0" anchor="ctr">
            <a:noAutofit/>
          </a:bodyPr>
          <a:lstStyle>
            <a:lvl1pPr marL="0" indent="0" algn="ctr">
              <a:buNone/>
              <a:defRPr lang="en-US" sz="1400" b="0" i="0" dirty="0">
                <a:latin typeface="Graphik" panose="020B0503030202060203" pitchFamily="34" charset="77"/>
              </a:defRPr>
            </a:lvl1pPr>
          </a:lstStyle>
          <a:p>
            <a:pPr lvl="0"/>
            <a:r>
              <a:rPr lang="en-GB"/>
              <a:t>Add profile photo</a:t>
            </a:r>
            <a:endParaRPr lang="en-US"/>
          </a:p>
        </p:txBody>
      </p:sp>
      <p:sp>
        <p:nvSpPr>
          <p:cNvPr id="8" name="Picture Placeholder 10">
            <a:extLst>
              <a:ext uri="{FF2B5EF4-FFF2-40B4-BE49-F238E27FC236}">
                <a16:creationId xmlns:a16="http://schemas.microsoft.com/office/drawing/2014/main" id="{F83C65DB-7D3F-C47F-0688-6ED36B4BC359}"/>
              </a:ext>
            </a:extLst>
          </p:cNvPr>
          <p:cNvSpPr>
            <a:spLocks noGrp="1" noChangeAspect="1"/>
          </p:cNvSpPr>
          <p:nvPr>
            <p:ph type="pic" sz="quarter" idx="24" hasCustomPrompt="1"/>
          </p:nvPr>
        </p:nvSpPr>
        <p:spPr>
          <a:xfrm>
            <a:off x="7659746" y="2629388"/>
            <a:ext cx="1180800" cy="1180800"/>
          </a:xfrm>
          <a:prstGeom prst="rect">
            <a:avLst/>
          </a:prstGeom>
          <a:solidFill>
            <a:schemeClr val="bg1">
              <a:lumMod val="95000"/>
            </a:schemeClr>
          </a:solidFill>
        </p:spPr>
        <p:txBody>
          <a:bodyPr vert="horz" lIns="91440" tIns="0" rIns="0" bIns="0" rtlCol="0" anchor="ctr">
            <a:noAutofit/>
          </a:bodyPr>
          <a:lstStyle>
            <a:lvl1pPr marL="0" indent="0" algn="ctr">
              <a:buNone/>
              <a:defRPr lang="en-US" sz="1400" b="0" i="0" dirty="0">
                <a:latin typeface="Graphik" panose="020B0503030202060203" pitchFamily="34" charset="77"/>
              </a:defRPr>
            </a:lvl1pPr>
          </a:lstStyle>
          <a:p>
            <a:pPr lvl="0"/>
            <a:r>
              <a:rPr lang="en-GB"/>
              <a:t>Add profile photo</a:t>
            </a:r>
            <a:endParaRPr lang="en-US"/>
          </a:p>
        </p:txBody>
      </p:sp>
      <p:sp>
        <p:nvSpPr>
          <p:cNvPr id="9" name="Picture Placeholder 12">
            <a:extLst>
              <a:ext uri="{FF2B5EF4-FFF2-40B4-BE49-F238E27FC236}">
                <a16:creationId xmlns:a16="http://schemas.microsoft.com/office/drawing/2014/main" id="{4C9ABC01-5EC3-7241-7C4A-88F421331E70}"/>
              </a:ext>
            </a:extLst>
          </p:cNvPr>
          <p:cNvSpPr>
            <a:spLocks noGrp="1" noChangeAspect="1"/>
          </p:cNvSpPr>
          <p:nvPr>
            <p:ph type="pic" sz="quarter" idx="18" hasCustomPrompt="1"/>
          </p:nvPr>
        </p:nvSpPr>
        <p:spPr>
          <a:xfrm>
            <a:off x="9219600" y="2629388"/>
            <a:ext cx="1180800" cy="1180800"/>
          </a:xfrm>
          <a:prstGeom prst="rect">
            <a:avLst/>
          </a:prstGeom>
          <a:solidFill>
            <a:schemeClr val="bg1">
              <a:lumMod val="95000"/>
            </a:schemeClr>
          </a:solidFill>
        </p:spPr>
        <p:txBody>
          <a:bodyPr vert="horz" lIns="91440" tIns="0" rIns="0" bIns="0" rtlCol="0" anchor="ctr">
            <a:noAutofit/>
          </a:bodyPr>
          <a:lstStyle>
            <a:lvl1pPr marL="0" indent="0" algn="ctr">
              <a:buNone/>
              <a:defRPr lang="en-US" sz="1400" b="0" i="0" dirty="0">
                <a:latin typeface="Graphik" panose="020B0503030202060203" pitchFamily="34" charset="77"/>
              </a:defRPr>
            </a:lvl1pPr>
          </a:lstStyle>
          <a:p>
            <a:pPr lvl="0"/>
            <a:r>
              <a:rPr lang="en-GB"/>
              <a:t>Add profile photo</a:t>
            </a:r>
            <a:endParaRPr lang="en-US"/>
          </a:p>
        </p:txBody>
      </p:sp>
      <p:sp>
        <p:nvSpPr>
          <p:cNvPr id="28" name="Text Placeholder 3">
            <a:extLst>
              <a:ext uri="{FF2B5EF4-FFF2-40B4-BE49-F238E27FC236}">
                <a16:creationId xmlns:a16="http://schemas.microsoft.com/office/drawing/2014/main" id="{44690F9A-3FD8-58C2-C4B6-728AA0AC2DB6}"/>
              </a:ext>
            </a:extLst>
          </p:cNvPr>
          <p:cNvSpPr>
            <a:spLocks noGrp="1"/>
          </p:cNvSpPr>
          <p:nvPr>
            <p:ph type="body" sz="quarter" idx="38" hasCustomPrompt="1"/>
          </p:nvPr>
        </p:nvSpPr>
        <p:spPr>
          <a:xfrm>
            <a:off x="1420322"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sz="1000" b="1" i="0">
                <a:solidFill>
                  <a:schemeClr val="bg2"/>
                </a:solidFill>
                <a:latin typeface="Graphik Semibold" panose="020B0503030202060203" pitchFamily="34" charset="77"/>
              </a:defRPr>
            </a:lvl2pPr>
            <a:lvl3pPr marL="0" indent="0">
              <a:spcAft>
                <a:spcPts val="267"/>
              </a:spcAft>
              <a:buNone/>
              <a:defRPr sz="1000" b="0" i="0">
                <a:latin typeface="Graphik" panose="020B0503030202060203" pitchFamily="34" charset="77"/>
              </a:defRPr>
            </a:lvl3pPr>
            <a:lvl4pPr marL="182875" indent="-182875">
              <a:spcAft>
                <a:spcPts val="267"/>
              </a:spcAft>
              <a:buFont typeface="Graphik" panose="020B0604020202020204" pitchFamily="34" charset="0"/>
              <a:buChar char="•"/>
              <a:defRPr sz="1000" b="0" i="0">
                <a:latin typeface="Graphik" panose="020B0503030202060203" pitchFamily="34" charset="77"/>
              </a:defRPr>
            </a:lvl4pPr>
            <a:lvl5pPr>
              <a:spcAft>
                <a:spcPts val="600"/>
              </a:spcAft>
              <a:defRPr sz="1600"/>
            </a:lvl5pPr>
          </a:lstStyle>
          <a:p>
            <a:pPr lvl="0"/>
            <a:r>
              <a:rPr lang="en-US"/>
              <a:t>First name</a:t>
            </a:r>
          </a:p>
          <a:p>
            <a:pPr lvl="1"/>
            <a:r>
              <a:rPr lang="en-US"/>
              <a:t>Surname or Role</a:t>
            </a:r>
          </a:p>
          <a:p>
            <a:pPr lvl="2"/>
            <a:r>
              <a:rPr lang="en-US"/>
              <a:t>Short bio</a:t>
            </a:r>
          </a:p>
          <a:p>
            <a:pPr lvl="3"/>
            <a:r>
              <a:rPr lang="en-US"/>
              <a:t>Bullet point</a:t>
            </a:r>
          </a:p>
        </p:txBody>
      </p:sp>
      <p:sp>
        <p:nvSpPr>
          <p:cNvPr id="30" name="Text Placeholder 4">
            <a:extLst>
              <a:ext uri="{FF2B5EF4-FFF2-40B4-BE49-F238E27FC236}">
                <a16:creationId xmlns:a16="http://schemas.microsoft.com/office/drawing/2014/main" id="{8B4CF385-9FC6-70A9-2E90-C43EAE77F58C}"/>
              </a:ext>
            </a:extLst>
          </p:cNvPr>
          <p:cNvSpPr>
            <a:spLocks noGrp="1"/>
          </p:cNvSpPr>
          <p:nvPr>
            <p:ph type="body" sz="quarter" idx="39" hasCustomPrompt="1"/>
          </p:nvPr>
        </p:nvSpPr>
        <p:spPr>
          <a:xfrm>
            <a:off x="2980178"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1" i="0" kern="1200">
                <a:solidFill>
                  <a:schemeClr val="bg2"/>
                </a:solidFill>
                <a:latin typeface="Graphik Semibold" panose="020B0503030202060203" pitchFamily="34" charset="77"/>
                <a:ea typeface="+mn-ea"/>
                <a:cs typeface="+mn-cs"/>
              </a:defRPr>
            </a:lvl2pPr>
            <a:lvl3pPr marL="0" indent="0">
              <a:spcAft>
                <a:spcPts val="267"/>
              </a:spcAft>
              <a:buNone/>
              <a:defRPr sz="1000" b="0" i="0">
                <a:latin typeface="Graphik" panose="020B0503030202060203" pitchFamily="34" charset="77"/>
              </a:defRPr>
            </a:lvl3pPr>
            <a:lvl4pPr marL="182875" indent="-182875">
              <a:spcAft>
                <a:spcPts val="267"/>
              </a:spcAft>
              <a:buFont typeface="Graphik" panose="020B0604020202020204" pitchFamily="34" charset="0"/>
              <a:buChar char="•"/>
              <a:defRPr sz="1000" b="0" i="0">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32" name="Text Placeholder 5">
            <a:extLst>
              <a:ext uri="{FF2B5EF4-FFF2-40B4-BE49-F238E27FC236}">
                <a16:creationId xmlns:a16="http://schemas.microsoft.com/office/drawing/2014/main" id="{A8CE1B5A-4E28-77C8-EB90-DDA864C98EE4}"/>
              </a:ext>
            </a:extLst>
          </p:cNvPr>
          <p:cNvSpPr>
            <a:spLocks noGrp="1"/>
          </p:cNvSpPr>
          <p:nvPr>
            <p:ph type="body" sz="quarter" idx="40" hasCustomPrompt="1"/>
          </p:nvPr>
        </p:nvSpPr>
        <p:spPr>
          <a:xfrm>
            <a:off x="4540034"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1" i="0" kern="1200">
                <a:solidFill>
                  <a:schemeClr val="bg2"/>
                </a:solidFill>
                <a:latin typeface="Graphik Semibold" panose="020B0503030202060203" pitchFamily="34" charset="77"/>
                <a:ea typeface="+mn-ea"/>
                <a:cs typeface="+mn-cs"/>
              </a:defRPr>
            </a:lvl2pPr>
            <a:lvl3pPr marL="0" indent="0">
              <a:spcAft>
                <a:spcPts val="267"/>
              </a:spcAft>
              <a:buNone/>
              <a:defRPr sz="1000" b="0" i="0">
                <a:latin typeface="Graphik" panose="020B0503030202060203" pitchFamily="34" charset="77"/>
              </a:defRPr>
            </a:lvl3pPr>
            <a:lvl4pPr marL="182875" indent="-182875">
              <a:spcAft>
                <a:spcPts val="267"/>
              </a:spcAft>
              <a:buFont typeface="Graphik" panose="020B0604020202020204" pitchFamily="34" charset="0"/>
              <a:buChar char="•"/>
              <a:defRPr sz="1000" b="0" i="0">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33" name="Text Placeholder 6">
            <a:extLst>
              <a:ext uri="{FF2B5EF4-FFF2-40B4-BE49-F238E27FC236}">
                <a16:creationId xmlns:a16="http://schemas.microsoft.com/office/drawing/2014/main" id="{D17BC01F-7509-B7D1-2FF2-419E3035A67D}"/>
              </a:ext>
            </a:extLst>
          </p:cNvPr>
          <p:cNvSpPr>
            <a:spLocks noGrp="1"/>
          </p:cNvSpPr>
          <p:nvPr>
            <p:ph type="body" sz="quarter" idx="41" hasCustomPrompt="1"/>
          </p:nvPr>
        </p:nvSpPr>
        <p:spPr>
          <a:xfrm>
            <a:off x="6099890"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1" i="0" kern="1200">
                <a:solidFill>
                  <a:schemeClr val="bg2"/>
                </a:solidFill>
                <a:latin typeface="Graphik Semibold" panose="020B0503030202060203" pitchFamily="34" charset="77"/>
                <a:ea typeface="+mn-ea"/>
                <a:cs typeface="+mn-cs"/>
              </a:defRPr>
            </a:lvl2pPr>
            <a:lvl3pPr marL="0" indent="0">
              <a:spcAft>
                <a:spcPts val="267"/>
              </a:spcAft>
              <a:buNone/>
              <a:defRPr sz="1000" b="0" i="0">
                <a:latin typeface="Graphik" panose="020B0503030202060203" pitchFamily="34" charset="77"/>
              </a:defRPr>
            </a:lvl3pPr>
            <a:lvl4pPr marL="182875" indent="-182875">
              <a:spcAft>
                <a:spcPts val="267"/>
              </a:spcAft>
              <a:buFont typeface="Graphik" panose="020B0604020202020204" pitchFamily="34" charset="0"/>
              <a:buChar char="•"/>
              <a:defRPr sz="1000" b="0" i="0">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34" name="Text Placeholder 7">
            <a:extLst>
              <a:ext uri="{FF2B5EF4-FFF2-40B4-BE49-F238E27FC236}">
                <a16:creationId xmlns:a16="http://schemas.microsoft.com/office/drawing/2014/main" id="{B5E87864-3492-16F6-7D53-F48ECFF71B6B}"/>
              </a:ext>
            </a:extLst>
          </p:cNvPr>
          <p:cNvSpPr>
            <a:spLocks noGrp="1"/>
          </p:cNvSpPr>
          <p:nvPr>
            <p:ph type="body" sz="quarter" idx="42" hasCustomPrompt="1"/>
          </p:nvPr>
        </p:nvSpPr>
        <p:spPr>
          <a:xfrm>
            <a:off x="7659746"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1" i="0" kern="1200">
                <a:solidFill>
                  <a:schemeClr val="bg2"/>
                </a:solidFill>
                <a:latin typeface="Graphik Semibold" panose="020B0503030202060203" pitchFamily="34" charset="77"/>
                <a:ea typeface="+mn-ea"/>
                <a:cs typeface="+mn-cs"/>
              </a:defRPr>
            </a:lvl2pPr>
            <a:lvl3pPr marL="0" indent="0">
              <a:spcAft>
                <a:spcPts val="267"/>
              </a:spcAft>
              <a:buNone/>
              <a:defRPr sz="1000" b="0" i="0">
                <a:latin typeface="Graphik" panose="020B0503030202060203" pitchFamily="34" charset="77"/>
              </a:defRPr>
            </a:lvl3pPr>
            <a:lvl4pPr marL="182875" indent="-182875">
              <a:spcAft>
                <a:spcPts val="267"/>
              </a:spcAft>
              <a:buFont typeface="Graphik" panose="020B0604020202020204" pitchFamily="34" charset="0"/>
              <a:buChar char="•"/>
              <a:defRPr sz="1000" b="0" i="0">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35" name="Text Placeholder 8">
            <a:extLst>
              <a:ext uri="{FF2B5EF4-FFF2-40B4-BE49-F238E27FC236}">
                <a16:creationId xmlns:a16="http://schemas.microsoft.com/office/drawing/2014/main" id="{0882B210-0FE9-9013-3A4F-EBDFFF0F91F2}"/>
              </a:ext>
            </a:extLst>
          </p:cNvPr>
          <p:cNvSpPr>
            <a:spLocks noGrp="1"/>
          </p:cNvSpPr>
          <p:nvPr>
            <p:ph type="body" sz="quarter" idx="43" hasCustomPrompt="1"/>
          </p:nvPr>
        </p:nvSpPr>
        <p:spPr>
          <a:xfrm>
            <a:off x="9219600"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1" i="0" kern="1200">
                <a:solidFill>
                  <a:schemeClr val="bg2"/>
                </a:solidFill>
                <a:latin typeface="Graphik Semibold" panose="020B0503030202060203" pitchFamily="34" charset="77"/>
                <a:ea typeface="+mn-ea"/>
                <a:cs typeface="+mn-cs"/>
              </a:defRPr>
            </a:lvl2pPr>
            <a:lvl3pPr marL="0" indent="0">
              <a:spcAft>
                <a:spcPts val="267"/>
              </a:spcAft>
              <a:buNone/>
              <a:defRPr sz="1000" b="0" i="0">
                <a:latin typeface="Graphik" panose="020B0503030202060203" pitchFamily="34" charset="77"/>
              </a:defRPr>
            </a:lvl3pPr>
            <a:lvl4pPr marL="182875" indent="-182875">
              <a:spcAft>
                <a:spcPts val="267"/>
              </a:spcAft>
              <a:buFont typeface="Graphik" panose="020B0604020202020204" pitchFamily="34" charset="0"/>
              <a:buChar char="•"/>
              <a:defRPr sz="1000" b="0" i="0">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11" name="Text Placeholder 3">
            <a:extLst>
              <a:ext uri="{FF2B5EF4-FFF2-40B4-BE49-F238E27FC236}">
                <a16:creationId xmlns:a16="http://schemas.microsoft.com/office/drawing/2014/main" id="{B67959CF-959A-6AC4-94D1-25F08AB1C4FC}"/>
              </a:ext>
            </a:extLst>
          </p:cNvPr>
          <p:cNvSpPr>
            <a:spLocks noGrp="1"/>
          </p:cNvSpPr>
          <p:nvPr>
            <p:ph type="body" sz="quarter" idx="26" hasCustomPrompt="1"/>
          </p:nvPr>
        </p:nvSpPr>
        <p:spPr>
          <a:xfrm>
            <a:off x="563411" y="1109663"/>
            <a:ext cx="11084671" cy="384048"/>
          </a:xfrm>
          <a:prstGeom prst="rect">
            <a:avLst/>
          </a:prstGeom>
        </p:spPr>
        <p:txBody>
          <a:bodyPr anchor="t"/>
          <a:lstStyle>
            <a:lvl1pPr marL="0" indent="0">
              <a:spcAft>
                <a:spcPts val="0"/>
              </a:spcAft>
              <a:buNone/>
              <a:defRPr sz="1800" b="0" i="0">
                <a:solidFill>
                  <a:schemeClr val="tx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12" name="Title 2">
            <a:extLst>
              <a:ext uri="{FF2B5EF4-FFF2-40B4-BE49-F238E27FC236}">
                <a16:creationId xmlns:a16="http://schemas.microsoft.com/office/drawing/2014/main" id="{BC12817E-BFFB-996F-0414-D71850F8BB8D}"/>
              </a:ext>
            </a:extLst>
          </p:cNvPr>
          <p:cNvSpPr>
            <a:spLocks noGrp="1"/>
          </p:cNvSpPr>
          <p:nvPr>
            <p:ph type="title"/>
          </p:nvPr>
        </p:nvSpPr>
        <p:spPr>
          <a:xfrm>
            <a:off x="556467" y="572600"/>
            <a:ext cx="11084671" cy="393954"/>
          </a:xfrm>
        </p:spPr>
        <p:txBody>
          <a:bodyPr/>
          <a:lstStyle/>
          <a:p>
            <a:r>
              <a:rPr lang="en-GB"/>
              <a:t>Click to edit Master title style</a:t>
            </a:r>
            <a:endParaRPr lang="en-US"/>
          </a:p>
        </p:txBody>
      </p:sp>
    </p:spTree>
    <p:extLst>
      <p:ext uri="{BB962C8B-B14F-4D97-AF65-F5344CB8AC3E}">
        <p14:creationId xmlns:p14="http://schemas.microsoft.com/office/powerpoint/2010/main" val="2083825050"/>
      </p:ext>
    </p:extLst>
  </p:cSld>
  <p:clrMapOvr>
    <a:masterClrMapping/>
  </p:clrMapOvr>
  <p:extLst>
    <p:ext uri="{DCECCB84-F9BA-43D5-87BE-67443E8EF086}">
      <p15:sldGuideLst xmlns:p15="http://schemas.microsoft.com/office/powerpoint/2012/main">
        <p15:guide id="1" orient="horz" pos="2777">
          <p15:clr>
            <a:srgbClr val="C35EA4"/>
          </p15:clr>
        </p15:guide>
      </p15:sldGuideLst>
    </p:ext>
  </p:extLst>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Content: team 2 + purple">
    <p:bg>
      <p:bgPr>
        <a:solidFill>
          <a:schemeClr val="tx2"/>
        </a:solidFill>
        <a:effectLst/>
      </p:bgPr>
    </p:bg>
    <p:spTree>
      <p:nvGrpSpPr>
        <p:cNvPr id="1" name=""/>
        <p:cNvGrpSpPr/>
        <p:nvPr/>
      </p:nvGrpSpPr>
      <p:grpSpPr>
        <a:xfrm>
          <a:off x="0" y="0"/>
          <a:ext cx="0" cy="0"/>
          <a:chOff x="0" y="0"/>
          <a:chExt cx="0" cy="0"/>
        </a:xfrm>
      </p:grpSpPr>
      <p:sp>
        <p:nvSpPr>
          <p:cNvPr id="32" name="GTS_WH">
            <a:extLst>
              <a:ext uri="{FF2B5EF4-FFF2-40B4-BE49-F238E27FC236}">
                <a16:creationId xmlns:a16="http://schemas.microsoft.com/office/drawing/2014/main" id="{B49891DC-D80E-4D1B-961E-1B567E0E4535}"/>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49" name="Text Placeholder 3">
            <a:extLst>
              <a:ext uri="{FF2B5EF4-FFF2-40B4-BE49-F238E27FC236}">
                <a16:creationId xmlns:a16="http://schemas.microsoft.com/office/drawing/2014/main" id="{C79C29FA-AFA2-CB0C-7716-CE3754DCAD25}"/>
              </a:ext>
            </a:extLst>
          </p:cNvPr>
          <p:cNvSpPr>
            <a:spLocks noGrp="1"/>
          </p:cNvSpPr>
          <p:nvPr>
            <p:ph type="body" sz="quarter" idx="26" hasCustomPrompt="1"/>
          </p:nvPr>
        </p:nvSpPr>
        <p:spPr>
          <a:xfrm>
            <a:off x="563412" y="1109663"/>
            <a:ext cx="11084672" cy="384048"/>
          </a:xfrm>
          <a:prstGeom prst="rect">
            <a:avLst/>
          </a:prstGeom>
        </p:spPr>
        <p:txBody>
          <a:bodyPr anchor="t"/>
          <a:lstStyle>
            <a:lvl1pPr marL="0" indent="0">
              <a:spcAft>
                <a:spcPts val="0"/>
              </a:spcAft>
              <a:buNone/>
              <a:defRPr sz="1800" b="0" i="0">
                <a:solidFill>
                  <a:schemeClr val="tx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50" name="Title 2">
            <a:extLst>
              <a:ext uri="{FF2B5EF4-FFF2-40B4-BE49-F238E27FC236}">
                <a16:creationId xmlns:a16="http://schemas.microsoft.com/office/drawing/2014/main" id="{D9DE4A47-B387-28A0-0CCF-3D113159BC44}"/>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63" name="Picture Placeholder 2">
            <a:extLst>
              <a:ext uri="{FF2B5EF4-FFF2-40B4-BE49-F238E27FC236}">
                <a16:creationId xmlns:a16="http://schemas.microsoft.com/office/drawing/2014/main" id="{B6B30F3E-6876-0883-BD26-A4FC5D74BFEB}"/>
              </a:ext>
            </a:extLst>
          </p:cNvPr>
          <p:cNvSpPr>
            <a:spLocks noGrp="1" noChangeAspect="1"/>
          </p:cNvSpPr>
          <p:nvPr>
            <p:ph type="pic" sz="quarter" idx="14" hasCustomPrompt="1"/>
          </p:nvPr>
        </p:nvSpPr>
        <p:spPr>
          <a:xfrm>
            <a:off x="1420322" y="2629388"/>
            <a:ext cx="1180800" cy="1180800"/>
          </a:xfrm>
          <a:prstGeom prst="rect">
            <a:avLst/>
          </a:prstGeom>
          <a:solidFill>
            <a:schemeClr val="tx1">
              <a:lumMod val="95000"/>
            </a:schemeClr>
          </a:solidFill>
        </p:spPr>
        <p:txBody>
          <a:bodyPr lIns="91440" tIns="0" anchor="ctr"/>
          <a:lstStyle>
            <a:lvl1pPr marL="0" indent="0" algn="ctr">
              <a:buNone/>
              <a:defRPr sz="1400" b="0" i="0">
                <a:solidFill>
                  <a:schemeClr val="bg1"/>
                </a:solidFill>
                <a:latin typeface="Graphik" panose="020B0503030202060203" pitchFamily="34" charset="77"/>
              </a:defRPr>
            </a:lvl1pPr>
          </a:lstStyle>
          <a:p>
            <a:r>
              <a:rPr lang="en-GB"/>
              <a:t>Add profile photo</a:t>
            </a:r>
            <a:endParaRPr lang="en-US"/>
          </a:p>
        </p:txBody>
      </p:sp>
      <p:sp>
        <p:nvSpPr>
          <p:cNvPr id="64" name="Picture Placeholder 4">
            <a:extLst>
              <a:ext uri="{FF2B5EF4-FFF2-40B4-BE49-F238E27FC236}">
                <a16:creationId xmlns:a16="http://schemas.microsoft.com/office/drawing/2014/main" id="{68CBCB53-EDC2-430A-6091-471E4A3C0E69}"/>
              </a:ext>
            </a:extLst>
          </p:cNvPr>
          <p:cNvSpPr>
            <a:spLocks noGrp="1" noChangeAspect="1"/>
          </p:cNvSpPr>
          <p:nvPr>
            <p:ph type="pic" sz="quarter" idx="15" hasCustomPrompt="1"/>
          </p:nvPr>
        </p:nvSpPr>
        <p:spPr>
          <a:xfrm>
            <a:off x="2980178"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5" name="Picture Placeholder 6">
            <a:extLst>
              <a:ext uri="{FF2B5EF4-FFF2-40B4-BE49-F238E27FC236}">
                <a16:creationId xmlns:a16="http://schemas.microsoft.com/office/drawing/2014/main" id="{637BE686-D971-81F4-FECC-526CEF4F381E}"/>
              </a:ext>
            </a:extLst>
          </p:cNvPr>
          <p:cNvSpPr>
            <a:spLocks noGrp="1" noChangeAspect="1"/>
          </p:cNvSpPr>
          <p:nvPr>
            <p:ph type="pic" sz="quarter" idx="16" hasCustomPrompt="1"/>
          </p:nvPr>
        </p:nvSpPr>
        <p:spPr>
          <a:xfrm>
            <a:off x="4540034"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6" name="Picture Placeholder 8">
            <a:extLst>
              <a:ext uri="{FF2B5EF4-FFF2-40B4-BE49-F238E27FC236}">
                <a16:creationId xmlns:a16="http://schemas.microsoft.com/office/drawing/2014/main" id="{BA07AFEE-DC74-E7A8-BDBA-BFFE9BF24CD9}"/>
              </a:ext>
            </a:extLst>
          </p:cNvPr>
          <p:cNvSpPr>
            <a:spLocks noGrp="1" noChangeAspect="1"/>
          </p:cNvSpPr>
          <p:nvPr>
            <p:ph type="pic" sz="quarter" idx="17" hasCustomPrompt="1"/>
          </p:nvPr>
        </p:nvSpPr>
        <p:spPr>
          <a:xfrm>
            <a:off x="6099890"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7" name="Picture Placeholder 10">
            <a:extLst>
              <a:ext uri="{FF2B5EF4-FFF2-40B4-BE49-F238E27FC236}">
                <a16:creationId xmlns:a16="http://schemas.microsoft.com/office/drawing/2014/main" id="{90E75D7F-D480-7A96-4F8E-3631E15DA2AD}"/>
              </a:ext>
            </a:extLst>
          </p:cNvPr>
          <p:cNvSpPr>
            <a:spLocks noGrp="1" noChangeAspect="1"/>
          </p:cNvSpPr>
          <p:nvPr>
            <p:ph type="pic" sz="quarter" idx="24" hasCustomPrompt="1"/>
          </p:nvPr>
        </p:nvSpPr>
        <p:spPr>
          <a:xfrm>
            <a:off x="7659746"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8" name="Picture Placeholder 12">
            <a:extLst>
              <a:ext uri="{FF2B5EF4-FFF2-40B4-BE49-F238E27FC236}">
                <a16:creationId xmlns:a16="http://schemas.microsoft.com/office/drawing/2014/main" id="{183F93F6-A09B-A2EF-64C2-4902846E2410}"/>
              </a:ext>
            </a:extLst>
          </p:cNvPr>
          <p:cNvSpPr>
            <a:spLocks noGrp="1" noChangeAspect="1"/>
          </p:cNvSpPr>
          <p:nvPr>
            <p:ph type="pic" sz="quarter" idx="18" hasCustomPrompt="1"/>
          </p:nvPr>
        </p:nvSpPr>
        <p:spPr>
          <a:xfrm>
            <a:off x="9219600"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9" name="Text Placeholder 3">
            <a:extLst>
              <a:ext uri="{FF2B5EF4-FFF2-40B4-BE49-F238E27FC236}">
                <a16:creationId xmlns:a16="http://schemas.microsoft.com/office/drawing/2014/main" id="{678182CD-97A5-B632-A606-E290F2E8F003}"/>
              </a:ext>
            </a:extLst>
          </p:cNvPr>
          <p:cNvSpPr>
            <a:spLocks noGrp="1"/>
          </p:cNvSpPr>
          <p:nvPr>
            <p:ph type="body" sz="quarter" idx="38" hasCustomPrompt="1"/>
          </p:nvPr>
        </p:nvSpPr>
        <p:spPr>
          <a:xfrm>
            <a:off x="1420322"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tx1"/>
                </a:solidFill>
                <a:latin typeface="Graphik Semibold" panose="020B0503030202060203" pitchFamily="34" charset="77"/>
                <a:ea typeface="+mn-ea"/>
                <a:cs typeface="+mn-cs"/>
              </a:defRPr>
            </a:lvl1pPr>
            <a:lvl2pPr marL="0" indent="0">
              <a:spcAft>
                <a:spcPts val="800"/>
              </a:spcAft>
              <a:buNone/>
              <a:defRPr sz="1000" b="1" i="0">
                <a:solidFill>
                  <a:schemeClr val="tx1"/>
                </a:solidFill>
                <a:latin typeface="Graphik Semibold" panose="020B0503030202060203" pitchFamily="34" charset="77"/>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lvl="0"/>
            <a:r>
              <a:rPr lang="en-US"/>
              <a:t>First name</a:t>
            </a:r>
          </a:p>
          <a:p>
            <a:pPr lvl="1"/>
            <a:r>
              <a:rPr lang="en-US"/>
              <a:t>Surname or Role</a:t>
            </a:r>
          </a:p>
          <a:p>
            <a:pPr lvl="2"/>
            <a:r>
              <a:rPr lang="en-US"/>
              <a:t>Short bio</a:t>
            </a:r>
          </a:p>
          <a:p>
            <a:pPr lvl="3"/>
            <a:r>
              <a:rPr lang="en-US"/>
              <a:t>Bullet point</a:t>
            </a:r>
          </a:p>
        </p:txBody>
      </p:sp>
      <p:sp>
        <p:nvSpPr>
          <p:cNvPr id="70" name="Text Placeholder 4">
            <a:extLst>
              <a:ext uri="{FF2B5EF4-FFF2-40B4-BE49-F238E27FC236}">
                <a16:creationId xmlns:a16="http://schemas.microsoft.com/office/drawing/2014/main" id="{BC20362B-D8E4-FBCA-BA42-83663531AA4B}"/>
              </a:ext>
            </a:extLst>
          </p:cNvPr>
          <p:cNvSpPr>
            <a:spLocks noGrp="1"/>
          </p:cNvSpPr>
          <p:nvPr>
            <p:ph type="body" sz="quarter" idx="39" hasCustomPrompt="1"/>
          </p:nvPr>
        </p:nvSpPr>
        <p:spPr>
          <a:xfrm>
            <a:off x="2980178"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tx1"/>
                </a:solidFill>
                <a:latin typeface="Graphik Semibold" panose="020B0503030202060203" pitchFamily="34" charset="77"/>
                <a:ea typeface="+mn-ea"/>
                <a:cs typeface="+mn-cs"/>
              </a:defRPr>
            </a:lvl1pPr>
            <a:lvl2pPr marL="0" indent="0">
              <a:spcAft>
                <a:spcPts val="800"/>
              </a:spcAft>
              <a:buNone/>
              <a:defRPr lang="en-US" sz="1000" b="1" i="0" kern="1200">
                <a:solidFill>
                  <a:schemeClr val="tx1"/>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71" name="Text Placeholder 5">
            <a:extLst>
              <a:ext uri="{FF2B5EF4-FFF2-40B4-BE49-F238E27FC236}">
                <a16:creationId xmlns:a16="http://schemas.microsoft.com/office/drawing/2014/main" id="{27B74B01-5E96-C593-2AE8-1AC067D6CF5C}"/>
              </a:ext>
            </a:extLst>
          </p:cNvPr>
          <p:cNvSpPr>
            <a:spLocks noGrp="1"/>
          </p:cNvSpPr>
          <p:nvPr>
            <p:ph type="body" sz="quarter" idx="40" hasCustomPrompt="1"/>
          </p:nvPr>
        </p:nvSpPr>
        <p:spPr>
          <a:xfrm>
            <a:off x="4540034"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tx1"/>
                </a:solidFill>
                <a:latin typeface="Graphik Semibold" panose="020B0503030202060203" pitchFamily="34" charset="77"/>
                <a:ea typeface="+mn-ea"/>
                <a:cs typeface="+mn-cs"/>
              </a:defRPr>
            </a:lvl1pPr>
            <a:lvl2pPr marL="0" indent="0">
              <a:spcAft>
                <a:spcPts val="800"/>
              </a:spcAft>
              <a:buNone/>
              <a:defRPr lang="en-US" sz="1000" b="1" i="0" kern="1200">
                <a:solidFill>
                  <a:schemeClr val="tx1"/>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72" name="Text Placeholder 6">
            <a:extLst>
              <a:ext uri="{FF2B5EF4-FFF2-40B4-BE49-F238E27FC236}">
                <a16:creationId xmlns:a16="http://schemas.microsoft.com/office/drawing/2014/main" id="{77DA96FA-342F-3709-1656-B7FC6C905DFA}"/>
              </a:ext>
            </a:extLst>
          </p:cNvPr>
          <p:cNvSpPr>
            <a:spLocks noGrp="1"/>
          </p:cNvSpPr>
          <p:nvPr>
            <p:ph type="body" sz="quarter" idx="41" hasCustomPrompt="1"/>
          </p:nvPr>
        </p:nvSpPr>
        <p:spPr>
          <a:xfrm>
            <a:off x="6099890"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tx1"/>
                </a:solidFill>
                <a:latin typeface="Graphik Semibold" panose="020B0503030202060203" pitchFamily="34" charset="77"/>
                <a:ea typeface="+mn-ea"/>
                <a:cs typeface="+mn-cs"/>
              </a:defRPr>
            </a:lvl1pPr>
            <a:lvl2pPr marL="0" indent="0">
              <a:spcAft>
                <a:spcPts val="800"/>
              </a:spcAft>
              <a:buNone/>
              <a:defRPr lang="en-US" sz="1000" b="1" i="0" kern="1200">
                <a:solidFill>
                  <a:schemeClr val="tx1"/>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73" name="Text Placeholder 7">
            <a:extLst>
              <a:ext uri="{FF2B5EF4-FFF2-40B4-BE49-F238E27FC236}">
                <a16:creationId xmlns:a16="http://schemas.microsoft.com/office/drawing/2014/main" id="{DED6B8B6-1CF0-A57B-C39A-E87D9D3570EB}"/>
              </a:ext>
            </a:extLst>
          </p:cNvPr>
          <p:cNvSpPr>
            <a:spLocks noGrp="1"/>
          </p:cNvSpPr>
          <p:nvPr>
            <p:ph type="body" sz="quarter" idx="42" hasCustomPrompt="1"/>
          </p:nvPr>
        </p:nvSpPr>
        <p:spPr>
          <a:xfrm>
            <a:off x="7659746"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tx1"/>
                </a:solidFill>
                <a:latin typeface="Graphik Semibold" panose="020B0503030202060203" pitchFamily="34" charset="77"/>
                <a:ea typeface="+mn-ea"/>
                <a:cs typeface="+mn-cs"/>
              </a:defRPr>
            </a:lvl1pPr>
            <a:lvl2pPr marL="0" indent="0">
              <a:spcAft>
                <a:spcPts val="800"/>
              </a:spcAft>
              <a:buNone/>
              <a:defRPr lang="en-US" sz="1000" b="1" i="0" kern="1200">
                <a:solidFill>
                  <a:schemeClr val="tx1"/>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74" name="Text Placeholder 8">
            <a:extLst>
              <a:ext uri="{FF2B5EF4-FFF2-40B4-BE49-F238E27FC236}">
                <a16:creationId xmlns:a16="http://schemas.microsoft.com/office/drawing/2014/main" id="{0A4ACC4B-F1AD-98A5-3F4F-0528E81C50E6}"/>
              </a:ext>
            </a:extLst>
          </p:cNvPr>
          <p:cNvSpPr>
            <a:spLocks noGrp="1"/>
          </p:cNvSpPr>
          <p:nvPr>
            <p:ph type="body" sz="quarter" idx="43" hasCustomPrompt="1"/>
          </p:nvPr>
        </p:nvSpPr>
        <p:spPr>
          <a:xfrm>
            <a:off x="9219600"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tx1"/>
                </a:solidFill>
                <a:latin typeface="Graphik Semibold" panose="020B0503030202060203" pitchFamily="34" charset="77"/>
                <a:ea typeface="+mn-ea"/>
                <a:cs typeface="+mn-cs"/>
              </a:defRPr>
            </a:lvl1pPr>
            <a:lvl2pPr marL="0" indent="0">
              <a:spcAft>
                <a:spcPts val="800"/>
              </a:spcAft>
              <a:buNone/>
              <a:defRPr lang="en-US" sz="1000" b="1" i="0" kern="1200">
                <a:solidFill>
                  <a:schemeClr val="tx1"/>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Tree>
    <p:extLst>
      <p:ext uri="{BB962C8B-B14F-4D97-AF65-F5344CB8AC3E}">
        <p14:creationId xmlns:p14="http://schemas.microsoft.com/office/powerpoint/2010/main" val="103511260"/>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777">
          <p15:clr>
            <a:srgbClr val="C35EA4"/>
          </p15:clr>
        </p15:guide>
      </p15:sldGuideLst>
    </p:ext>
  </p:extLst>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Content: team 2 + dark mode">
    <p:bg>
      <p:bgRef idx="1001">
        <a:schemeClr val="bg1"/>
      </p:bgRef>
    </p:bg>
    <p:spTree>
      <p:nvGrpSpPr>
        <p:cNvPr id="1" name=""/>
        <p:cNvGrpSpPr/>
        <p:nvPr/>
      </p:nvGrpSpPr>
      <p:grpSpPr>
        <a:xfrm>
          <a:off x="0" y="0"/>
          <a:ext cx="0" cy="0"/>
          <a:chOff x="0" y="0"/>
          <a:chExt cx="0" cy="0"/>
        </a:xfrm>
      </p:grpSpPr>
      <p:sp>
        <p:nvSpPr>
          <p:cNvPr id="48" name="Title 2">
            <a:extLst>
              <a:ext uri="{FF2B5EF4-FFF2-40B4-BE49-F238E27FC236}">
                <a16:creationId xmlns:a16="http://schemas.microsoft.com/office/drawing/2014/main" id="{EE96B902-DA40-F453-88BF-C5A865B07A86}"/>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47" name="Text Placeholder 3">
            <a:extLst>
              <a:ext uri="{FF2B5EF4-FFF2-40B4-BE49-F238E27FC236}">
                <a16:creationId xmlns:a16="http://schemas.microsoft.com/office/drawing/2014/main" id="{BAE735C4-1315-5604-E715-00812A74737C}"/>
              </a:ext>
            </a:extLst>
          </p:cNvPr>
          <p:cNvSpPr>
            <a:spLocks noGrp="1"/>
          </p:cNvSpPr>
          <p:nvPr>
            <p:ph type="body" sz="quarter" idx="26" hasCustomPrompt="1"/>
          </p:nvPr>
        </p:nvSpPr>
        <p:spPr>
          <a:xfrm>
            <a:off x="563411" y="1109663"/>
            <a:ext cx="11084673" cy="384048"/>
          </a:xfrm>
          <a:prstGeom prst="rect">
            <a:avLst/>
          </a:prstGeom>
        </p:spPr>
        <p:txBody>
          <a:bodyPr anchor="t"/>
          <a:lstStyle>
            <a:lvl1pPr marL="0" indent="0">
              <a:spcAft>
                <a:spcPts val="0"/>
              </a:spcAft>
              <a:buNone/>
              <a:defRPr sz="1800" b="0" i="0">
                <a:solidFill>
                  <a:schemeClr val="tx1"/>
                </a:solidFill>
                <a:latin typeface="Graphik" panose="020B0503030202060203" pitchFamily="34" charset="77"/>
              </a:defRPr>
            </a:lvl1pPr>
          </a:lstStyle>
          <a:p>
            <a:pPr lvl="0"/>
            <a:r>
              <a:rPr lang="en-GB"/>
              <a:t>Place subtitle here in </a:t>
            </a:r>
            <a:r>
              <a:rPr lang="en-GB" err="1"/>
              <a:t>Graphik</a:t>
            </a:r>
            <a:r>
              <a:rPr lang="en-GB"/>
              <a:t> regular</a:t>
            </a:r>
            <a:endParaRPr lang="en-US"/>
          </a:p>
        </p:txBody>
      </p:sp>
      <p:sp>
        <p:nvSpPr>
          <p:cNvPr id="61" name="Picture Placeholder 2">
            <a:extLst>
              <a:ext uri="{FF2B5EF4-FFF2-40B4-BE49-F238E27FC236}">
                <a16:creationId xmlns:a16="http://schemas.microsoft.com/office/drawing/2014/main" id="{F0E9B0EE-00BA-77AC-391E-0B1F0E1E8A9C}"/>
              </a:ext>
            </a:extLst>
          </p:cNvPr>
          <p:cNvSpPr>
            <a:spLocks noGrp="1" noChangeAspect="1"/>
          </p:cNvSpPr>
          <p:nvPr>
            <p:ph type="pic" sz="quarter" idx="14" hasCustomPrompt="1"/>
          </p:nvPr>
        </p:nvSpPr>
        <p:spPr>
          <a:xfrm>
            <a:off x="1420322" y="2629388"/>
            <a:ext cx="1180800" cy="1180800"/>
          </a:xfrm>
          <a:prstGeom prst="rect">
            <a:avLst/>
          </a:prstGeom>
          <a:solidFill>
            <a:schemeClr val="tx1">
              <a:lumMod val="95000"/>
            </a:schemeClr>
          </a:solidFill>
        </p:spPr>
        <p:txBody>
          <a:bodyPr lIns="91440" tIns="0" anchor="ctr"/>
          <a:lstStyle>
            <a:lvl1pPr marL="0" indent="0" algn="ctr">
              <a:buNone/>
              <a:defRPr sz="1400" b="0" i="0">
                <a:solidFill>
                  <a:schemeClr val="bg1"/>
                </a:solidFill>
                <a:latin typeface="Graphik" panose="020B0503030202060203" pitchFamily="34" charset="77"/>
              </a:defRPr>
            </a:lvl1pPr>
          </a:lstStyle>
          <a:p>
            <a:r>
              <a:rPr lang="en-GB"/>
              <a:t>Add profile photo</a:t>
            </a:r>
            <a:endParaRPr lang="en-US"/>
          </a:p>
        </p:txBody>
      </p:sp>
      <p:sp>
        <p:nvSpPr>
          <p:cNvPr id="62" name="Picture Placeholder 4">
            <a:extLst>
              <a:ext uri="{FF2B5EF4-FFF2-40B4-BE49-F238E27FC236}">
                <a16:creationId xmlns:a16="http://schemas.microsoft.com/office/drawing/2014/main" id="{8A6DE4FC-AD43-5522-F3DC-8CCFCDC5C1AC}"/>
              </a:ext>
            </a:extLst>
          </p:cNvPr>
          <p:cNvSpPr>
            <a:spLocks noGrp="1" noChangeAspect="1"/>
          </p:cNvSpPr>
          <p:nvPr>
            <p:ph type="pic" sz="quarter" idx="15" hasCustomPrompt="1"/>
          </p:nvPr>
        </p:nvSpPr>
        <p:spPr>
          <a:xfrm>
            <a:off x="2980178"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3" name="Picture Placeholder 6">
            <a:extLst>
              <a:ext uri="{FF2B5EF4-FFF2-40B4-BE49-F238E27FC236}">
                <a16:creationId xmlns:a16="http://schemas.microsoft.com/office/drawing/2014/main" id="{1BD069D5-BE5E-6066-FCA3-0DF229CA234F}"/>
              </a:ext>
            </a:extLst>
          </p:cNvPr>
          <p:cNvSpPr>
            <a:spLocks noGrp="1" noChangeAspect="1"/>
          </p:cNvSpPr>
          <p:nvPr>
            <p:ph type="pic" sz="quarter" idx="16" hasCustomPrompt="1"/>
          </p:nvPr>
        </p:nvSpPr>
        <p:spPr>
          <a:xfrm>
            <a:off x="4540034"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4" name="Picture Placeholder 8">
            <a:extLst>
              <a:ext uri="{FF2B5EF4-FFF2-40B4-BE49-F238E27FC236}">
                <a16:creationId xmlns:a16="http://schemas.microsoft.com/office/drawing/2014/main" id="{9411D50B-1629-1008-57E7-75FEA9042E4C}"/>
              </a:ext>
            </a:extLst>
          </p:cNvPr>
          <p:cNvSpPr>
            <a:spLocks noGrp="1" noChangeAspect="1"/>
          </p:cNvSpPr>
          <p:nvPr>
            <p:ph type="pic" sz="quarter" idx="17" hasCustomPrompt="1"/>
          </p:nvPr>
        </p:nvSpPr>
        <p:spPr>
          <a:xfrm>
            <a:off x="6099890"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5" name="Picture Placeholder 10">
            <a:extLst>
              <a:ext uri="{FF2B5EF4-FFF2-40B4-BE49-F238E27FC236}">
                <a16:creationId xmlns:a16="http://schemas.microsoft.com/office/drawing/2014/main" id="{ADF38582-16D1-8220-29AD-F720575DB7C5}"/>
              </a:ext>
            </a:extLst>
          </p:cNvPr>
          <p:cNvSpPr>
            <a:spLocks noGrp="1" noChangeAspect="1"/>
          </p:cNvSpPr>
          <p:nvPr>
            <p:ph type="pic" sz="quarter" idx="24" hasCustomPrompt="1"/>
          </p:nvPr>
        </p:nvSpPr>
        <p:spPr>
          <a:xfrm>
            <a:off x="7659746"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6" name="Picture Placeholder 12">
            <a:extLst>
              <a:ext uri="{FF2B5EF4-FFF2-40B4-BE49-F238E27FC236}">
                <a16:creationId xmlns:a16="http://schemas.microsoft.com/office/drawing/2014/main" id="{97C37837-0060-AD69-31D2-1F8111CE8665}"/>
              </a:ext>
            </a:extLst>
          </p:cNvPr>
          <p:cNvSpPr>
            <a:spLocks noGrp="1" noChangeAspect="1"/>
          </p:cNvSpPr>
          <p:nvPr>
            <p:ph type="pic" sz="quarter" idx="18" hasCustomPrompt="1"/>
          </p:nvPr>
        </p:nvSpPr>
        <p:spPr>
          <a:xfrm>
            <a:off x="9219600" y="2629388"/>
            <a:ext cx="1180800" cy="1180800"/>
          </a:xfrm>
          <a:prstGeom prst="rect">
            <a:avLst/>
          </a:prstGeom>
          <a:solidFill>
            <a:schemeClr val="tx1">
              <a:lumMod val="95000"/>
            </a:schemeClr>
          </a:solidFill>
        </p:spPr>
        <p:txBody>
          <a:bodyPr vert="horz" lIns="9144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7" name="Text Placeholder 3">
            <a:extLst>
              <a:ext uri="{FF2B5EF4-FFF2-40B4-BE49-F238E27FC236}">
                <a16:creationId xmlns:a16="http://schemas.microsoft.com/office/drawing/2014/main" id="{E38C952C-69EF-B109-2D9A-0E1226273D9A}"/>
              </a:ext>
            </a:extLst>
          </p:cNvPr>
          <p:cNvSpPr>
            <a:spLocks noGrp="1"/>
          </p:cNvSpPr>
          <p:nvPr>
            <p:ph type="body" sz="quarter" idx="38" hasCustomPrompt="1"/>
          </p:nvPr>
        </p:nvSpPr>
        <p:spPr>
          <a:xfrm>
            <a:off x="1420322"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sz="1000" b="1" i="0">
                <a:solidFill>
                  <a:schemeClr val="accent2"/>
                </a:solidFill>
                <a:latin typeface="Graphik Semibold" panose="020B0503030202060203" pitchFamily="34" charset="77"/>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lvl="0"/>
            <a:r>
              <a:rPr lang="en-US"/>
              <a:t>First name</a:t>
            </a:r>
          </a:p>
          <a:p>
            <a:pPr lvl="1"/>
            <a:r>
              <a:rPr lang="en-US"/>
              <a:t>Surname or Role</a:t>
            </a:r>
          </a:p>
          <a:p>
            <a:pPr lvl="2"/>
            <a:r>
              <a:rPr lang="en-US"/>
              <a:t>Short bio</a:t>
            </a:r>
          </a:p>
          <a:p>
            <a:pPr lvl="3"/>
            <a:r>
              <a:rPr lang="en-US"/>
              <a:t>Bullet point</a:t>
            </a:r>
          </a:p>
        </p:txBody>
      </p:sp>
      <p:sp>
        <p:nvSpPr>
          <p:cNvPr id="68" name="Text Placeholder 4">
            <a:extLst>
              <a:ext uri="{FF2B5EF4-FFF2-40B4-BE49-F238E27FC236}">
                <a16:creationId xmlns:a16="http://schemas.microsoft.com/office/drawing/2014/main" id="{DE8A2EE3-FD03-89B1-82A0-A678E022E3DD}"/>
              </a:ext>
            </a:extLst>
          </p:cNvPr>
          <p:cNvSpPr>
            <a:spLocks noGrp="1"/>
          </p:cNvSpPr>
          <p:nvPr>
            <p:ph type="body" sz="quarter" idx="39" hasCustomPrompt="1"/>
          </p:nvPr>
        </p:nvSpPr>
        <p:spPr>
          <a:xfrm>
            <a:off x="2980178"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1" i="0" kern="1200">
                <a:solidFill>
                  <a:schemeClr val="accent2"/>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69" name="Text Placeholder 5">
            <a:extLst>
              <a:ext uri="{FF2B5EF4-FFF2-40B4-BE49-F238E27FC236}">
                <a16:creationId xmlns:a16="http://schemas.microsoft.com/office/drawing/2014/main" id="{F179A0E0-1EF9-E854-A005-C3FFC783DADA}"/>
              </a:ext>
            </a:extLst>
          </p:cNvPr>
          <p:cNvSpPr>
            <a:spLocks noGrp="1"/>
          </p:cNvSpPr>
          <p:nvPr>
            <p:ph type="body" sz="quarter" idx="40" hasCustomPrompt="1"/>
          </p:nvPr>
        </p:nvSpPr>
        <p:spPr>
          <a:xfrm>
            <a:off x="4540034"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1" i="0" kern="1200">
                <a:solidFill>
                  <a:schemeClr val="accent2"/>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70" name="Text Placeholder 6">
            <a:extLst>
              <a:ext uri="{FF2B5EF4-FFF2-40B4-BE49-F238E27FC236}">
                <a16:creationId xmlns:a16="http://schemas.microsoft.com/office/drawing/2014/main" id="{98575771-F64F-E2C2-0963-4F7DA15F5336}"/>
              </a:ext>
            </a:extLst>
          </p:cNvPr>
          <p:cNvSpPr>
            <a:spLocks noGrp="1"/>
          </p:cNvSpPr>
          <p:nvPr>
            <p:ph type="body" sz="quarter" idx="41" hasCustomPrompt="1"/>
          </p:nvPr>
        </p:nvSpPr>
        <p:spPr>
          <a:xfrm>
            <a:off x="6099890"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1" i="0" kern="1200">
                <a:solidFill>
                  <a:schemeClr val="accent2"/>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71" name="Text Placeholder 7">
            <a:extLst>
              <a:ext uri="{FF2B5EF4-FFF2-40B4-BE49-F238E27FC236}">
                <a16:creationId xmlns:a16="http://schemas.microsoft.com/office/drawing/2014/main" id="{6067F82A-448D-AF56-DCF9-8FC95A5EA87D}"/>
              </a:ext>
            </a:extLst>
          </p:cNvPr>
          <p:cNvSpPr>
            <a:spLocks noGrp="1"/>
          </p:cNvSpPr>
          <p:nvPr>
            <p:ph type="body" sz="quarter" idx="42" hasCustomPrompt="1"/>
          </p:nvPr>
        </p:nvSpPr>
        <p:spPr>
          <a:xfrm>
            <a:off x="7659746"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1" i="0" kern="1200">
                <a:solidFill>
                  <a:schemeClr val="accent2"/>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72" name="Text Placeholder 8">
            <a:extLst>
              <a:ext uri="{FF2B5EF4-FFF2-40B4-BE49-F238E27FC236}">
                <a16:creationId xmlns:a16="http://schemas.microsoft.com/office/drawing/2014/main" id="{C90D0832-8997-2CF3-4C1C-76EC7DBBE377}"/>
              </a:ext>
            </a:extLst>
          </p:cNvPr>
          <p:cNvSpPr>
            <a:spLocks noGrp="1"/>
          </p:cNvSpPr>
          <p:nvPr>
            <p:ph type="body" sz="quarter" idx="43" hasCustomPrompt="1"/>
          </p:nvPr>
        </p:nvSpPr>
        <p:spPr>
          <a:xfrm>
            <a:off x="9219600" y="4101793"/>
            <a:ext cx="1296000" cy="1439375"/>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1" i="0" kern="1200">
                <a:solidFill>
                  <a:schemeClr val="accent2"/>
                </a:solidFill>
                <a:latin typeface="Graphik Semibold" panose="020B0503030202060203" pitchFamily="34" charset="77"/>
                <a:ea typeface="+mn-ea"/>
                <a:cs typeface="+mn-cs"/>
              </a:defRPr>
            </a:lvl2pPr>
            <a:lvl3pPr marL="0" indent="0">
              <a:spcAft>
                <a:spcPts val="267"/>
              </a:spcAft>
              <a:buNone/>
              <a:defRPr sz="10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0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a:p>
            <a:pPr lvl="2"/>
            <a:r>
              <a:rPr lang="en-US"/>
              <a:t>Short bio</a:t>
            </a:r>
          </a:p>
          <a:p>
            <a:pPr lvl="3"/>
            <a:r>
              <a:rPr lang="en-US"/>
              <a:t>Bullet point</a:t>
            </a:r>
          </a:p>
        </p:txBody>
      </p:sp>
      <p:sp>
        <p:nvSpPr>
          <p:cNvPr id="32" name="GTS_WH">
            <a:extLst>
              <a:ext uri="{FF2B5EF4-FFF2-40B4-BE49-F238E27FC236}">
                <a16:creationId xmlns:a16="http://schemas.microsoft.com/office/drawing/2014/main" id="{B49891DC-D80E-4D1B-961E-1B567E0E4535}"/>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1478182419"/>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777">
          <p15:clr>
            <a:srgbClr val="C35EA4"/>
          </p15:clr>
        </p15:guide>
      </p15:sldGuideLst>
    </p:ext>
  </p:extLst>
</p:sldLayout>
</file>

<file path=ppt/slideLayouts/slideLayout90.xml><?xml version="1.0" encoding="utf-8"?>
<p:sldLayout xmlns:a="http://schemas.openxmlformats.org/drawingml/2006/main" xmlns:r="http://schemas.openxmlformats.org/officeDocument/2006/relationships" xmlns:p="http://schemas.openxmlformats.org/presentationml/2006/main" userDrawn="1">
  <p:cSld name="Content: team + column Content: team + column light mode">
    <p:spTree>
      <p:nvGrpSpPr>
        <p:cNvPr id="1" name=""/>
        <p:cNvGrpSpPr/>
        <p:nvPr/>
      </p:nvGrpSpPr>
      <p:grpSpPr>
        <a:xfrm>
          <a:off x="0" y="0"/>
          <a:ext cx="0" cy="0"/>
          <a:chOff x="0" y="0"/>
          <a:chExt cx="0" cy="0"/>
        </a:xfrm>
      </p:grpSpPr>
      <p:sp>
        <p:nvSpPr>
          <p:cNvPr id="4" name="Text Placeholder 2">
            <a:extLst>
              <a:ext uri="{FF2B5EF4-FFF2-40B4-BE49-F238E27FC236}">
                <a16:creationId xmlns:a16="http://schemas.microsoft.com/office/drawing/2014/main" id="{76371931-42F0-694A-9918-74F36725749C}"/>
              </a:ext>
            </a:extLst>
          </p:cNvPr>
          <p:cNvSpPr>
            <a:spLocks noGrp="1"/>
          </p:cNvSpPr>
          <p:nvPr>
            <p:ph type="body" sz="quarter" idx="42" hasCustomPrompt="1"/>
          </p:nvPr>
        </p:nvSpPr>
        <p:spPr>
          <a:xfrm>
            <a:off x="563409" y="1355292"/>
            <a:ext cx="3540355" cy="4757969"/>
          </a:xfrm>
          <a:prstGeom prst="rect">
            <a:avLst/>
          </a:prstGeom>
        </p:spPr>
        <p:txBody>
          <a:bodyPr/>
          <a:lstStyle>
            <a:lvl1pPr marL="0" indent="0">
              <a:buNone/>
              <a:defRPr sz="2000" b="0" i="0">
                <a:latin typeface="Graphik" panose="020B0503030202060203" pitchFamily="34" charset="77"/>
              </a:defRPr>
            </a:lvl1pPr>
            <a:lvl2pPr>
              <a:defRPr sz="1600" b="0" i="0">
                <a:latin typeface="Graphik" panose="020B0503030202060203" pitchFamily="34" charset="77"/>
              </a:defRPr>
            </a:lvl2pPr>
            <a:lvl3pPr>
              <a:defRPr sz="1600" b="0" i="0">
                <a:latin typeface="Graphik" panose="020B0503030202060203" pitchFamily="34" charset="77"/>
              </a:defRPr>
            </a:lvl3pPr>
            <a:lvl4pPr>
              <a:defRPr sz="1400" b="0" i="0">
                <a:latin typeface="Graphik" panose="020B0503030202060203" pitchFamily="34" charset="77"/>
              </a:defRPr>
            </a:lvl4pPr>
            <a:lvl5pPr>
              <a:defRPr sz="1400" b="0" i="0">
                <a:latin typeface="Graphik" panose="020B0503030202060203" pitchFamily="34" charset="77"/>
              </a:defRPr>
            </a:lvl5pPr>
          </a:lstStyle>
          <a:p>
            <a:pPr lvl="0"/>
            <a:r>
              <a:rPr lang="en-US"/>
              <a:t>Place sub-headline </a:t>
            </a:r>
            <a:r>
              <a:rPr lang="en-GB"/>
              <a:t>here in </a:t>
            </a:r>
            <a:r>
              <a:rPr lang="en-GB" err="1"/>
              <a:t>Graphik</a:t>
            </a:r>
            <a:r>
              <a:rPr lang="en-US"/>
              <a:t>, indent for other levels</a:t>
            </a:r>
          </a:p>
          <a:p>
            <a:pPr lvl="1"/>
            <a:r>
              <a:rPr lang="en-US"/>
              <a:t>Second level</a:t>
            </a:r>
          </a:p>
          <a:p>
            <a:pPr lvl="2"/>
            <a:r>
              <a:rPr lang="en-US"/>
              <a:t>Third level bullet</a:t>
            </a:r>
          </a:p>
          <a:p>
            <a:pPr lvl="3"/>
            <a:r>
              <a:rPr lang="en-US"/>
              <a:t>Fourth level bullet</a:t>
            </a:r>
          </a:p>
          <a:p>
            <a:pPr lvl="4"/>
            <a:r>
              <a:rPr lang="en-US"/>
              <a:t>Fifth level bullet</a:t>
            </a:r>
          </a:p>
        </p:txBody>
      </p:sp>
      <p:sp>
        <p:nvSpPr>
          <p:cNvPr id="10" name="Picture Placeholder 6">
            <a:extLst>
              <a:ext uri="{FF2B5EF4-FFF2-40B4-BE49-F238E27FC236}">
                <a16:creationId xmlns:a16="http://schemas.microsoft.com/office/drawing/2014/main" id="{67B8B3ED-3C30-8209-EC37-30BECCCAC6DF}"/>
              </a:ext>
            </a:extLst>
          </p:cNvPr>
          <p:cNvSpPr>
            <a:spLocks noGrp="1" noChangeAspect="1"/>
          </p:cNvSpPr>
          <p:nvPr>
            <p:ph type="pic" sz="quarter" idx="16" hasCustomPrompt="1"/>
          </p:nvPr>
        </p:nvSpPr>
        <p:spPr>
          <a:xfrm>
            <a:off x="4750100" y="1355292"/>
            <a:ext cx="1180800" cy="1180800"/>
          </a:xfrm>
          <a:prstGeom prst="rect">
            <a:avLst/>
          </a:prstGeom>
          <a:solidFill>
            <a:schemeClr val="bg1">
              <a:lumMod val="95000"/>
            </a:schemeClr>
          </a:solidFill>
        </p:spPr>
        <p:txBody>
          <a:bodyPr vert="horz" lIns="0" tIns="0" rIns="0" bIns="0" rtlCol="0" anchor="ctr">
            <a:noAutofit/>
          </a:bodyPr>
          <a:lstStyle>
            <a:lvl1pPr marL="0" indent="0" algn="ctr">
              <a:buNone/>
              <a:defRPr lang="en-US" sz="1400" b="0" i="0" dirty="0">
                <a:solidFill>
                  <a:schemeClr val="tx1"/>
                </a:solidFill>
                <a:latin typeface="Graphik" panose="020B0503030202060203" pitchFamily="34" charset="77"/>
              </a:defRPr>
            </a:lvl1pPr>
          </a:lstStyle>
          <a:p>
            <a:pPr lvl="0"/>
            <a:r>
              <a:rPr lang="en-GB"/>
              <a:t>Add profile photo</a:t>
            </a:r>
            <a:endParaRPr lang="en-US"/>
          </a:p>
        </p:txBody>
      </p:sp>
      <p:sp>
        <p:nvSpPr>
          <p:cNvPr id="11" name="Picture Placeholder 8">
            <a:extLst>
              <a:ext uri="{FF2B5EF4-FFF2-40B4-BE49-F238E27FC236}">
                <a16:creationId xmlns:a16="http://schemas.microsoft.com/office/drawing/2014/main" id="{DC7F0577-7039-34CE-9E81-1E1B5179E19A}"/>
              </a:ext>
            </a:extLst>
          </p:cNvPr>
          <p:cNvSpPr>
            <a:spLocks noGrp="1" noChangeAspect="1"/>
          </p:cNvSpPr>
          <p:nvPr>
            <p:ph type="pic" sz="quarter" idx="17" hasCustomPrompt="1"/>
          </p:nvPr>
        </p:nvSpPr>
        <p:spPr>
          <a:xfrm>
            <a:off x="6532027" y="1355292"/>
            <a:ext cx="1180800" cy="1180800"/>
          </a:xfrm>
          <a:prstGeom prst="rect">
            <a:avLst/>
          </a:prstGeom>
          <a:solidFill>
            <a:schemeClr val="bg1">
              <a:lumMod val="95000"/>
            </a:schemeClr>
          </a:solidFill>
        </p:spPr>
        <p:txBody>
          <a:bodyPr vert="horz" lIns="0" tIns="0" rIns="0" bIns="0" rtlCol="0" anchor="ctr">
            <a:noAutofit/>
          </a:bodyPr>
          <a:lstStyle>
            <a:lvl1pPr marL="0" indent="0" algn="ctr">
              <a:buNone/>
              <a:defRPr lang="en-US" sz="1400" b="0" i="0" dirty="0">
                <a:solidFill>
                  <a:schemeClr val="tx1"/>
                </a:solidFill>
                <a:latin typeface="Graphik" panose="020B0503030202060203" pitchFamily="34" charset="77"/>
              </a:defRPr>
            </a:lvl1pPr>
          </a:lstStyle>
          <a:p>
            <a:pPr lvl="0"/>
            <a:r>
              <a:rPr lang="en-GB"/>
              <a:t>Add profile photo</a:t>
            </a:r>
            <a:endParaRPr lang="en-US"/>
          </a:p>
        </p:txBody>
      </p:sp>
      <p:sp>
        <p:nvSpPr>
          <p:cNvPr id="12" name="Picture Placeholder 10">
            <a:extLst>
              <a:ext uri="{FF2B5EF4-FFF2-40B4-BE49-F238E27FC236}">
                <a16:creationId xmlns:a16="http://schemas.microsoft.com/office/drawing/2014/main" id="{389183D5-43A1-CED9-DE7A-152AD40F1DB9}"/>
              </a:ext>
            </a:extLst>
          </p:cNvPr>
          <p:cNvSpPr>
            <a:spLocks noGrp="1" noChangeAspect="1"/>
          </p:cNvSpPr>
          <p:nvPr>
            <p:ph type="pic" sz="quarter" idx="24" hasCustomPrompt="1"/>
          </p:nvPr>
        </p:nvSpPr>
        <p:spPr>
          <a:xfrm>
            <a:off x="8313954" y="1355292"/>
            <a:ext cx="1180800" cy="1180800"/>
          </a:xfrm>
          <a:prstGeom prst="rect">
            <a:avLst/>
          </a:prstGeom>
          <a:solidFill>
            <a:schemeClr val="bg1">
              <a:lumMod val="95000"/>
            </a:schemeClr>
          </a:solidFill>
        </p:spPr>
        <p:txBody>
          <a:bodyPr vert="horz" lIns="0" tIns="0" rIns="0" bIns="0" rtlCol="0" anchor="ctr">
            <a:noAutofit/>
          </a:bodyPr>
          <a:lstStyle>
            <a:lvl1pPr marL="0" indent="0" algn="ctr">
              <a:buNone/>
              <a:defRPr lang="en-US" sz="1400" b="0" i="0" dirty="0">
                <a:solidFill>
                  <a:schemeClr val="tx1"/>
                </a:solidFill>
                <a:latin typeface="Graphik" panose="020B0503030202060203" pitchFamily="34" charset="77"/>
              </a:defRPr>
            </a:lvl1pPr>
          </a:lstStyle>
          <a:p>
            <a:pPr lvl="0"/>
            <a:r>
              <a:rPr lang="en-GB"/>
              <a:t>Add profile photo</a:t>
            </a:r>
            <a:endParaRPr lang="en-US"/>
          </a:p>
        </p:txBody>
      </p:sp>
      <p:sp>
        <p:nvSpPr>
          <p:cNvPr id="15" name="Picture Placeholder 12">
            <a:extLst>
              <a:ext uri="{FF2B5EF4-FFF2-40B4-BE49-F238E27FC236}">
                <a16:creationId xmlns:a16="http://schemas.microsoft.com/office/drawing/2014/main" id="{5DC001A2-2BC9-E92E-1900-07D1D55C8448}"/>
              </a:ext>
            </a:extLst>
          </p:cNvPr>
          <p:cNvSpPr>
            <a:spLocks noGrp="1" noChangeAspect="1"/>
          </p:cNvSpPr>
          <p:nvPr>
            <p:ph type="pic" sz="quarter" idx="18" hasCustomPrompt="1"/>
          </p:nvPr>
        </p:nvSpPr>
        <p:spPr>
          <a:xfrm>
            <a:off x="10095882" y="1355292"/>
            <a:ext cx="1180800" cy="1180800"/>
          </a:xfrm>
          <a:prstGeom prst="rect">
            <a:avLst/>
          </a:prstGeom>
          <a:solidFill>
            <a:schemeClr val="bg1">
              <a:lumMod val="95000"/>
            </a:schemeClr>
          </a:solidFill>
        </p:spPr>
        <p:txBody>
          <a:bodyPr vert="horz" lIns="0" tIns="0" rIns="0" bIns="0" rtlCol="0" anchor="ctr">
            <a:noAutofit/>
          </a:bodyPr>
          <a:lstStyle>
            <a:lvl1pPr marL="0" indent="0" algn="ctr">
              <a:buNone/>
              <a:defRPr lang="en-US" sz="1400" b="0" i="0" dirty="0">
                <a:solidFill>
                  <a:schemeClr val="tx1"/>
                </a:solidFill>
                <a:latin typeface="Graphik" panose="020B0503030202060203" pitchFamily="34" charset="77"/>
              </a:defRPr>
            </a:lvl1pPr>
          </a:lstStyle>
          <a:p>
            <a:pPr lvl="0"/>
            <a:r>
              <a:rPr lang="en-GB"/>
              <a:t>Add profile photo</a:t>
            </a:r>
            <a:endParaRPr lang="en-US"/>
          </a:p>
        </p:txBody>
      </p:sp>
      <p:sp>
        <p:nvSpPr>
          <p:cNvPr id="16" name="Text Placeholder 5">
            <a:extLst>
              <a:ext uri="{FF2B5EF4-FFF2-40B4-BE49-F238E27FC236}">
                <a16:creationId xmlns:a16="http://schemas.microsoft.com/office/drawing/2014/main" id="{0D6DEAA1-1809-9174-41B2-A167C7EF0B6D}"/>
              </a:ext>
            </a:extLst>
          </p:cNvPr>
          <p:cNvSpPr>
            <a:spLocks noGrp="1"/>
          </p:cNvSpPr>
          <p:nvPr>
            <p:ph type="body" sz="quarter" idx="40" hasCustomPrompt="1"/>
          </p:nvPr>
        </p:nvSpPr>
        <p:spPr>
          <a:xfrm>
            <a:off x="4751160" y="269322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17" name="Text Placeholder 6">
            <a:extLst>
              <a:ext uri="{FF2B5EF4-FFF2-40B4-BE49-F238E27FC236}">
                <a16:creationId xmlns:a16="http://schemas.microsoft.com/office/drawing/2014/main" id="{EEA45CAC-A034-EBF8-A42A-D240A01CA2B6}"/>
              </a:ext>
            </a:extLst>
          </p:cNvPr>
          <p:cNvSpPr>
            <a:spLocks noGrp="1"/>
          </p:cNvSpPr>
          <p:nvPr>
            <p:ph type="body" sz="quarter" idx="41" hasCustomPrompt="1"/>
          </p:nvPr>
        </p:nvSpPr>
        <p:spPr>
          <a:xfrm>
            <a:off x="6532027" y="269322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18" name="Text Placeholder 7">
            <a:extLst>
              <a:ext uri="{FF2B5EF4-FFF2-40B4-BE49-F238E27FC236}">
                <a16:creationId xmlns:a16="http://schemas.microsoft.com/office/drawing/2014/main" id="{94B252BC-9982-2E12-F243-0ED078DBC2F2}"/>
              </a:ext>
            </a:extLst>
          </p:cNvPr>
          <p:cNvSpPr>
            <a:spLocks noGrp="1"/>
          </p:cNvSpPr>
          <p:nvPr>
            <p:ph type="body" sz="quarter" idx="43" hasCustomPrompt="1"/>
          </p:nvPr>
        </p:nvSpPr>
        <p:spPr>
          <a:xfrm>
            <a:off x="8313954" y="269322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19" name="Text Placeholder 8">
            <a:extLst>
              <a:ext uri="{FF2B5EF4-FFF2-40B4-BE49-F238E27FC236}">
                <a16:creationId xmlns:a16="http://schemas.microsoft.com/office/drawing/2014/main" id="{DC6F0EDA-C6BC-1437-B68C-8779352D0B2E}"/>
              </a:ext>
            </a:extLst>
          </p:cNvPr>
          <p:cNvSpPr>
            <a:spLocks noGrp="1"/>
          </p:cNvSpPr>
          <p:nvPr>
            <p:ph type="body" sz="quarter" idx="44" hasCustomPrompt="1"/>
          </p:nvPr>
        </p:nvSpPr>
        <p:spPr>
          <a:xfrm>
            <a:off x="10095882" y="269322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29" name="Title 2">
            <a:extLst>
              <a:ext uri="{FF2B5EF4-FFF2-40B4-BE49-F238E27FC236}">
                <a16:creationId xmlns:a16="http://schemas.microsoft.com/office/drawing/2014/main" id="{B87DF950-8C59-5635-493B-47BF5B6B028D}"/>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36" name="Picture Placeholder 6">
            <a:extLst>
              <a:ext uri="{FF2B5EF4-FFF2-40B4-BE49-F238E27FC236}">
                <a16:creationId xmlns:a16="http://schemas.microsoft.com/office/drawing/2014/main" id="{A515A847-B8F1-0835-FEF9-D0644A3666A3}"/>
              </a:ext>
            </a:extLst>
          </p:cNvPr>
          <p:cNvSpPr>
            <a:spLocks noGrp="1" noChangeAspect="1"/>
          </p:cNvSpPr>
          <p:nvPr>
            <p:ph type="pic" sz="quarter" idx="53" hasCustomPrompt="1"/>
          </p:nvPr>
        </p:nvSpPr>
        <p:spPr>
          <a:xfrm>
            <a:off x="4750100" y="3828822"/>
            <a:ext cx="1180800" cy="1180800"/>
          </a:xfrm>
          <a:prstGeom prst="rect">
            <a:avLst/>
          </a:prstGeom>
          <a:solidFill>
            <a:schemeClr val="bg1">
              <a:lumMod val="95000"/>
            </a:schemeClr>
          </a:solidFill>
        </p:spPr>
        <p:txBody>
          <a:bodyPr vert="horz" lIns="0" tIns="0" rIns="0" bIns="0" rtlCol="0" anchor="ctr">
            <a:noAutofit/>
          </a:bodyPr>
          <a:lstStyle>
            <a:lvl1pPr marL="0" indent="0" algn="ctr">
              <a:buNone/>
              <a:defRPr lang="en-US" sz="1400" b="0" i="0" dirty="0">
                <a:solidFill>
                  <a:schemeClr val="tx1"/>
                </a:solidFill>
                <a:latin typeface="Graphik" panose="020B0503030202060203" pitchFamily="34" charset="77"/>
              </a:defRPr>
            </a:lvl1pPr>
          </a:lstStyle>
          <a:p>
            <a:pPr lvl="0"/>
            <a:r>
              <a:rPr lang="en-GB"/>
              <a:t>Add profile photo</a:t>
            </a:r>
            <a:endParaRPr lang="en-US"/>
          </a:p>
        </p:txBody>
      </p:sp>
      <p:sp>
        <p:nvSpPr>
          <p:cNvPr id="37" name="Picture Placeholder 8">
            <a:extLst>
              <a:ext uri="{FF2B5EF4-FFF2-40B4-BE49-F238E27FC236}">
                <a16:creationId xmlns:a16="http://schemas.microsoft.com/office/drawing/2014/main" id="{AFFDAEDA-7A67-EFF8-97FE-53895BDD7346}"/>
              </a:ext>
            </a:extLst>
          </p:cNvPr>
          <p:cNvSpPr>
            <a:spLocks noGrp="1" noChangeAspect="1"/>
          </p:cNvSpPr>
          <p:nvPr>
            <p:ph type="pic" sz="quarter" idx="54" hasCustomPrompt="1"/>
          </p:nvPr>
        </p:nvSpPr>
        <p:spPr>
          <a:xfrm>
            <a:off x="6532027" y="3828822"/>
            <a:ext cx="1180800" cy="1180800"/>
          </a:xfrm>
          <a:prstGeom prst="rect">
            <a:avLst/>
          </a:prstGeom>
          <a:solidFill>
            <a:schemeClr val="bg1">
              <a:lumMod val="95000"/>
            </a:schemeClr>
          </a:solidFill>
        </p:spPr>
        <p:txBody>
          <a:bodyPr vert="horz" lIns="0" tIns="0" rIns="0" bIns="0" rtlCol="0" anchor="ctr">
            <a:noAutofit/>
          </a:bodyPr>
          <a:lstStyle>
            <a:lvl1pPr marL="0" indent="0" algn="ctr">
              <a:buNone/>
              <a:defRPr lang="en-US" sz="1400" b="0" i="0" dirty="0">
                <a:solidFill>
                  <a:schemeClr val="tx1"/>
                </a:solidFill>
                <a:latin typeface="Graphik" panose="020B0503030202060203" pitchFamily="34" charset="77"/>
              </a:defRPr>
            </a:lvl1pPr>
          </a:lstStyle>
          <a:p>
            <a:pPr lvl="0"/>
            <a:r>
              <a:rPr lang="en-GB"/>
              <a:t>Add profile photo</a:t>
            </a:r>
            <a:endParaRPr lang="en-US"/>
          </a:p>
        </p:txBody>
      </p:sp>
      <p:sp>
        <p:nvSpPr>
          <p:cNvPr id="38" name="Picture Placeholder 10">
            <a:extLst>
              <a:ext uri="{FF2B5EF4-FFF2-40B4-BE49-F238E27FC236}">
                <a16:creationId xmlns:a16="http://schemas.microsoft.com/office/drawing/2014/main" id="{CDEC200D-4F91-75FF-B3FC-CC83B1D2B426}"/>
              </a:ext>
            </a:extLst>
          </p:cNvPr>
          <p:cNvSpPr>
            <a:spLocks noGrp="1" noChangeAspect="1"/>
          </p:cNvSpPr>
          <p:nvPr>
            <p:ph type="pic" sz="quarter" idx="55" hasCustomPrompt="1"/>
          </p:nvPr>
        </p:nvSpPr>
        <p:spPr>
          <a:xfrm>
            <a:off x="8313954" y="3828822"/>
            <a:ext cx="1180800" cy="1180800"/>
          </a:xfrm>
          <a:prstGeom prst="rect">
            <a:avLst/>
          </a:prstGeom>
          <a:solidFill>
            <a:schemeClr val="bg1">
              <a:lumMod val="95000"/>
            </a:schemeClr>
          </a:solidFill>
        </p:spPr>
        <p:txBody>
          <a:bodyPr vert="horz" lIns="0" tIns="0" rIns="0" bIns="0" rtlCol="0" anchor="ctr">
            <a:noAutofit/>
          </a:bodyPr>
          <a:lstStyle>
            <a:lvl1pPr marL="0" indent="0" algn="ctr">
              <a:buNone/>
              <a:defRPr lang="en-US" sz="1400" b="0" i="0" dirty="0">
                <a:solidFill>
                  <a:schemeClr val="tx1"/>
                </a:solidFill>
                <a:latin typeface="Graphik" panose="020B0503030202060203" pitchFamily="34" charset="77"/>
              </a:defRPr>
            </a:lvl1pPr>
          </a:lstStyle>
          <a:p>
            <a:pPr lvl="0"/>
            <a:r>
              <a:rPr lang="en-GB"/>
              <a:t>Add profile photo</a:t>
            </a:r>
            <a:endParaRPr lang="en-US"/>
          </a:p>
        </p:txBody>
      </p:sp>
      <p:sp>
        <p:nvSpPr>
          <p:cNvPr id="39" name="Picture Placeholder 12">
            <a:extLst>
              <a:ext uri="{FF2B5EF4-FFF2-40B4-BE49-F238E27FC236}">
                <a16:creationId xmlns:a16="http://schemas.microsoft.com/office/drawing/2014/main" id="{0C873EF1-166E-2DEB-DEA4-F4E92E72812A}"/>
              </a:ext>
            </a:extLst>
          </p:cNvPr>
          <p:cNvSpPr>
            <a:spLocks noGrp="1" noChangeAspect="1"/>
          </p:cNvSpPr>
          <p:nvPr>
            <p:ph type="pic" sz="quarter" idx="56" hasCustomPrompt="1"/>
          </p:nvPr>
        </p:nvSpPr>
        <p:spPr>
          <a:xfrm>
            <a:off x="10095882" y="3828822"/>
            <a:ext cx="1180800" cy="1180800"/>
          </a:xfrm>
          <a:prstGeom prst="rect">
            <a:avLst/>
          </a:prstGeom>
          <a:solidFill>
            <a:schemeClr val="bg1">
              <a:lumMod val="95000"/>
            </a:schemeClr>
          </a:solidFill>
        </p:spPr>
        <p:txBody>
          <a:bodyPr vert="horz" lIns="0" tIns="0" rIns="0" bIns="0" rtlCol="0" anchor="ctr">
            <a:noAutofit/>
          </a:bodyPr>
          <a:lstStyle>
            <a:lvl1pPr marL="0" indent="0" algn="ctr">
              <a:buNone/>
              <a:defRPr lang="en-US" sz="1400" b="0" i="0" dirty="0">
                <a:solidFill>
                  <a:schemeClr val="tx1"/>
                </a:solidFill>
                <a:latin typeface="Graphik" panose="020B0503030202060203" pitchFamily="34" charset="77"/>
              </a:defRPr>
            </a:lvl1pPr>
          </a:lstStyle>
          <a:p>
            <a:pPr lvl="0"/>
            <a:r>
              <a:rPr lang="en-GB"/>
              <a:t>Add profile photo</a:t>
            </a:r>
            <a:endParaRPr lang="en-US"/>
          </a:p>
        </p:txBody>
      </p:sp>
      <p:sp>
        <p:nvSpPr>
          <p:cNvPr id="40" name="Text Placeholder 5">
            <a:extLst>
              <a:ext uri="{FF2B5EF4-FFF2-40B4-BE49-F238E27FC236}">
                <a16:creationId xmlns:a16="http://schemas.microsoft.com/office/drawing/2014/main" id="{EE6421DF-C4CF-347F-3F9F-B7C15DD342DB}"/>
              </a:ext>
            </a:extLst>
          </p:cNvPr>
          <p:cNvSpPr>
            <a:spLocks noGrp="1"/>
          </p:cNvSpPr>
          <p:nvPr>
            <p:ph type="body" sz="quarter" idx="57" hasCustomPrompt="1"/>
          </p:nvPr>
        </p:nvSpPr>
        <p:spPr>
          <a:xfrm>
            <a:off x="4751160" y="516675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41" name="Text Placeholder 6">
            <a:extLst>
              <a:ext uri="{FF2B5EF4-FFF2-40B4-BE49-F238E27FC236}">
                <a16:creationId xmlns:a16="http://schemas.microsoft.com/office/drawing/2014/main" id="{33C744BB-1061-9BD7-2063-D4FC3BA87A04}"/>
              </a:ext>
            </a:extLst>
          </p:cNvPr>
          <p:cNvSpPr>
            <a:spLocks noGrp="1"/>
          </p:cNvSpPr>
          <p:nvPr>
            <p:ph type="body" sz="quarter" idx="58" hasCustomPrompt="1"/>
          </p:nvPr>
        </p:nvSpPr>
        <p:spPr>
          <a:xfrm>
            <a:off x="6532027" y="516675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42" name="Text Placeholder 7">
            <a:extLst>
              <a:ext uri="{FF2B5EF4-FFF2-40B4-BE49-F238E27FC236}">
                <a16:creationId xmlns:a16="http://schemas.microsoft.com/office/drawing/2014/main" id="{FB23E977-71EF-1003-3CEF-A8A4D0D7990C}"/>
              </a:ext>
            </a:extLst>
          </p:cNvPr>
          <p:cNvSpPr>
            <a:spLocks noGrp="1"/>
          </p:cNvSpPr>
          <p:nvPr>
            <p:ph type="body" sz="quarter" idx="59" hasCustomPrompt="1"/>
          </p:nvPr>
        </p:nvSpPr>
        <p:spPr>
          <a:xfrm>
            <a:off x="8313954" y="516675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43" name="Text Placeholder 8">
            <a:extLst>
              <a:ext uri="{FF2B5EF4-FFF2-40B4-BE49-F238E27FC236}">
                <a16:creationId xmlns:a16="http://schemas.microsoft.com/office/drawing/2014/main" id="{3B567A05-2B76-107C-E1AA-BD5AA1C1C532}"/>
              </a:ext>
            </a:extLst>
          </p:cNvPr>
          <p:cNvSpPr>
            <a:spLocks noGrp="1"/>
          </p:cNvSpPr>
          <p:nvPr>
            <p:ph type="body" sz="quarter" idx="60" hasCustomPrompt="1"/>
          </p:nvPr>
        </p:nvSpPr>
        <p:spPr>
          <a:xfrm>
            <a:off x="10095882" y="516675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bg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Tree>
    <p:extLst>
      <p:ext uri="{BB962C8B-B14F-4D97-AF65-F5344CB8AC3E}">
        <p14:creationId xmlns:p14="http://schemas.microsoft.com/office/powerpoint/2010/main" val="3456325115"/>
      </p:ext>
    </p:extLst>
  </p:cSld>
  <p:clrMapOvr>
    <a:masterClrMapping/>
  </p:clrMapOvr>
  <p:extLst>
    <p:ext uri="{DCECCB84-F9BA-43D5-87BE-67443E8EF086}">
      <p15:sldGuideLst xmlns:p15="http://schemas.microsoft.com/office/powerpoint/2012/main"/>
    </p:ext>
  </p:extLst>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userDrawn="1">
  <p:cSld name="Content: team + column dark mode">
    <p:bg>
      <p:bgRef idx="1001">
        <a:schemeClr val="bg1"/>
      </p:bgRef>
    </p:bg>
    <p:spTree>
      <p:nvGrpSpPr>
        <p:cNvPr id="1" name=""/>
        <p:cNvGrpSpPr/>
        <p:nvPr/>
      </p:nvGrpSpPr>
      <p:grpSpPr>
        <a:xfrm>
          <a:off x="0" y="0"/>
          <a:ext cx="0" cy="0"/>
          <a:chOff x="0" y="0"/>
          <a:chExt cx="0" cy="0"/>
        </a:xfrm>
      </p:grpSpPr>
      <p:sp>
        <p:nvSpPr>
          <p:cNvPr id="58" name="Title 2">
            <a:extLst>
              <a:ext uri="{FF2B5EF4-FFF2-40B4-BE49-F238E27FC236}">
                <a16:creationId xmlns:a16="http://schemas.microsoft.com/office/drawing/2014/main" id="{AF158A12-E108-974D-4A28-D2DDBC9F2451}"/>
              </a:ext>
            </a:extLst>
          </p:cNvPr>
          <p:cNvSpPr>
            <a:spLocks noGrp="1"/>
          </p:cNvSpPr>
          <p:nvPr>
            <p:ph type="title"/>
          </p:nvPr>
        </p:nvSpPr>
        <p:spPr>
          <a:xfrm>
            <a:off x="556467" y="572600"/>
            <a:ext cx="11084672" cy="393954"/>
          </a:xfrm>
        </p:spPr>
        <p:txBody>
          <a:bodyPr/>
          <a:lstStyle/>
          <a:p>
            <a:r>
              <a:rPr lang="en-GB"/>
              <a:t>Click to edit Master title style</a:t>
            </a:r>
            <a:endParaRPr lang="en-US"/>
          </a:p>
        </p:txBody>
      </p:sp>
      <p:sp>
        <p:nvSpPr>
          <p:cNvPr id="10" name="Text Placeholder 2">
            <a:extLst>
              <a:ext uri="{FF2B5EF4-FFF2-40B4-BE49-F238E27FC236}">
                <a16:creationId xmlns:a16="http://schemas.microsoft.com/office/drawing/2014/main" id="{2A02CBC2-D34A-FE3B-A3F7-4E4A194F2668}"/>
              </a:ext>
            </a:extLst>
          </p:cNvPr>
          <p:cNvSpPr>
            <a:spLocks noGrp="1"/>
          </p:cNvSpPr>
          <p:nvPr>
            <p:ph type="body" sz="quarter" idx="42" hasCustomPrompt="1"/>
          </p:nvPr>
        </p:nvSpPr>
        <p:spPr>
          <a:xfrm>
            <a:off x="563409" y="1355292"/>
            <a:ext cx="3540355" cy="4757969"/>
          </a:xfrm>
          <a:prstGeom prst="rect">
            <a:avLst/>
          </a:prstGeom>
        </p:spPr>
        <p:txBody>
          <a:bodyPr/>
          <a:lstStyle>
            <a:lvl1pPr marL="0" indent="0">
              <a:buNone/>
              <a:defRPr sz="2000" b="0" i="0">
                <a:latin typeface="Graphik" panose="020B0503030202060203" pitchFamily="34" charset="77"/>
              </a:defRPr>
            </a:lvl1pPr>
            <a:lvl2pPr>
              <a:defRPr sz="1600" b="0" i="0">
                <a:latin typeface="Graphik" panose="020B0503030202060203" pitchFamily="34" charset="77"/>
              </a:defRPr>
            </a:lvl2pPr>
            <a:lvl3pPr>
              <a:defRPr sz="1600" b="0" i="0">
                <a:latin typeface="Graphik" panose="020B0503030202060203" pitchFamily="34" charset="77"/>
              </a:defRPr>
            </a:lvl3pPr>
            <a:lvl4pPr>
              <a:defRPr sz="1400" b="0" i="0">
                <a:latin typeface="Graphik" panose="020B0503030202060203" pitchFamily="34" charset="77"/>
              </a:defRPr>
            </a:lvl4pPr>
            <a:lvl5pPr>
              <a:defRPr sz="1400" b="0" i="0">
                <a:latin typeface="Graphik" panose="020B0503030202060203" pitchFamily="34" charset="77"/>
              </a:defRPr>
            </a:lvl5pPr>
          </a:lstStyle>
          <a:p>
            <a:pPr lvl="0"/>
            <a:r>
              <a:rPr lang="en-US"/>
              <a:t>Place sub-headline </a:t>
            </a:r>
            <a:r>
              <a:rPr lang="en-GB"/>
              <a:t>here in </a:t>
            </a:r>
            <a:r>
              <a:rPr lang="en-GB" err="1"/>
              <a:t>Graphik</a:t>
            </a:r>
            <a:r>
              <a:rPr lang="en-US"/>
              <a:t>, indent for other levels</a:t>
            </a:r>
          </a:p>
          <a:p>
            <a:pPr lvl="1"/>
            <a:r>
              <a:rPr lang="en-US"/>
              <a:t>Second level</a:t>
            </a:r>
          </a:p>
          <a:p>
            <a:pPr lvl="2"/>
            <a:r>
              <a:rPr lang="en-US"/>
              <a:t>Third level bullet</a:t>
            </a:r>
          </a:p>
          <a:p>
            <a:pPr lvl="3"/>
            <a:r>
              <a:rPr lang="en-US"/>
              <a:t>Fourth level bullet</a:t>
            </a:r>
          </a:p>
          <a:p>
            <a:pPr lvl="4"/>
            <a:r>
              <a:rPr lang="en-US"/>
              <a:t>Fifth level bullet</a:t>
            </a:r>
          </a:p>
        </p:txBody>
      </p:sp>
      <p:sp>
        <p:nvSpPr>
          <p:cNvPr id="59" name="Picture Placeholder 6">
            <a:extLst>
              <a:ext uri="{FF2B5EF4-FFF2-40B4-BE49-F238E27FC236}">
                <a16:creationId xmlns:a16="http://schemas.microsoft.com/office/drawing/2014/main" id="{D9BDCE52-89A2-2B74-090A-1C2EF4190943}"/>
              </a:ext>
            </a:extLst>
          </p:cNvPr>
          <p:cNvSpPr>
            <a:spLocks noGrp="1" noChangeAspect="1"/>
          </p:cNvSpPr>
          <p:nvPr>
            <p:ph type="pic" sz="quarter" idx="16" hasCustomPrompt="1"/>
          </p:nvPr>
        </p:nvSpPr>
        <p:spPr>
          <a:xfrm>
            <a:off x="4750100" y="1355292"/>
            <a:ext cx="1180800" cy="1180800"/>
          </a:xfrm>
          <a:prstGeom prst="rect">
            <a:avLst/>
          </a:prstGeom>
          <a:solidFill>
            <a:schemeClr val="tx1">
              <a:lumMod val="95000"/>
            </a:schemeClr>
          </a:solidFill>
        </p:spPr>
        <p:txBody>
          <a:bodyPr vert="horz" lIns="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0" name="Picture Placeholder 8">
            <a:extLst>
              <a:ext uri="{FF2B5EF4-FFF2-40B4-BE49-F238E27FC236}">
                <a16:creationId xmlns:a16="http://schemas.microsoft.com/office/drawing/2014/main" id="{719A3D27-6186-F931-9BF2-812767B56DF4}"/>
              </a:ext>
            </a:extLst>
          </p:cNvPr>
          <p:cNvSpPr>
            <a:spLocks noGrp="1" noChangeAspect="1"/>
          </p:cNvSpPr>
          <p:nvPr>
            <p:ph type="pic" sz="quarter" idx="17" hasCustomPrompt="1"/>
          </p:nvPr>
        </p:nvSpPr>
        <p:spPr>
          <a:xfrm>
            <a:off x="6532027" y="1355292"/>
            <a:ext cx="1180800" cy="1180800"/>
          </a:xfrm>
          <a:prstGeom prst="rect">
            <a:avLst/>
          </a:prstGeom>
          <a:solidFill>
            <a:schemeClr val="tx1">
              <a:lumMod val="95000"/>
            </a:schemeClr>
          </a:solidFill>
        </p:spPr>
        <p:txBody>
          <a:bodyPr vert="horz" lIns="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1" name="Picture Placeholder 10">
            <a:extLst>
              <a:ext uri="{FF2B5EF4-FFF2-40B4-BE49-F238E27FC236}">
                <a16:creationId xmlns:a16="http://schemas.microsoft.com/office/drawing/2014/main" id="{221FD96F-56ED-3F4E-D5EC-ECE899136886}"/>
              </a:ext>
            </a:extLst>
          </p:cNvPr>
          <p:cNvSpPr>
            <a:spLocks noGrp="1" noChangeAspect="1"/>
          </p:cNvSpPr>
          <p:nvPr>
            <p:ph type="pic" sz="quarter" idx="24" hasCustomPrompt="1"/>
          </p:nvPr>
        </p:nvSpPr>
        <p:spPr>
          <a:xfrm>
            <a:off x="8313954" y="1355292"/>
            <a:ext cx="1180800" cy="1180800"/>
          </a:xfrm>
          <a:prstGeom prst="rect">
            <a:avLst/>
          </a:prstGeom>
          <a:solidFill>
            <a:schemeClr val="tx1">
              <a:lumMod val="95000"/>
            </a:schemeClr>
          </a:solidFill>
        </p:spPr>
        <p:txBody>
          <a:bodyPr vert="horz" lIns="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2" name="Picture Placeholder 12">
            <a:extLst>
              <a:ext uri="{FF2B5EF4-FFF2-40B4-BE49-F238E27FC236}">
                <a16:creationId xmlns:a16="http://schemas.microsoft.com/office/drawing/2014/main" id="{BE2DD9EE-FBA3-C33C-873A-4515866F5D79}"/>
              </a:ext>
            </a:extLst>
          </p:cNvPr>
          <p:cNvSpPr>
            <a:spLocks noGrp="1" noChangeAspect="1"/>
          </p:cNvSpPr>
          <p:nvPr>
            <p:ph type="pic" sz="quarter" idx="18" hasCustomPrompt="1"/>
          </p:nvPr>
        </p:nvSpPr>
        <p:spPr>
          <a:xfrm>
            <a:off x="10095882" y="1355292"/>
            <a:ext cx="1180800" cy="1180800"/>
          </a:xfrm>
          <a:prstGeom prst="rect">
            <a:avLst/>
          </a:prstGeom>
          <a:solidFill>
            <a:schemeClr val="tx1">
              <a:lumMod val="95000"/>
            </a:schemeClr>
          </a:solidFill>
        </p:spPr>
        <p:txBody>
          <a:bodyPr vert="horz" lIns="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7" name="Picture Placeholder 6">
            <a:extLst>
              <a:ext uri="{FF2B5EF4-FFF2-40B4-BE49-F238E27FC236}">
                <a16:creationId xmlns:a16="http://schemas.microsoft.com/office/drawing/2014/main" id="{B77582B8-1D1F-CACA-D550-1CD5A949EEA4}"/>
              </a:ext>
            </a:extLst>
          </p:cNvPr>
          <p:cNvSpPr>
            <a:spLocks noGrp="1" noChangeAspect="1"/>
          </p:cNvSpPr>
          <p:nvPr>
            <p:ph type="pic" sz="quarter" idx="53" hasCustomPrompt="1"/>
          </p:nvPr>
        </p:nvSpPr>
        <p:spPr>
          <a:xfrm>
            <a:off x="4750100" y="3828822"/>
            <a:ext cx="1180800" cy="1180800"/>
          </a:xfrm>
          <a:prstGeom prst="rect">
            <a:avLst/>
          </a:prstGeom>
          <a:solidFill>
            <a:schemeClr val="tx1">
              <a:lumMod val="95000"/>
            </a:schemeClr>
          </a:solidFill>
        </p:spPr>
        <p:txBody>
          <a:bodyPr vert="horz" lIns="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8" name="Picture Placeholder 8">
            <a:extLst>
              <a:ext uri="{FF2B5EF4-FFF2-40B4-BE49-F238E27FC236}">
                <a16:creationId xmlns:a16="http://schemas.microsoft.com/office/drawing/2014/main" id="{17E0A0A0-43CE-5971-7C1E-E8F5AFA224E0}"/>
              </a:ext>
            </a:extLst>
          </p:cNvPr>
          <p:cNvSpPr>
            <a:spLocks noGrp="1" noChangeAspect="1"/>
          </p:cNvSpPr>
          <p:nvPr>
            <p:ph type="pic" sz="quarter" idx="54" hasCustomPrompt="1"/>
          </p:nvPr>
        </p:nvSpPr>
        <p:spPr>
          <a:xfrm>
            <a:off x="6532027" y="3828822"/>
            <a:ext cx="1180800" cy="1180800"/>
          </a:xfrm>
          <a:prstGeom prst="rect">
            <a:avLst/>
          </a:prstGeom>
          <a:solidFill>
            <a:schemeClr val="tx1">
              <a:lumMod val="95000"/>
            </a:schemeClr>
          </a:solidFill>
        </p:spPr>
        <p:txBody>
          <a:bodyPr vert="horz" lIns="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69" name="Picture Placeholder 10">
            <a:extLst>
              <a:ext uri="{FF2B5EF4-FFF2-40B4-BE49-F238E27FC236}">
                <a16:creationId xmlns:a16="http://schemas.microsoft.com/office/drawing/2014/main" id="{40572D3B-08EC-27FB-6A1E-C67DB00074BA}"/>
              </a:ext>
            </a:extLst>
          </p:cNvPr>
          <p:cNvSpPr>
            <a:spLocks noGrp="1" noChangeAspect="1"/>
          </p:cNvSpPr>
          <p:nvPr>
            <p:ph type="pic" sz="quarter" idx="55" hasCustomPrompt="1"/>
          </p:nvPr>
        </p:nvSpPr>
        <p:spPr>
          <a:xfrm>
            <a:off x="8313954" y="3828822"/>
            <a:ext cx="1180800" cy="1180800"/>
          </a:xfrm>
          <a:prstGeom prst="rect">
            <a:avLst/>
          </a:prstGeom>
          <a:solidFill>
            <a:schemeClr val="tx1">
              <a:lumMod val="95000"/>
            </a:schemeClr>
          </a:solidFill>
        </p:spPr>
        <p:txBody>
          <a:bodyPr vert="horz" lIns="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70" name="Picture Placeholder 12">
            <a:extLst>
              <a:ext uri="{FF2B5EF4-FFF2-40B4-BE49-F238E27FC236}">
                <a16:creationId xmlns:a16="http://schemas.microsoft.com/office/drawing/2014/main" id="{D5EF76A9-F22D-ED1F-C0F0-815EF85BAB71}"/>
              </a:ext>
            </a:extLst>
          </p:cNvPr>
          <p:cNvSpPr>
            <a:spLocks noGrp="1" noChangeAspect="1"/>
          </p:cNvSpPr>
          <p:nvPr>
            <p:ph type="pic" sz="quarter" idx="56" hasCustomPrompt="1"/>
          </p:nvPr>
        </p:nvSpPr>
        <p:spPr>
          <a:xfrm>
            <a:off x="10095882" y="3828822"/>
            <a:ext cx="1180800" cy="1180800"/>
          </a:xfrm>
          <a:prstGeom prst="rect">
            <a:avLst/>
          </a:prstGeom>
          <a:solidFill>
            <a:schemeClr val="tx1">
              <a:lumMod val="95000"/>
            </a:schemeClr>
          </a:solidFill>
        </p:spPr>
        <p:txBody>
          <a:bodyPr vert="horz" lIns="0" tIns="0" rIns="0" bIns="0" rtlCol="0" anchor="ctr">
            <a:noAutofit/>
          </a:bodyPr>
          <a:lstStyle>
            <a:lvl1pPr marL="0" indent="0" algn="ctr">
              <a:buNone/>
              <a:defRPr lang="en-US" sz="1400" b="0" i="0" dirty="0">
                <a:solidFill>
                  <a:schemeClr val="bg1"/>
                </a:solidFill>
                <a:latin typeface="Graphik" panose="020B0503030202060203" pitchFamily="34" charset="77"/>
              </a:defRPr>
            </a:lvl1pPr>
          </a:lstStyle>
          <a:p>
            <a:pPr lvl="0"/>
            <a:r>
              <a:rPr lang="en-GB"/>
              <a:t>Add profile photo</a:t>
            </a:r>
            <a:endParaRPr lang="en-US"/>
          </a:p>
        </p:txBody>
      </p:sp>
      <p:sp>
        <p:nvSpPr>
          <p:cNvPr id="2" name="Text Placeholder 5">
            <a:extLst>
              <a:ext uri="{FF2B5EF4-FFF2-40B4-BE49-F238E27FC236}">
                <a16:creationId xmlns:a16="http://schemas.microsoft.com/office/drawing/2014/main" id="{CEDE1E1C-A17A-6673-F251-3E95D2B9A949}"/>
              </a:ext>
            </a:extLst>
          </p:cNvPr>
          <p:cNvSpPr>
            <a:spLocks noGrp="1"/>
          </p:cNvSpPr>
          <p:nvPr>
            <p:ph type="body" sz="quarter" idx="40" hasCustomPrompt="1"/>
          </p:nvPr>
        </p:nvSpPr>
        <p:spPr>
          <a:xfrm>
            <a:off x="4751160" y="269322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3" name="Text Placeholder 6">
            <a:extLst>
              <a:ext uri="{FF2B5EF4-FFF2-40B4-BE49-F238E27FC236}">
                <a16:creationId xmlns:a16="http://schemas.microsoft.com/office/drawing/2014/main" id="{EEB75AE2-2832-8C3E-9FFF-A5DFC859EF20}"/>
              </a:ext>
            </a:extLst>
          </p:cNvPr>
          <p:cNvSpPr>
            <a:spLocks noGrp="1"/>
          </p:cNvSpPr>
          <p:nvPr>
            <p:ph type="body" sz="quarter" idx="41" hasCustomPrompt="1"/>
          </p:nvPr>
        </p:nvSpPr>
        <p:spPr>
          <a:xfrm>
            <a:off x="6532027" y="269322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4" name="Text Placeholder 7">
            <a:extLst>
              <a:ext uri="{FF2B5EF4-FFF2-40B4-BE49-F238E27FC236}">
                <a16:creationId xmlns:a16="http://schemas.microsoft.com/office/drawing/2014/main" id="{89767B47-D047-556C-4306-FDB23A31369B}"/>
              </a:ext>
            </a:extLst>
          </p:cNvPr>
          <p:cNvSpPr>
            <a:spLocks noGrp="1"/>
          </p:cNvSpPr>
          <p:nvPr>
            <p:ph type="body" sz="quarter" idx="43" hasCustomPrompt="1"/>
          </p:nvPr>
        </p:nvSpPr>
        <p:spPr>
          <a:xfrm>
            <a:off x="8313954" y="269322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5" name="Text Placeholder 8">
            <a:extLst>
              <a:ext uri="{FF2B5EF4-FFF2-40B4-BE49-F238E27FC236}">
                <a16:creationId xmlns:a16="http://schemas.microsoft.com/office/drawing/2014/main" id="{5FA34033-541B-ACBB-7450-5B6532CB8D0A}"/>
              </a:ext>
            </a:extLst>
          </p:cNvPr>
          <p:cNvSpPr>
            <a:spLocks noGrp="1"/>
          </p:cNvSpPr>
          <p:nvPr>
            <p:ph type="body" sz="quarter" idx="44" hasCustomPrompt="1"/>
          </p:nvPr>
        </p:nvSpPr>
        <p:spPr>
          <a:xfrm>
            <a:off x="10095882" y="269322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6" name="Text Placeholder 5">
            <a:extLst>
              <a:ext uri="{FF2B5EF4-FFF2-40B4-BE49-F238E27FC236}">
                <a16:creationId xmlns:a16="http://schemas.microsoft.com/office/drawing/2014/main" id="{08C7EC0A-DE98-38CE-AFC3-B90030BE5EDC}"/>
              </a:ext>
            </a:extLst>
          </p:cNvPr>
          <p:cNvSpPr>
            <a:spLocks noGrp="1"/>
          </p:cNvSpPr>
          <p:nvPr>
            <p:ph type="body" sz="quarter" idx="57" hasCustomPrompt="1"/>
          </p:nvPr>
        </p:nvSpPr>
        <p:spPr>
          <a:xfrm>
            <a:off x="4751160" y="516675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7" name="Text Placeholder 6">
            <a:extLst>
              <a:ext uri="{FF2B5EF4-FFF2-40B4-BE49-F238E27FC236}">
                <a16:creationId xmlns:a16="http://schemas.microsoft.com/office/drawing/2014/main" id="{B90A955C-7D16-1E89-F214-1FE4ABD4D8DF}"/>
              </a:ext>
            </a:extLst>
          </p:cNvPr>
          <p:cNvSpPr>
            <a:spLocks noGrp="1"/>
          </p:cNvSpPr>
          <p:nvPr>
            <p:ph type="body" sz="quarter" idx="58" hasCustomPrompt="1"/>
          </p:nvPr>
        </p:nvSpPr>
        <p:spPr>
          <a:xfrm>
            <a:off x="6532027" y="516675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8" name="Text Placeholder 7">
            <a:extLst>
              <a:ext uri="{FF2B5EF4-FFF2-40B4-BE49-F238E27FC236}">
                <a16:creationId xmlns:a16="http://schemas.microsoft.com/office/drawing/2014/main" id="{E2562963-2880-9DF0-CBA4-3B8CB37B8C6B}"/>
              </a:ext>
            </a:extLst>
          </p:cNvPr>
          <p:cNvSpPr>
            <a:spLocks noGrp="1"/>
          </p:cNvSpPr>
          <p:nvPr>
            <p:ph type="body" sz="quarter" idx="59" hasCustomPrompt="1"/>
          </p:nvPr>
        </p:nvSpPr>
        <p:spPr>
          <a:xfrm>
            <a:off x="8313954" y="516675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9" name="Text Placeholder 8">
            <a:extLst>
              <a:ext uri="{FF2B5EF4-FFF2-40B4-BE49-F238E27FC236}">
                <a16:creationId xmlns:a16="http://schemas.microsoft.com/office/drawing/2014/main" id="{661BD90B-C753-B163-80B8-1E78E44062C3}"/>
              </a:ext>
            </a:extLst>
          </p:cNvPr>
          <p:cNvSpPr>
            <a:spLocks noGrp="1"/>
          </p:cNvSpPr>
          <p:nvPr>
            <p:ph type="body" sz="quarter" idx="60" hasCustomPrompt="1"/>
          </p:nvPr>
        </p:nvSpPr>
        <p:spPr>
          <a:xfrm>
            <a:off x="10095882" y="5166757"/>
            <a:ext cx="1384618" cy="601303"/>
          </a:xfrm>
          <a:prstGeom prst="rect">
            <a:avLst/>
          </a:prstGeom>
        </p:spPr>
        <p:txBody>
          <a:bodyPr/>
          <a:lstStyle>
            <a:lvl1pPr marL="0" indent="0">
              <a:lnSpc>
                <a:spcPct val="80000"/>
              </a:lnSpc>
              <a:spcAft>
                <a:spcPts val="0"/>
              </a:spcAft>
              <a:buFont typeface="Graphik" panose="020B0604020202020204" pitchFamily="34" charset="0"/>
              <a:buNone/>
              <a:defRPr lang="en-US" sz="1000" b="1" i="0" kern="1200" dirty="0">
                <a:solidFill>
                  <a:schemeClr val="accent2"/>
                </a:solidFill>
                <a:latin typeface="Graphik Semibold" panose="020B0503030202060203" pitchFamily="34" charset="77"/>
                <a:ea typeface="+mn-ea"/>
                <a:cs typeface="+mn-cs"/>
              </a:defRPr>
            </a:lvl1pPr>
            <a:lvl2pPr marL="0" indent="0">
              <a:spcAft>
                <a:spcPts val="800"/>
              </a:spcAft>
              <a:buNone/>
              <a:defRPr lang="en-US" sz="1000" b="0" i="0" kern="1200">
                <a:solidFill>
                  <a:schemeClr val="tx1"/>
                </a:solidFill>
                <a:latin typeface="+mn-lt"/>
                <a:ea typeface="+mn-ea"/>
                <a:cs typeface="+mn-cs"/>
              </a:defRPr>
            </a:lvl2pPr>
            <a:lvl3pPr marL="0" indent="0">
              <a:spcAft>
                <a:spcPts val="267"/>
              </a:spcAft>
              <a:buNone/>
              <a:defRPr sz="1200" b="0" i="0">
                <a:solidFill>
                  <a:schemeClr val="tx1"/>
                </a:solidFill>
                <a:latin typeface="Graphik" panose="020B0503030202060203" pitchFamily="34" charset="77"/>
              </a:defRPr>
            </a:lvl3pPr>
            <a:lvl4pPr marL="182875" indent="-182875">
              <a:spcAft>
                <a:spcPts val="267"/>
              </a:spcAft>
              <a:buFont typeface="Graphik" panose="020B0604020202020204" pitchFamily="34" charset="0"/>
              <a:buChar char="•"/>
              <a:defRPr sz="1200" b="0" i="0">
                <a:solidFill>
                  <a:schemeClr val="tx1"/>
                </a:solidFill>
                <a:latin typeface="Graphik" panose="020B0503030202060203" pitchFamily="34" charset="77"/>
              </a:defRPr>
            </a:lvl4pPr>
            <a:lvl5pPr>
              <a:spcAft>
                <a:spcPts val="600"/>
              </a:spcAft>
              <a:defRPr sz="1600"/>
            </a:lvl5pPr>
          </a:lstStyle>
          <a:p>
            <a:pPr marL="0" lvl="0" indent="0" algn="l" defTabSz="228594" rtl="0" eaLnBrk="1" latinLnBrk="0" hangingPunct="1">
              <a:lnSpc>
                <a:spcPct val="80000"/>
              </a:lnSpc>
              <a:spcBef>
                <a:spcPts val="0"/>
              </a:spcBef>
              <a:spcAft>
                <a:spcPts val="0"/>
              </a:spcAft>
              <a:buFont typeface="Graphik" panose="020B0604020202020204" pitchFamily="34" charset="0"/>
              <a:buNone/>
            </a:pPr>
            <a:r>
              <a:rPr lang="en-US"/>
              <a:t>First name</a:t>
            </a:r>
          </a:p>
          <a:p>
            <a:pPr marL="0" lvl="1" indent="0" algn="l" defTabSz="228594" rtl="0" eaLnBrk="1" latinLnBrk="0" hangingPunct="1">
              <a:lnSpc>
                <a:spcPct val="100000"/>
              </a:lnSpc>
              <a:spcBef>
                <a:spcPts val="0"/>
              </a:spcBef>
              <a:spcAft>
                <a:spcPts val="800"/>
              </a:spcAft>
              <a:buClrTx/>
              <a:buFont typeface="Arial" panose="020B0604020202020204" pitchFamily="34" charset="0"/>
              <a:buNone/>
            </a:pPr>
            <a:r>
              <a:rPr lang="en-US"/>
              <a:t>Surname or Role</a:t>
            </a:r>
          </a:p>
        </p:txBody>
      </p:sp>
      <p:sp>
        <p:nvSpPr>
          <p:cNvPr id="11" name="GTS_Purple">
            <a:extLst>
              <a:ext uri="{FF2B5EF4-FFF2-40B4-BE49-F238E27FC236}">
                <a16:creationId xmlns:a16="http://schemas.microsoft.com/office/drawing/2014/main" id="{B69C02E9-D221-652D-E7A0-F40E48E0A738}"/>
              </a:ext>
              <a:ext uri="{C183D7F6-B498-43B3-948B-1728B52AA6E4}">
                <adec:decorative xmlns:adec="http://schemas.microsoft.com/office/drawing/2017/decorative" val="1"/>
              </a:ext>
            </a:extLst>
          </p:cNvPr>
          <p:cNvSpPr>
            <a:spLocks noChangeAspect="1"/>
          </p:cNvSpPr>
          <p:nvPr userDrawn="1"/>
        </p:nvSpPr>
        <p:spPr bwMode="auto">
          <a:xfrm>
            <a:off x="553175" y="6390824"/>
            <a:ext cx="183203"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chemeClr val="tx1"/>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1514855834"/>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Content: column + image">
    <p:spTree>
      <p:nvGrpSpPr>
        <p:cNvPr id="1" name=""/>
        <p:cNvGrpSpPr/>
        <p:nvPr/>
      </p:nvGrpSpPr>
      <p:grpSpPr>
        <a:xfrm>
          <a:off x="0" y="0"/>
          <a:ext cx="0" cy="0"/>
          <a:chOff x="0" y="0"/>
          <a:chExt cx="0" cy="0"/>
        </a:xfrm>
      </p:grpSpPr>
      <p:sp>
        <p:nvSpPr>
          <p:cNvPr id="8" name="Text Placeholder 14">
            <a:extLst>
              <a:ext uri="{FF2B5EF4-FFF2-40B4-BE49-F238E27FC236}">
                <a16:creationId xmlns:a16="http://schemas.microsoft.com/office/drawing/2014/main" id="{4796047A-AB81-403A-B649-52C6F7827ECF}"/>
              </a:ext>
            </a:extLst>
          </p:cNvPr>
          <p:cNvSpPr>
            <a:spLocks noGrp="1"/>
          </p:cNvSpPr>
          <p:nvPr>
            <p:ph type="body" sz="quarter" idx="15" hasCustomPrompt="1"/>
          </p:nvPr>
        </p:nvSpPr>
        <p:spPr>
          <a:xfrm>
            <a:off x="554567" y="1608762"/>
            <a:ext cx="4684835" cy="4699968"/>
          </a:xfrm>
          <a:prstGeom prst="rect">
            <a:avLst/>
          </a:prstGeom>
        </p:spPr>
        <p:txBody>
          <a:bodyPr/>
          <a:lstStyle>
            <a:lvl1pPr marL="0" indent="0">
              <a:lnSpc>
                <a:spcPct val="90000"/>
              </a:lnSpc>
              <a:buNone/>
              <a:defRPr sz="1800" b="0" i="0">
                <a:solidFill>
                  <a:schemeClr val="tx1"/>
                </a:solidFill>
                <a:latin typeface="Graphik" panose="020B0503030202060203" pitchFamily="34" charset="77"/>
              </a:defRPr>
            </a:lvl1pPr>
            <a:lvl2pPr marL="228594" indent="-228594">
              <a:buFont typeface="Graphik" panose="020B0604020202020204" pitchFamily="34" charset="0"/>
              <a:buChar char="•"/>
              <a:defRPr sz="1200" b="0" i="0">
                <a:latin typeface="Graphik" panose="020B0503030202060203" pitchFamily="34" charset="77"/>
              </a:defRPr>
            </a:lvl2pPr>
            <a:lvl3pPr marL="457189">
              <a:buFont typeface="Graphik" panose="020B0503030202060203" pitchFamily="34" charset="0"/>
              <a:buChar char="–"/>
              <a:defRPr sz="1200" b="0" i="0">
                <a:latin typeface="Graphik" panose="020B0503030202060203" pitchFamily="34" charset="77"/>
              </a:defRPr>
            </a:lvl3pPr>
            <a:lvl4pPr marL="685783">
              <a:buFont typeface="Graphik" panose="020B0604020202020204" pitchFamily="34" charset="0"/>
              <a:buChar char="•"/>
              <a:defRPr sz="1100" b="0" i="0">
                <a:latin typeface="Graphik" panose="020B0503030202060203" pitchFamily="34" charset="77"/>
              </a:defRPr>
            </a:lvl4pPr>
            <a:lvl5pPr marL="914377">
              <a:buFont typeface="Graphik" panose="020B0503030202060203" pitchFamily="34" charset="0"/>
              <a:buChar char="–"/>
              <a:defRPr sz="1100" b="0" i="0">
                <a:latin typeface="Graphik" panose="020B0503030202060203" pitchFamily="34" charset="77"/>
              </a:defRPr>
            </a:lvl5pPr>
          </a:lstStyle>
          <a:p>
            <a:pPr lvl="0"/>
            <a:r>
              <a:rPr lang="en-US"/>
              <a:t>Place sub-headline </a:t>
            </a:r>
            <a:r>
              <a:rPr lang="en-GB"/>
              <a:t>here in </a:t>
            </a:r>
            <a:r>
              <a:rPr lang="en-GB" err="1"/>
              <a:t>Graphik</a:t>
            </a:r>
            <a:r>
              <a:rPr lang="en-US"/>
              <a:t>, indent for other levels</a:t>
            </a:r>
          </a:p>
          <a:p>
            <a:pPr lvl="1"/>
            <a:r>
              <a:rPr lang="en-US"/>
              <a:t>Second level</a:t>
            </a:r>
          </a:p>
          <a:p>
            <a:pPr lvl="2"/>
            <a:r>
              <a:rPr lang="en-US"/>
              <a:t>Third level bullet</a:t>
            </a:r>
          </a:p>
          <a:p>
            <a:pPr lvl="3"/>
            <a:r>
              <a:rPr lang="en-US"/>
              <a:t>Fourth level bullet</a:t>
            </a:r>
          </a:p>
          <a:p>
            <a:pPr lvl="4"/>
            <a:r>
              <a:rPr lang="en-US"/>
              <a:t>Fifth level bullet</a:t>
            </a:r>
          </a:p>
        </p:txBody>
      </p:sp>
      <p:sp>
        <p:nvSpPr>
          <p:cNvPr id="3" name="Picture Placeholder 2">
            <a:extLst>
              <a:ext uri="{FF2B5EF4-FFF2-40B4-BE49-F238E27FC236}">
                <a16:creationId xmlns:a16="http://schemas.microsoft.com/office/drawing/2014/main" id="{77AA6D93-92FF-400D-8AF3-C5AC33611540}"/>
              </a:ext>
            </a:extLst>
          </p:cNvPr>
          <p:cNvSpPr>
            <a:spLocks noGrp="1"/>
          </p:cNvSpPr>
          <p:nvPr>
            <p:ph type="pic" idx="1" hasCustomPrompt="1"/>
          </p:nvPr>
        </p:nvSpPr>
        <p:spPr>
          <a:xfrm>
            <a:off x="6096000" y="549276"/>
            <a:ext cx="5541431" cy="5759454"/>
          </a:xfrm>
          <a:prstGeom prst="rect">
            <a:avLst/>
          </a:prstGeom>
          <a:solidFill>
            <a:schemeClr val="bg1">
              <a:lumMod val="95000"/>
            </a:schemeClr>
          </a:solidFill>
        </p:spPr>
        <p:txBody>
          <a:bodyPr tIns="548640" anchor="t"/>
          <a:lstStyle>
            <a:lvl1pPr marL="0" indent="0" algn="ctr" defTabSz="914377" rtl="0" eaLnBrk="1" latinLnBrk="0" hangingPunct="1">
              <a:lnSpc>
                <a:spcPct val="100000"/>
              </a:lnSpc>
              <a:spcBef>
                <a:spcPts val="0"/>
              </a:spcBef>
              <a:spcAft>
                <a:spcPts val="1200"/>
              </a:spcAft>
              <a:buFont typeface="Graphik" panose="020B0604020202020204" pitchFamily="34" charset="0"/>
              <a:buNone/>
              <a:defRPr lang="en-US" sz="1400" b="0" i="0" kern="1200" dirty="0">
                <a:solidFill>
                  <a:schemeClr val="tx1"/>
                </a:solidFill>
                <a:latin typeface="Graphik" panose="020B0503030202060203" pitchFamily="34" charset="77"/>
                <a:ea typeface="+mn-ea"/>
                <a:cs typeface="+mn-cs"/>
              </a:defRPr>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n-GB"/>
              <a:t>Drag picture to placeholder or click icon to add, then ‘Send to Back’</a:t>
            </a:r>
            <a:endParaRPr lang="en-US"/>
          </a:p>
        </p:txBody>
      </p:sp>
      <p:sp>
        <p:nvSpPr>
          <p:cNvPr id="7" name="Title 2">
            <a:extLst>
              <a:ext uri="{FF2B5EF4-FFF2-40B4-BE49-F238E27FC236}">
                <a16:creationId xmlns:a16="http://schemas.microsoft.com/office/drawing/2014/main" id="{A5DA1A25-51CF-5AD1-5E56-0DCBF1E1C695}"/>
              </a:ext>
            </a:extLst>
          </p:cNvPr>
          <p:cNvSpPr>
            <a:spLocks noGrp="1"/>
          </p:cNvSpPr>
          <p:nvPr>
            <p:ph type="title"/>
          </p:nvPr>
        </p:nvSpPr>
        <p:spPr>
          <a:xfrm>
            <a:off x="556467" y="572599"/>
            <a:ext cx="4684836" cy="916835"/>
          </a:xfrm>
        </p:spPr>
        <p:txBody>
          <a:bodyPr/>
          <a:lstStyle/>
          <a:p>
            <a:r>
              <a:rPr lang="en-GB"/>
              <a:t>Click to edit Master title style</a:t>
            </a:r>
            <a:endParaRPr lang="en-US"/>
          </a:p>
        </p:txBody>
      </p:sp>
      <p:sp>
        <p:nvSpPr>
          <p:cNvPr id="9" name="TextBox 8">
            <a:extLst>
              <a:ext uri="{FF2B5EF4-FFF2-40B4-BE49-F238E27FC236}">
                <a16:creationId xmlns:a16="http://schemas.microsoft.com/office/drawing/2014/main" id="{5932412D-AD03-BACB-C691-EC79CDF8A06A}"/>
              </a:ext>
            </a:extLst>
          </p:cNvPr>
          <p:cNvSpPr txBox="1"/>
          <p:nvPr userDrawn="1"/>
        </p:nvSpPr>
        <p:spPr>
          <a:xfrm>
            <a:off x="5618375" y="2686639"/>
            <a:ext cx="0" cy="0"/>
          </a:xfrm>
          <a:prstGeom prst="rect">
            <a:avLst/>
          </a:prstGeom>
          <a:noFill/>
        </p:spPr>
        <p:txBody>
          <a:bodyPr wrap="none" lIns="0" tIns="0" rIns="0" bIns="0" rtlCol="0">
            <a:noAutofit/>
          </a:bodyPr>
          <a:lstStyle/>
          <a:p>
            <a:pPr algn="l" defTabSz="228600">
              <a:spcAft>
                <a:spcPts val="1200"/>
              </a:spcAft>
            </a:pPr>
            <a:endParaRPr lang="en-US" noProof="0"/>
          </a:p>
        </p:txBody>
      </p:sp>
    </p:spTree>
    <p:extLst>
      <p:ext uri="{BB962C8B-B14F-4D97-AF65-F5344CB8AC3E}">
        <p14:creationId xmlns:p14="http://schemas.microsoft.com/office/powerpoint/2010/main" val="1238254043"/>
      </p:ext>
    </p:extLst>
  </p:cSld>
  <p:clrMapOvr>
    <a:masterClrMapping/>
  </p:clrMapOvr>
  <p:extLst>
    <p:ext uri="{DCECCB84-F9BA-43D5-87BE-67443E8EF086}">
      <p15:sldGuideLst xmlns:p15="http://schemas.microsoft.com/office/powerpoint/2012/main"/>
    </p:ext>
  </p:extLst>
</p:sldLayout>
</file>

<file path=ppt/slideLayouts/slideLayout93.xml><?xml version="1.0" encoding="utf-8"?>
<p:sldLayout xmlns:a="http://schemas.openxmlformats.org/drawingml/2006/main" xmlns:r="http://schemas.openxmlformats.org/officeDocument/2006/relationships" xmlns:p="http://schemas.openxmlformats.org/presentationml/2006/main" showMasterSp="0" preserve="1" userDrawn="1">
  <p:cSld name="Content: column + image, purple">
    <p:bg>
      <p:bgPr>
        <a:solidFill>
          <a:schemeClr val="tx2"/>
        </a:solidFill>
        <a:effectLst/>
      </p:bgPr>
    </p:bg>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0C6C9FFF-540B-B570-4E7C-61946F9149B2}"/>
              </a:ext>
            </a:extLst>
          </p:cNvPr>
          <p:cNvSpPr>
            <a:spLocks noGrp="1"/>
          </p:cNvSpPr>
          <p:nvPr>
            <p:ph type="title" hasCustomPrompt="1"/>
          </p:nvPr>
        </p:nvSpPr>
        <p:spPr>
          <a:xfrm>
            <a:off x="6533256" y="1354138"/>
            <a:ext cx="4595950" cy="1034129"/>
          </a:xfrm>
          <a:prstGeom prst="rect">
            <a:avLst/>
          </a:prstGeom>
        </p:spPr>
        <p:txBody>
          <a:bodyPr anchor="b"/>
          <a:lstStyle>
            <a:lvl1pPr>
              <a:defRPr sz="4200"/>
            </a:lvl1pPr>
          </a:lstStyle>
          <a:p>
            <a:r>
              <a:rPr lang="en-GB"/>
              <a:t>Click to edit Section title style</a:t>
            </a:r>
            <a:endParaRPr lang="en-US"/>
          </a:p>
        </p:txBody>
      </p:sp>
      <p:sp>
        <p:nvSpPr>
          <p:cNvPr id="38" name="Picture Placeholder 35">
            <a:extLst>
              <a:ext uri="{FF2B5EF4-FFF2-40B4-BE49-F238E27FC236}">
                <a16:creationId xmlns:a16="http://schemas.microsoft.com/office/drawing/2014/main" id="{92A5DC07-3811-41E7-B3BC-1DF4ED905C75}"/>
              </a:ext>
            </a:extLst>
          </p:cNvPr>
          <p:cNvSpPr>
            <a:spLocks noGrp="1"/>
          </p:cNvSpPr>
          <p:nvPr>
            <p:ph type="pic" sz="quarter" idx="16" hasCustomPrompt="1"/>
          </p:nvPr>
        </p:nvSpPr>
        <p:spPr>
          <a:xfrm>
            <a:off x="0" y="549275"/>
            <a:ext cx="6007099" cy="5561126"/>
          </a:xfrm>
          <a:prstGeom prst="rect">
            <a:avLst/>
          </a:prstGeom>
          <a:solidFill>
            <a:schemeClr val="tx1">
              <a:lumMod val="95000"/>
            </a:schemeClr>
          </a:solidFill>
        </p:spPr>
        <p:txBody>
          <a:bodyPr lIns="0" tIns="210312" anchor="ctr"/>
          <a:lstStyle>
            <a:lvl1pPr marL="0" indent="0" algn="ctr">
              <a:buNone/>
              <a:defRPr sz="1400" b="0" i="0">
                <a:solidFill>
                  <a:schemeClr val="bg1"/>
                </a:solidFill>
                <a:latin typeface="Graphik" panose="020B0503030202060203" pitchFamily="34" charset="77"/>
              </a:defRPr>
            </a:lvl1pPr>
          </a:lstStyle>
          <a:p>
            <a:r>
              <a:rPr lang="en-GB"/>
              <a:t>Drag picture to placeholder or click icon to add</a:t>
            </a:r>
            <a:endParaRPr lang="en-US"/>
          </a:p>
        </p:txBody>
      </p:sp>
      <p:sp>
        <p:nvSpPr>
          <p:cNvPr id="6" name="Text Placeholder 14">
            <a:extLst>
              <a:ext uri="{FF2B5EF4-FFF2-40B4-BE49-F238E27FC236}">
                <a16:creationId xmlns:a16="http://schemas.microsoft.com/office/drawing/2014/main" id="{45230204-CC18-5C95-0BFC-9C8E11430BCA}"/>
              </a:ext>
            </a:extLst>
          </p:cNvPr>
          <p:cNvSpPr>
            <a:spLocks noGrp="1"/>
          </p:cNvSpPr>
          <p:nvPr>
            <p:ph type="body" sz="quarter" idx="15" hasCustomPrompt="1"/>
          </p:nvPr>
        </p:nvSpPr>
        <p:spPr>
          <a:xfrm>
            <a:off x="6533256" y="2662862"/>
            <a:ext cx="4684835" cy="3598238"/>
          </a:xfrm>
          <a:prstGeom prst="rect">
            <a:avLst/>
          </a:prstGeom>
        </p:spPr>
        <p:txBody>
          <a:bodyPr/>
          <a:lstStyle>
            <a:lvl1pPr marL="0" indent="0">
              <a:lnSpc>
                <a:spcPct val="90000"/>
              </a:lnSpc>
              <a:buNone/>
              <a:defRPr sz="1800" b="0" i="0">
                <a:solidFill>
                  <a:schemeClr val="tx1"/>
                </a:solidFill>
                <a:latin typeface="Graphik" panose="020B0503030202060203" pitchFamily="34" charset="77"/>
              </a:defRPr>
            </a:lvl1pPr>
            <a:lvl2pPr marL="228594" indent="-228594">
              <a:buFont typeface="Graphik" panose="020B0604020202020204" pitchFamily="34" charset="0"/>
              <a:buChar char="•"/>
              <a:defRPr sz="1200" b="0" i="0">
                <a:latin typeface="Graphik" panose="020B0503030202060203" pitchFamily="34" charset="77"/>
              </a:defRPr>
            </a:lvl2pPr>
            <a:lvl3pPr marL="457189">
              <a:buFont typeface="Graphik" panose="020B0503030202060203" pitchFamily="34" charset="0"/>
              <a:buChar char="–"/>
              <a:defRPr sz="1200" b="0" i="0">
                <a:latin typeface="Graphik" panose="020B0503030202060203" pitchFamily="34" charset="77"/>
              </a:defRPr>
            </a:lvl3pPr>
            <a:lvl4pPr marL="685783">
              <a:buFont typeface="Graphik" panose="020B0604020202020204" pitchFamily="34" charset="0"/>
              <a:buChar char="•"/>
              <a:defRPr sz="1100" b="0" i="0">
                <a:latin typeface="Graphik" panose="020B0503030202060203" pitchFamily="34" charset="77"/>
              </a:defRPr>
            </a:lvl4pPr>
            <a:lvl5pPr marL="914377">
              <a:buFont typeface="Graphik" panose="020B0503030202060203" pitchFamily="34" charset="0"/>
              <a:buChar char="–"/>
              <a:defRPr sz="1100" b="0" i="0">
                <a:latin typeface="Graphik" panose="020B0503030202060203" pitchFamily="34" charset="77"/>
              </a:defRPr>
            </a:lvl5pPr>
          </a:lstStyle>
          <a:p>
            <a:pPr lvl="0"/>
            <a:r>
              <a:rPr lang="en-US"/>
              <a:t>Place sub-headline </a:t>
            </a:r>
            <a:r>
              <a:rPr lang="en-GB"/>
              <a:t>here in </a:t>
            </a:r>
            <a:r>
              <a:rPr lang="en-GB" err="1"/>
              <a:t>Graphik</a:t>
            </a:r>
            <a:r>
              <a:rPr lang="en-US"/>
              <a:t>, indent for other levels</a:t>
            </a:r>
          </a:p>
          <a:p>
            <a:pPr lvl="1"/>
            <a:r>
              <a:rPr lang="en-US"/>
              <a:t>Second level</a:t>
            </a:r>
          </a:p>
          <a:p>
            <a:pPr lvl="2"/>
            <a:r>
              <a:rPr lang="en-US"/>
              <a:t>Third level bullet</a:t>
            </a:r>
          </a:p>
          <a:p>
            <a:pPr lvl="3"/>
            <a:r>
              <a:rPr lang="en-US"/>
              <a:t>Fourth level bullet</a:t>
            </a:r>
          </a:p>
          <a:p>
            <a:pPr lvl="4"/>
            <a:r>
              <a:rPr lang="en-US"/>
              <a:t>Fifth level bullet</a:t>
            </a:r>
          </a:p>
        </p:txBody>
      </p:sp>
      <p:sp>
        <p:nvSpPr>
          <p:cNvPr id="3" name="GTS_WH">
            <a:extLst>
              <a:ext uri="{FF2B5EF4-FFF2-40B4-BE49-F238E27FC236}">
                <a16:creationId xmlns:a16="http://schemas.microsoft.com/office/drawing/2014/main" id="{717D1E3E-BD53-CBF3-62AF-19504EE818A5}"/>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5" name="copyright">
            <a:extLst>
              <a:ext uri="{FF2B5EF4-FFF2-40B4-BE49-F238E27FC236}">
                <a16:creationId xmlns:a16="http://schemas.microsoft.com/office/drawing/2014/main" id="{2474523B-1F34-A604-B640-C5B887005C9D}"/>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rgbClr val="FFFFFF">
                    <a:alpha val="75000"/>
                  </a:srgbClr>
                </a:solidFill>
                <a:latin typeface="Graphik" panose="020B0503030202060203" pitchFamily="34" charset="77"/>
              </a:rPr>
              <a:t>Copyright © 2025 Accenture. All rights reserved.</a:t>
            </a:r>
            <a:endParaRPr lang="en-US" sz="1351" noProof="0">
              <a:solidFill>
                <a:srgbClr val="FFFFFF">
                  <a:alpha val="75000"/>
                </a:srgbClr>
              </a:solidFill>
              <a:latin typeface="Graphik" panose="020B0503030202060203" pitchFamily="34" charset="77"/>
            </a:endParaRPr>
          </a:p>
        </p:txBody>
      </p:sp>
      <p:sp>
        <p:nvSpPr>
          <p:cNvPr id="7" name="slide number automatic">
            <a:extLst>
              <a:ext uri="{FF2B5EF4-FFF2-40B4-BE49-F238E27FC236}">
                <a16:creationId xmlns:a16="http://schemas.microsoft.com/office/drawing/2014/main" id="{28236719-F299-27AE-8104-D07B5280084D}"/>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rgbClr val="FFFFFF">
                    <a:alpha val="75000"/>
                  </a:srgb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rgbClr val="FFFFFF">
                  <a:alpha val="75000"/>
                </a:srgbClr>
              </a:solidFill>
              <a:latin typeface="+mj-lt"/>
            </a:endParaRPr>
          </a:p>
        </p:txBody>
      </p:sp>
    </p:spTree>
    <p:extLst>
      <p:ext uri="{BB962C8B-B14F-4D97-AF65-F5344CB8AC3E}">
        <p14:creationId xmlns:p14="http://schemas.microsoft.com/office/powerpoint/2010/main" val="2751328374"/>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94.xml><?xml version="1.0" encoding="utf-8"?>
<p:sldLayout xmlns:a="http://schemas.openxmlformats.org/drawingml/2006/main" xmlns:r="http://schemas.openxmlformats.org/officeDocument/2006/relationships" xmlns:p="http://schemas.openxmlformats.org/presentationml/2006/main" showMasterSp="0" preserve="1" userDrawn="1">
  <p:cSld name="Content: column + image, dark mode">
    <p:bg>
      <p:bgPr>
        <a:solidFill>
          <a:srgbClr val="000000"/>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EE89B75D-7DDF-ED09-FE69-8B56D6AED919}"/>
              </a:ext>
            </a:extLst>
          </p:cNvPr>
          <p:cNvSpPr>
            <a:spLocks noGrp="1"/>
          </p:cNvSpPr>
          <p:nvPr>
            <p:ph type="title" hasCustomPrompt="1"/>
          </p:nvPr>
        </p:nvSpPr>
        <p:spPr>
          <a:xfrm>
            <a:off x="6533256" y="1354138"/>
            <a:ext cx="4595950" cy="1034129"/>
          </a:xfrm>
          <a:prstGeom prst="rect">
            <a:avLst/>
          </a:prstGeom>
        </p:spPr>
        <p:txBody>
          <a:bodyPr anchor="b"/>
          <a:lstStyle>
            <a:lvl1pPr>
              <a:defRPr sz="4200"/>
            </a:lvl1pPr>
          </a:lstStyle>
          <a:p>
            <a:r>
              <a:rPr lang="en-GB"/>
              <a:t>Click to edit Section title style</a:t>
            </a:r>
            <a:endParaRPr lang="en-US"/>
          </a:p>
        </p:txBody>
      </p:sp>
      <p:sp>
        <p:nvSpPr>
          <p:cNvPr id="5" name="Text Placeholder 14">
            <a:extLst>
              <a:ext uri="{FF2B5EF4-FFF2-40B4-BE49-F238E27FC236}">
                <a16:creationId xmlns:a16="http://schemas.microsoft.com/office/drawing/2014/main" id="{B4655C9C-EA3F-C392-C162-DB5AFB91842A}"/>
              </a:ext>
            </a:extLst>
          </p:cNvPr>
          <p:cNvSpPr>
            <a:spLocks noGrp="1"/>
          </p:cNvSpPr>
          <p:nvPr>
            <p:ph type="body" sz="quarter" idx="15" hasCustomPrompt="1"/>
          </p:nvPr>
        </p:nvSpPr>
        <p:spPr>
          <a:xfrm>
            <a:off x="6533256" y="2662862"/>
            <a:ext cx="4684835" cy="3598238"/>
          </a:xfrm>
          <a:prstGeom prst="rect">
            <a:avLst/>
          </a:prstGeom>
        </p:spPr>
        <p:txBody>
          <a:bodyPr/>
          <a:lstStyle>
            <a:lvl1pPr marL="0" indent="0">
              <a:lnSpc>
                <a:spcPct val="90000"/>
              </a:lnSpc>
              <a:buNone/>
              <a:defRPr sz="1800" b="0" i="0">
                <a:solidFill>
                  <a:schemeClr val="tx1"/>
                </a:solidFill>
                <a:latin typeface="Graphik" panose="020B0503030202060203" pitchFamily="34" charset="77"/>
              </a:defRPr>
            </a:lvl1pPr>
            <a:lvl2pPr marL="228594" indent="-228594">
              <a:buFont typeface="Graphik" panose="020B0604020202020204" pitchFamily="34" charset="0"/>
              <a:buChar char="•"/>
              <a:defRPr sz="1200" b="0" i="0">
                <a:latin typeface="Graphik" panose="020B0503030202060203" pitchFamily="34" charset="77"/>
              </a:defRPr>
            </a:lvl2pPr>
            <a:lvl3pPr marL="457189">
              <a:buFont typeface="Graphik" panose="020B0503030202060203" pitchFamily="34" charset="0"/>
              <a:buChar char="–"/>
              <a:defRPr sz="1200" b="0" i="0">
                <a:latin typeface="Graphik" panose="020B0503030202060203" pitchFamily="34" charset="77"/>
              </a:defRPr>
            </a:lvl3pPr>
            <a:lvl4pPr marL="685783">
              <a:buFont typeface="Graphik" panose="020B0604020202020204" pitchFamily="34" charset="0"/>
              <a:buChar char="•"/>
              <a:defRPr sz="1100" b="0" i="0">
                <a:latin typeface="Graphik" panose="020B0503030202060203" pitchFamily="34" charset="77"/>
              </a:defRPr>
            </a:lvl4pPr>
            <a:lvl5pPr marL="914377">
              <a:buFont typeface="Graphik" panose="020B0503030202060203" pitchFamily="34" charset="0"/>
              <a:buChar char="–"/>
              <a:defRPr sz="1100" b="0" i="0">
                <a:latin typeface="Graphik" panose="020B0503030202060203" pitchFamily="34" charset="77"/>
              </a:defRPr>
            </a:lvl5pPr>
          </a:lstStyle>
          <a:p>
            <a:pPr lvl="0"/>
            <a:r>
              <a:rPr lang="en-US"/>
              <a:t>Place sub-headline </a:t>
            </a:r>
            <a:r>
              <a:rPr lang="en-GB"/>
              <a:t>here in </a:t>
            </a:r>
            <a:r>
              <a:rPr lang="en-GB" err="1"/>
              <a:t>Graphik</a:t>
            </a:r>
            <a:r>
              <a:rPr lang="en-US"/>
              <a:t>, indent for other levels</a:t>
            </a:r>
          </a:p>
          <a:p>
            <a:pPr lvl="1"/>
            <a:r>
              <a:rPr lang="en-US"/>
              <a:t>Second level</a:t>
            </a:r>
          </a:p>
          <a:p>
            <a:pPr lvl="2"/>
            <a:r>
              <a:rPr lang="en-US"/>
              <a:t>Third level bullet</a:t>
            </a:r>
          </a:p>
          <a:p>
            <a:pPr lvl="3"/>
            <a:r>
              <a:rPr lang="en-US"/>
              <a:t>Fourth level bullet</a:t>
            </a:r>
          </a:p>
          <a:p>
            <a:pPr lvl="4"/>
            <a:r>
              <a:rPr lang="en-US"/>
              <a:t>Fifth level bullet</a:t>
            </a:r>
          </a:p>
        </p:txBody>
      </p:sp>
      <p:sp>
        <p:nvSpPr>
          <p:cNvPr id="4" name="Picture Placeholder 35">
            <a:extLst>
              <a:ext uri="{FF2B5EF4-FFF2-40B4-BE49-F238E27FC236}">
                <a16:creationId xmlns:a16="http://schemas.microsoft.com/office/drawing/2014/main" id="{E30B0B1B-B70F-0FD3-F9A3-B0EE6C801E7F}"/>
              </a:ext>
            </a:extLst>
          </p:cNvPr>
          <p:cNvSpPr>
            <a:spLocks noGrp="1"/>
          </p:cNvSpPr>
          <p:nvPr>
            <p:ph type="pic" sz="quarter" idx="16" hasCustomPrompt="1"/>
          </p:nvPr>
        </p:nvSpPr>
        <p:spPr>
          <a:xfrm>
            <a:off x="0" y="549275"/>
            <a:ext cx="6007100" cy="5561126"/>
          </a:xfrm>
          <a:prstGeom prst="rect">
            <a:avLst/>
          </a:prstGeom>
          <a:solidFill>
            <a:schemeClr val="tx1">
              <a:lumMod val="95000"/>
            </a:schemeClr>
          </a:solidFill>
        </p:spPr>
        <p:txBody>
          <a:bodyPr lIns="0" tIns="210312" anchor="ctr"/>
          <a:lstStyle>
            <a:lvl1pPr marL="0" indent="0" algn="ctr">
              <a:buNone/>
              <a:defRPr sz="1400" b="0" i="0">
                <a:solidFill>
                  <a:schemeClr val="bg1"/>
                </a:solidFill>
                <a:latin typeface="Graphik" panose="020B0503030202060203" pitchFamily="34" charset="77"/>
              </a:defRPr>
            </a:lvl1pPr>
          </a:lstStyle>
          <a:p>
            <a:r>
              <a:rPr lang="en-GB"/>
              <a:t>Drag picture to placeholder or click icon to add</a:t>
            </a:r>
            <a:endParaRPr lang="en-US"/>
          </a:p>
        </p:txBody>
      </p:sp>
      <p:sp>
        <p:nvSpPr>
          <p:cNvPr id="3" name="GTS_WH">
            <a:extLst>
              <a:ext uri="{FF2B5EF4-FFF2-40B4-BE49-F238E27FC236}">
                <a16:creationId xmlns:a16="http://schemas.microsoft.com/office/drawing/2014/main" id="{717D1E3E-BD53-CBF3-62AF-19504EE818A5}"/>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6" name="copyright">
            <a:extLst>
              <a:ext uri="{FF2B5EF4-FFF2-40B4-BE49-F238E27FC236}">
                <a16:creationId xmlns:a16="http://schemas.microsoft.com/office/drawing/2014/main" id="{71CDECC6-DEE3-D5F7-A7C8-D4473D9F4F71}"/>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rgbClr val="FFFFFF">
                    <a:alpha val="75000"/>
                  </a:srgbClr>
                </a:solidFill>
                <a:latin typeface="Graphik" panose="020B0503030202060203" pitchFamily="34" charset="77"/>
              </a:rPr>
              <a:t>Copyright © 2025 Accenture. All rights reserved.</a:t>
            </a:r>
            <a:endParaRPr lang="en-US" sz="1351" noProof="0">
              <a:solidFill>
                <a:srgbClr val="FFFFFF">
                  <a:alpha val="75000"/>
                </a:srgbClr>
              </a:solidFill>
              <a:latin typeface="Graphik" panose="020B0503030202060203" pitchFamily="34" charset="77"/>
            </a:endParaRPr>
          </a:p>
        </p:txBody>
      </p:sp>
      <p:sp>
        <p:nvSpPr>
          <p:cNvPr id="7" name="slide number automatic">
            <a:extLst>
              <a:ext uri="{FF2B5EF4-FFF2-40B4-BE49-F238E27FC236}">
                <a16:creationId xmlns:a16="http://schemas.microsoft.com/office/drawing/2014/main" id="{829128A2-7647-DB1F-6198-C2A2C402A7BC}"/>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rgbClr val="FFFFFF">
                    <a:alpha val="75000"/>
                  </a:srgb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rgbClr val="FFFFFF">
                  <a:alpha val="75000"/>
                </a:srgbClr>
              </a:solidFill>
              <a:latin typeface="+mj-lt"/>
            </a:endParaRPr>
          </a:p>
        </p:txBody>
      </p:sp>
    </p:spTree>
    <p:extLst>
      <p:ext uri="{BB962C8B-B14F-4D97-AF65-F5344CB8AC3E}">
        <p14:creationId xmlns:p14="http://schemas.microsoft.com/office/powerpoint/2010/main" val="420858999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Content: custom 1">
    <p:spTree>
      <p:nvGrpSpPr>
        <p:cNvPr id="1" name=""/>
        <p:cNvGrpSpPr/>
        <p:nvPr/>
      </p:nvGrpSpPr>
      <p:grpSpPr>
        <a:xfrm>
          <a:off x="0" y="0"/>
          <a:ext cx="0" cy="0"/>
          <a:chOff x="0" y="0"/>
          <a:chExt cx="0" cy="0"/>
        </a:xfrm>
      </p:grpSpPr>
      <p:sp>
        <p:nvSpPr>
          <p:cNvPr id="21" name="Title 1">
            <a:extLst>
              <a:ext uri="{FF2B5EF4-FFF2-40B4-BE49-F238E27FC236}">
                <a16:creationId xmlns:a16="http://schemas.microsoft.com/office/drawing/2014/main" id="{9BDC0A4D-E346-3CCE-788C-9669BEFC9B76}"/>
              </a:ext>
            </a:extLst>
          </p:cNvPr>
          <p:cNvSpPr>
            <a:spLocks noGrp="1"/>
          </p:cNvSpPr>
          <p:nvPr>
            <p:ph type="title" hasCustomPrompt="1"/>
          </p:nvPr>
        </p:nvSpPr>
        <p:spPr>
          <a:xfrm>
            <a:off x="554569" y="1351442"/>
            <a:ext cx="4118519" cy="1772793"/>
          </a:xfrm>
          <a:prstGeom prst="rect">
            <a:avLst/>
          </a:prstGeom>
        </p:spPr>
        <p:txBody>
          <a:bodyPr anchor="b"/>
          <a:lstStyle>
            <a:lvl1pPr>
              <a:defRPr sz="4800"/>
            </a:lvl1pPr>
          </a:lstStyle>
          <a:p>
            <a:r>
              <a:rPr lang="en-US"/>
              <a:t>Click to edit Section title style</a:t>
            </a:r>
          </a:p>
        </p:txBody>
      </p:sp>
      <p:sp>
        <p:nvSpPr>
          <p:cNvPr id="18" name="Picture Placeholder 18">
            <a:extLst>
              <a:ext uri="{FF2B5EF4-FFF2-40B4-BE49-F238E27FC236}">
                <a16:creationId xmlns:a16="http://schemas.microsoft.com/office/drawing/2014/main" id="{D9945356-3D82-526D-F3EC-EF9A544BCDC7}"/>
              </a:ext>
            </a:extLst>
          </p:cNvPr>
          <p:cNvSpPr>
            <a:spLocks noGrp="1"/>
          </p:cNvSpPr>
          <p:nvPr>
            <p:ph type="pic" sz="quarter" idx="36" hasCustomPrompt="1"/>
          </p:nvPr>
        </p:nvSpPr>
        <p:spPr bwMode="gray">
          <a:xfrm>
            <a:off x="5040827" y="554497"/>
            <a:ext cx="3110068" cy="1524000"/>
          </a:xfrm>
          <a:prstGeom prst="rect">
            <a:avLst/>
          </a:prstGeom>
          <a:solidFill>
            <a:schemeClr val="bg1">
              <a:lumMod val="95000"/>
            </a:schemeClr>
          </a:solidFill>
          <a:effectLst/>
        </p:spPr>
        <p:txBody>
          <a:bodyPr lIns="180000" tIns="180000" rIns="180000" bIns="18000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
        <p:nvSpPr>
          <p:cNvPr id="6" name="Text Placeholder 5">
            <a:extLst>
              <a:ext uri="{FF2B5EF4-FFF2-40B4-BE49-F238E27FC236}">
                <a16:creationId xmlns:a16="http://schemas.microsoft.com/office/drawing/2014/main" id="{C4602F9E-5DF1-F42B-7D21-8791F0ABAE8F}"/>
              </a:ext>
            </a:extLst>
          </p:cNvPr>
          <p:cNvSpPr>
            <a:spLocks noGrp="1"/>
          </p:cNvSpPr>
          <p:nvPr>
            <p:ph type="body" sz="quarter" idx="39"/>
          </p:nvPr>
        </p:nvSpPr>
        <p:spPr>
          <a:xfrm>
            <a:off x="5068197" y="2302697"/>
            <a:ext cx="3082698" cy="904614"/>
          </a:xfrm>
        </p:spPr>
        <p:txBody>
          <a:bodyPr/>
          <a:lstStyle>
            <a:lvl1pPr>
              <a:defRPr>
                <a:solidFill>
                  <a:schemeClr val="bg2"/>
                </a:solidFill>
                <a:latin typeface="+mj-lt"/>
              </a:defRPr>
            </a:lvl1pPr>
            <a:lvl2pPr marL="0" indent="0">
              <a:buNone/>
              <a:defRPr/>
            </a:lvl2pPr>
          </a:lstStyle>
          <a:p>
            <a:pPr lvl="0"/>
            <a:r>
              <a:rPr lang="en-GB"/>
              <a:t>Click to edit Master text styles</a:t>
            </a:r>
          </a:p>
          <a:p>
            <a:pPr lvl="1"/>
            <a:r>
              <a:rPr lang="en-GB"/>
              <a:t>Second level</a:t>
            </a:r>
          </a:p>
        </p:txBody>
      </p:sp>
      <p:sp>
        <p:nvSpPr>
          <p:cNvPr id="20" name="Picture Placeholder 18">
            <a:extLst>
              <a:ext uri="{FF2B5EF4-FFF2-40B4-BE49-F238E27FC236}">
                <a16:creationId xmlns:a16="http://schemas.microsoft.com/office/drawing/2014/main" id="{043D01E8-2D14-8582-D392-AC17CD2A4198}"/>
              </a:ext>
            </a:extLst>
          </p:cNvPr>
          <p:cNvSpPr>
            <a:spLocks noGrp="1"/>
          </p:cNvSpPr>
          <p:nvPr>
            <p:ph type="pic" sz="quarter" idx="38" hasCustomPrompt="1"/>
          </p:nvPr>
        </p:nvSpPr>
        <p:spPr bwMode="gray">
          <a:xfrm>
            <a:off x="8516471" y="554497"/>
            <a:ext cx="3110068" cy="1524000"/>
          </a:xfrm>
          <a:prstGeom prst="rect">
            <a:avLst/>
          </a:prstGeom>
          <a:solidFill>
            <a:schemeClr val="bg1">
              <a:lumMod val="95000"/>
            </a:schemeClr>
          </a:solidFill>
          <a:effectLst/>
        </p:spPr>
        <p:txBody>
          <a:bodyPr lIns="180000" tIns="180000" rIns="180000" bIns="18000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
        <p:nvSpPr>
          <p:cNvPr id="7" name="Text Placeholder 5">
            <a:extLst>
              <a:ext uri="{FF2B5EF4-FFF2-40B4-BE49-F238E27FC236}">
                <a16:creationId xmlns:a16="http://schemas.microsoft.com/office/drawing/2014/main" id="{B286CD00-6CFB-20C2-A09E-D720E0360520}"/>
              </a:ext>
            </a:extLst>
          </p:cNvPr>
          <p:cNvSpPr>
            <a:spLocks noGrp="1"/>
          </p:cNvSpPr>
          <p:nvPr>
            <p:ph type="body" sz="quarter" idx="40"/>
          </p:nvPr>
        </p:nvSpPr>
        <p:spPr>
          <a:xfrm>
            <a:off x="8516471" y="2302697"/>
            <a:ext cx="3082698" cy="904614"/>
          </a:xfrm>
        </p:spPr>
        <p:txBody>
          <a:bodyPr/>
          <a:lstStyle>
            <a:lvl1pPr>
              <a:defRPr>
                <a:solidFill>
                  <a:schemeClr val="bg2"/>
                </a:solidFill>
                <a:latin typeface="+mj-lt"/>
              </a:defRPr>
            </a:lvl1pPr>
            <a:lvl2pPr marL="0" indent="0">
              <a:buNone/>
              <a:defRPr/>
            </a:lvl2pPr>
          </a:lstStyle>
          <a:p>
            <a:pPr lvl="0"/>
            <a:r>
              <a:rPr lang="en-GB"/>
              <a:t>Click to edit Master text styles</a:t>
            </a:r>
          </a:p>
          <a:p>
            <a:pPr lvl="1"/>
            <a:r>
              <a:rPr lang="en-GB"/>
              <a:t>Second level</a:t>
            </a:r>
          </a:p>
        </p:txBody>
      </p:sp>
      <p:sp>
        <p:nvSpPr>
          <p:cNvPr id="10" name="Picture Placeholder 18">
            <a:extLst>
              <a:ext uri="{FF2B5EF4-FFF2-40B4-BE49-F238E27FC236}">
                <a16:creationId xmlns:a16="http://schemas.microsoft.com/office/drawing/2014/main" id="{5552C60D-F6B3-15A8-3518-C6B4BC2F4D3B}"/>
              </a:ext>
            </a:extLst>
          </p:cNvPr>
          <p:cNvSpPr>
            <a:spLocks noGrp="1"/>
          </p:cNvSpPr>
          <p:nvPr>
            <p:ph type="pic" sz="quarter" idx="13" hasCustomPrompt="1"/>
          </p:nvPr>
        </p:nvSpPr>
        <p:spPr bwMode="gray">
          <a:xfrm>
            <a:off x="5040827" y="3650689"/>
            <a:ext cx="3110068" cy="1524000"/>
          </a:xfrm>
          <a:prstGeom prst="rect">
            <a:avLst/>
          </a:prstGeom>
          <a:solidFill>
            <a:schemeClr val="bg1">
              <a:lumMod val="95000"/>
            </a:schemeClr>
          </a:solidFill>
          <a:effectLst/>
        </p:spPr>
        <p:txBody>
          <a:bodyPr lIns="180000" tIns="180000" rIns="180000" bIns="18000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
        <p:nvSpPr>
          <p:cNvPr id="8" name="Text Placeholder 5">
            <a:extLst>
              <a:ext uri="{FF2B5EF4-FFF2-40B4-BE49-F238E27FC236}">
                <a16:creationId xmlns:a16="http://schemas.microsoft.com/office/drawing/2014/main" id="{0C3EB0FF-A89F-1F16-2674-8CA149E690B3}"/>
              </a:ext>
            </a:extLst>
          </p:cNvPr>
          <p:cNvSpPr>
            <a:spLocks noGrp="1"/>
          </p:cNvSpPr>
          <p:nvPr>
            <p:ph type="body" sz="quarter" idx="41"/>
          </p:nvPr>
        </p:nvSpPr>
        <p:spPr>
          <a:xfrm>
            <a:off x="5068197" y="5404111"/>
            <a:ext cx="3082698" cy="904614"/>
          </a:xfrm>
        </p:spPr>
        <p:txBody>
          <a:bodyPr/>
          <a:lstStyle>
            <a:lvl1pPr>
              <a:defRPr>
                <a:solidFill>
                  <a:schemeClr val="bg2"/>
                </a:solidFill>
                <a:latin typeface="+mj-lt"/>
              </a:defRPr>
            </a:lvl1pPr>
            <a:lvl2pPr marL="0" indent="0">
              <a:buNone/>
              <a:defRPr/>
            </a:lvl2pPr>
          </a:lstStyle>
          <a:p>
            <a:pPr lvl="0"/>
            <a:r>
              <a:rPr lang="en-GB"/>
              <a:t>Click to edit Master text styles</a:t>
            </a:r>
          </a:p>
          <a:p>
            <a:pPr lvl="1"/>
            <a:r>
              <a:rPr lang="en-GB"/>
              <a:t>Second level</a:t>
            </a:r>
          </a:p>
        </p:txBody>
      </p:sp>
      <p:sp>
        <p:nvSpPr>
          <p:cNvPr id="12" name="Picture Placeholder 18">
            <a:extLst>
              <a:ext uri="{FF2B5EF4-FFF2-40B4-BE49-F238E27FC236}">
                <a16:creationId xmlns:a16="http://schemas.microsoft.com/office/drawing/2014/main" id="{8BB12B5F-02FD-86E4-33E5-F8118970C9C9}"/>
              </a:ext>
            </a:extLst>
          </p:cNvPr>
          <p:cNvSpPr>
            <a:spLocks noGrp="1"/>
          </p:cNvSpPr>
          <p:nvPr>
            <p:ph type="pic" sz="quarter" idx="34" hasCustomPrompt="1"/>
          </p:nvPr>
        </p:nvSpPr>
        <p:spPr bwMode="gray">
          <a:xfrm>
            <a:off x="8516471" y="3650689"/>
            <a:ext cx="3110068" cy="1524000"/>
          </a:xfrm>
          <a:prstGeom prst="rect">
            <a:avLst/>
          </a:prstGeom>
          <a:solidFill>
            <a:schemeClr val="bg1">
              <a:lumMod val="95000"/>
            </a:schemeClr>
          </a:solidFill>
          <a:effectLst/>
        </p:spPr>
        <p:txBody>
          <a:bodyPr lIns="180000" tIns="180000" rIns="180000" bIns="18000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
        <p:nvSpPr>
          <p:cNvPr id="13" name="Text Placeholder 5">
            <a:extLst>
              <a:ext uri="{FF2B5EF4-FFF2-40B4-BE49-F238E27FC236}">
                <a16:creationId xmlns:a16="http://schemas.microsoft.com/office/drawing/2014/main" id="{2CFC039C-2FE3-6F68-1711-363159A29E21}"/>
              </a:ext>
            </a:extLst>
          </p:cNvPr>
          <p:cNvSpPr>
            <a:spLocks noGrp="1"/>
          </p:cNvSpPr>
          <p:nvPr>
            <p:ph type="body" sz="quarter" idx="42"/>
          </p:nvPr>
        </p:nvSpPr>
        <p:spPr>
          <a:xfrm>
            <a:off x="8516471" y="5404111"/>
            <a:ext cx="3082698" cy="904614"/>
          </a:xfrm>
        </p:spPr>
        <p:txBody>
          <a:bodyPr/>
          <a:lstStyle>
            <a:lvl1pPr>
              <a:defRPr>
                <a:solidFill>
                  <a:schemeClr val="bg2"/>
                </a:solidFill>
                <a:latin typeface="+mj-lt"/>
              </a:defRPr>
            </a:lvl1pPr>
            <a:lvl2pPr marL="0" indent="0">
              <a:buNone/>
              <a:defRPr/>
            </a:lvl2pPr>
          </a:lstStyle>
          <a:p>
            <a:pPr lvl="0"/>
            <a:r>
              <a:rPr lang="en-GB"/>
              <a:t>Click to edit Master text styles</a:t>
            </a:r>
          </a:p>
          <a:p>
            <a:pPr lvl="1"/>
            <a:r>
              <a:rPr lang="en-GB"/>
              <a:t>Second level</a:t>
            </a:r>
          </a:p>
        </p:txBody>
      </p:sp>
    </p:spTree>
    <p:extLst>
      <p:ext uri="{BB962C8B-B14F-4D97-AF65-F5344CB8AC3E}">
        <p14:creationId xmlns:p14="http://schemas.microsoft.com/office/powerpoint/2010/main" val="2668212852"/>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Content: statistics + image, light and purple">
    <p:bg>
      <p:bgRef idx="1001">
        <a:schemeClr val="bg1"/>
      </p:bgRef>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B918B6-32FF-4857-A645-C1032AFAEF62}"/>
              </a:ext>
            </a:extLst>
          </p:cNvPr>
          <p:cNvSpPr>
            <a:spLocks noGrp="1"/>
          </p:cNvSpPr>
          <p:nvPr>
            <p:ph type="title" hasCustomPrompt="1"/>
          </p:nvPr>
        </p:nvSpPr>
        <p:spPr>
          <a:xfrm>
            <a:off x="561601" y="1085532"/>
            <a:ext cx="5292575" cy="984885"/>
          </a:xfrm>
          <a:prstGeom prst="rect">
            <a:avLst/>
          </a:prstGeom>
        </p:spPr>
        <p:txBody>
          <a:bodyPr anchor="ctr"/>
          <a:lstStyle>
            <a:lvl1pPr>
              <a:defRPr sz="4000"/>
            </a:lvl1pPr>
          </a:lstStyle>
          <a:p>
            <a:r>
              <a:rPr lang="en-US"/>
              <a:t>Place headline in </a:t>
            </a:r>
            <a:r>
              <a:rPr lang="en-US" err="1"/>
              <a:t>Graphik</a:t>
            </a:r>
            <a:r>
              <a:rPr lang="en-US"/>
              <a:t> Semibold</a:t>
            </a:r>
          </a:p>
        </p:txBody>
      </p:sp>
      <p:sp>
        <p:nvSpPr>
          <p:cNvPr id="38" name="Picture Placeholder 3">
            <a:extLst>
              <a:ext uri="{FF2B5EF4-FFF2-40B4-BE49-F238E27FC236}">
                <a16:creationId xmlns:a16="http://schemas.microsoft.com/office/drawing/2014/main" id="{92A5DC07-3811-41E7-B3BC-1DF4ED905C75}"/>
              </a:ext>
            </a:extLst>
          </p:cNvPr>
          <p:cNvSpPr>
            <a:spLocks noGrp="1"/>
          </p:cNvSpPr>
          <p:nvPr>
            <p:ph type="pic" sz="quarter" idx="16" hasCustomPrompt="1"/>
          </p:nvPr>
        </p:nvSpPr>
        <p:spPr bwMode="gray">
          <a:xfrm>
            <a:off x="6095976" y="0"/>
            <a:ext cx="3048024" cy="3089456"/>
          </a:xfrm>
          <a:prstGeom prst="rect">
            <a:avLst/>
          </a:prstGeom>
          <a:solidFill>
            <a:schemeClr val="bg1">
              <a:lumMod val="95000"/>
            </a:schemeClr>
          </a:solidFill>
        </p:spPr>
        <p:txBody>
          <a:bodyPr tIns="274320" anchor="ctr"/>
          <a:lstStyle>
            <a:lvl1pPr marL="0" indent="0" algn="ctr">
              <a:buNone/>
              <a:defRPr sz="1400" b="0" i="0">
                <a:solidFill>
                  <a:schemeClr val="tx1"/>
                </a:solidFill>
                <a:latin typeface="Graphik" panose="020B0503030202060203" pitchFamily="34" charset="77"/>
              </a:defRPr>
            </a:lvl1pPr>
          </a:lstStyle>
          <a:p>
            <a:r>
              <a:rPr lang="en-GB"/>
              <a:t>Drag picture to placeholder </a:t>
            </a:r>
          </a:p>
          <a:p>
            <a:r>
              <a:rPr lang="en-GB"/>
              <a:t>or click icon to add</a:t>
            </a:r>
            <a:endParaRPr lang="en-US"/>
          </a:p>
        </p:txBody>
      </p:sp>
      <p:sp>
        <p:nvSpPr>
          <p:cNvPr id="46" name="Text Placeholder 4">
            <a:extLst>
              <a:ext uri="{FF2B5EF4-FFF2-40B4-BE49-F238E27FC236}">
                <a16:creationId xmlns:a16="http://schemas.microsoft.com/office/drawing/2014/main" id="{FFC38A35-5CA3-4459-9AC5-201C71534956}"/>
              </a:ext>
            </a:extLst>
          </p:cNvPr>
          <p:cNvSpPr>
            <a:spLocks noGrp="1"/>
          </p:cNvSpPr>
          <p:nvPr>
            <p:ph type="body" sz="quarter" idx="17" hasCustomPrompt="1"/>
          </p:nvPr>
        </p:nvSpPr>
        <p:spPr>
          <a:xfrm>
            <a:off x="9525005" y="319269"/>
            <a:ext cx="2285996" cy="912223"/>
          </a:xfrm>
          <a:prstGeom prst="rect">
            <a:avLst/>
          </a:prstGeom>
        </p:spPr>
        <p:txBody>
          <a:bodyPr anchor="ctr"/>
          <a:lstStyle>
            <a:lvl1pPr marL="0" indent="0">
              <a:buNone/>
              <a:defRPr lang="en-US" sz="5333" b="1" i="0" kern="1200" dirty="0">
                <a:solidFill>
                  <a:schemeClr val="bg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10" name="Text Placeholder 6">
            <a:extLst>
              <a:ext uri="{FF2B5EF4-FFF2-40B4-BE49-F238E27FC236}">
                <a16:creationId xmlns:a16="http://schemas.microsoft.com/office/drawing/2014/main" id="{0E13751C-7DFF-BC74-C2E3-F873D7210D7F}"/>
              </a:ext>
            </a:extLst>
          </p:cNvPr>
          <p:cNvSpPr>
            <a:spLocks noGrp="1"/>
          </p:cNvSpPr>
          <p:nvPr>
            <p:ph type="body" sz="quarter" idx="32"/>
          </p:nvPr>
        </p:nvSpPr>
        <p:spPr>
          <a:xfrm>
            <a:off x="9525004" y="1472692"/>
            <a:ext cx="2286000" cy="1439333"/>
          </a:xfrm>
        </p:spPr>
        <p:txBody>
          <a:bodyPr/>
          <a:lstStyle>
            <a:lvl1pPr>
              <a:spcAft>
                <a:spcPts val="600"/>
              </a:spcAft>
              <a:defRPr sz="1800" i="0">
                <a:latin typeface="+mj-lt"/>
              </a:defRPr>
            </a:lvl1pPr>
            <a:lvl2pPr marL="0" indent="0">
              <a:spcAft>
                <a:spcPts val="600"/>
              </a:spcAft>
              <a:buNone/>
              <a:defRPr sz="1200"/>
            </a:lvl2pPr>
            <a:lvl3pPr marL="230394" indent="-230394">
              <a:spcAft>
                <a:spcPts val="600"/>
              </a:spcAft>
              <a:buFont typeface="Arial" panose="020B0604020202020204" pitchFamily="34" charset="0"/>
              <a:buChar char="•"/>
              <a:tabLst/>
              <a:defRPr sz="1200"/>
            </a:lvl3pPr>
            <a:lvl4pPr marL="230394" indent="-230394">
              <a:spcAft>
                <a:spcPts val="600"/>
              </a:spcAft>
              <a:defRPr sz="1200"/>
            </a:lvl4pPr>
            <a:lvl5pPr marL="230394" indent="-228594">
              <a:spcAft>
                <a:spcPts val="600"/>
              </a:spcAft>
              <a:buFont typeface="Arial" panose="020B0604020202020204" pitchFamily="34" charset="0"/>
              <a:buChar char="•"/>
              <a:tabLst/>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21" name="Picture Placeholder 6">
            <a:extLst>
              <a:ext uri="{FF2B5EF4-FFF2-40B4-BE49-F238E27FC236}">
                <a16:creationId xmlns:a16="http://schemas.microsoft.com/office/drawing/2014/main" id="{4CA191CE-F49B-4889-A102-DDD1279F3FB2}"/>
              </a:ext>
            </a:extLst>
          </p:cNvPr>
          <p:cNvSpPr>
            <a:spLocks noGrp="1"/>
          </p:cNvSpPr>
          <p:nvPr>
            <p:ph type="pic" sz="quarter" idx="23" hasCustomPrompt="1"/>
          </p:nvPr>
        </p:nvSpPr>
        <p:spPr bwMode="gray">
          <a:xfrm>
            <a:off x="0" y="3089456"/>
            <a:ext cx="3048000" cy="3039884"/>
          </a:xfrm>
          <a:prstGeom prst="rect">
            <a:avLst/>
          </a:prstGeom>
          <a:solidFill>
            <a:schemeClr val="bg1">
              <a:lumMod val="95000"/>
            </a:schemeClr>
          </a:solidFill>
        </p:spPr>
        <p:txBody>
          <a:bodyPr vert="horz" lIns="0" tIns="274320" rIns="0" bIns="0" rtlCol="0" anchor="ctr">
            <a:noAutofit/>
          </a:bodyPr>
          <a:lstStyle>
            <a:lvl1pPr marL="0" indent="0" algn="ctr">
              <a:buNone/>
              <a:defRPr lang="en-US" sz="1400" b="0" i="0" dirty="0">
                <a:latin typeface="Graphik" panose="020B0503030202060203" pitchFamily="34" charset="77"/>
              </a:defRPr>
            </a:lvl1pPr>
          </a:lstStyle>
          <a:p>
            <a:pPr marL="228594" lvl="0" indent="-228594" algn="ctr"/>
            <a:r>
              <a:rPr lang="en-GB"/>
              <a:t>Drag picture to placeholder </a:t>
            </a:r>
          </a:p>
          <a:p>
            <a:pPr marL="228594" lvl="0" indent="-228594" algn="ctr"/>
            <a:r>
              <a:rPr lang="en-GB"/>
              <a:t>or click icon to add</a:t>
            </a:r>
            <a:endParaRPr lang="en-US"/>
          </a:p>
        </p:txBody>
      </p:sp>
      <p:sp>
        <p:nvSpPr>
          <p:cNvPr id="8" name="Rectangle 7">
            <a:extLst>
              <a:ext uri="{FF2B5EF4-FFF2-40B4-BE49-F238E27FC236}">
                <a16:creationId xmlns:a16="http://schemas.microsoft.com/office/drawing/2014/main" id="{3D16F949-3472-4EBC-9DC1-05EC807C9FC0}"/>
              </a:ext>
              <a:ext uri="{C183D7F6-B498-43B3-948B-1728B52AA6E4}">
                <adec:decorative xmlns:adec="http://schemas.microsoft.com/office/drawing/2017/decorative" val="1"/>
              </a:ext>
            </a:extLst>
          </p:cNvPr>
          <p:cNvSpPr/>
          <p:nvPr userDrawn="1"/>
        </p:nvSpPr>
        <p:spPr bwMode="white">
          <a:xfrm>
            <a:off x="3048000" y="3089456"/>
            <a:ext cx="3047968" cy="303988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b="0" i="0">
              <a:solidFill>
                <a:srgbClr val="FFFFFF"/>
              </a:solidFill>
              <a:latin typeface="Graphik" panose="020B0503030202060203" pitchFamily="34" charset="77"/>
            </a:endParaRPr>
          </a:p>
        </p:txBody>
      </p:sp>
      <p:sp>
        <p:nvSpPr>
          <p:cNvPr id="48" name="Text Placeholder 7">
            <a:extLst>
              <a:ext uri="{FF2B5EF4-FFF2-40B4-BE49-F238E27FC236}">
                <a16:creationId xmlns:a16="http://schemas.microsoft.com/office/drawing/2014/main" id="{84A1985F-A4F6-4997-A4BD-E305CB1A47A6}"/>
              </a:ext>
            </a:extLst>
          </p:cNvPr>
          <p:cNvSpPr>
            <a:spLocks noGrp="1"/>
          </p:cNvSpPr>
          <p:nvPr>
            <p:ph type="body" sz="quarter" idx="19" hasCustomPrompt="1"/>
          </p:nvPr>
        </p:nvSpPr>
        <p:spPr>
          <a:xfrm>
            <a:off x="3428989" y="3384433"/>
            <a:ext cx="2285996" cy="912223"/>
          </a:xfrm>
          <a:prstGeom prst="rect">
            <a:avLst/>
          </a:prstGeom>
        </p:spPr>
        <p:txBody>
          <a:bodyPr anchor="ctr"/>
          <a:lstStyle>
            <a:lvl1pPr marL="0" indent="0">
              <a:buNone/>
              <a:defRPr lang="en-US" sz="5333" b="0" i="0" kern="1200" dirty="0">
                <a:solidFill>
                  <a:schemeClr val="bg1"/>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7" name="Text Placeholder 6">
            <a:extLst>
              <a:ext uri="{FF2B5EF4-FFF2-40B4-BE49-F238E27FC236}">
                <a16:creationId xmlns:a16="http://schemas.microsoft.com/office/drawing/2014/main" id="{177CEAEA-C612-CFB5-8548-FA7A606FA780}"/>
              </a:ext>
            </a:extLst>
          </p:cNvPr>
          <p:cNvSpPr>
            <a:spLocks noGrp="1"/>
          </p:cNvSpPr>
          <p:nvPr>
            <p:ph type="body" sz="quarter" idx="30"/>
          </p:nvPr>
        </p:nvSpPr>
        <p:spPr>
          <a:xfrm>
            <a:off x="3428948" y="4508500"/>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0" name="Text Placeholder 9">
            <a:extLst>
              <a:ext uri="{FF2B5EF4-FFF2-40B4-BE49-F238E27FC236}">
                <a16:creationId xmlns:a16="http://schemas.microsoft.com/office/drawing/2014/main" id="{E5121ACC-7E33-431F-A8A1-419F515D4061}"/>
              </a:ext>
            </a:extLst>
          </p:cNvPr>
          <p:cNvSpPr>
            <a:spLocks noGrp="1"/>
          </p:cNvSpPr>
          <p:nvPr>
            <p:ph type="body" sz="quarter" idx="21" hasCustomPrompt="1"/>
          </p:nvPr>
        </p:nvSpPr>
        <p:spPr>
          <a:xfrm>
            <a:off x="6476999" y="3384433"/>
            <a:ext cx="2285996" cy="912223"/>
          </a:xfrm>
          <a:prstGeom prst="rect">
            <a:avLst/>
          </a:prstGeom>
        </p:spPr>
        <p:txBody>
          <a:bodyPr anchor="ctr"/>
          <a:lstStyle>
            <a:lvl1pPr marL="0" indent="0">
              <a:buNone/>
              <a:defRPr lang="en-US" sz="5333" b="1" i="0" kern="1200" dirty="0">
                <a:solidFill>
                  <a:schemeClr val="bg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4" name="Text Placeholder 6">
            <a:extLst>
              <a:ext uri="{FF2B5EF4-FFF2-40B4-BE49-F238E27FC236}">
                <a16:creationId xmlns:a16="http://schemas.microsoft.com/office/drawing/2014/main" id="{C15EB609-6106-F616-161A-9233408C6233}"/>
              </a:ext>
            </a:extLst>
          </p:cNvPr>
          <p:cNvSpPr>
            <a:spLocks noGrp="1"/>
          </p:cNvSpPr>
          <p:nvPr>
            <p:ph type="body" sz="quarter" idx="29"/>
          </p:nvPr>
        </p:nvSpPr>
        <p:spPr>
          <a:xfrm>
            <a:off x="6476916" y="4508500"/>
            <a:ext cx="2286000" cy="1439333"/>
          </a:xfrm>
        </p:spPr>
        <p:txBody>
          <a:bodyPr/>
          <a:lstStyle>
            <a:lvl1pPr>
              <a:spcAft>
                <a:spcPts val="600"/>
              </a:spcAft>
              <a:defRPr sz="1800" i="0">
                <a:latin typeface="+mj-lt"/>
              </a:defRPr>
            </a:lvl1pPr>
            <a:lvl2pPr marL="0" indent="0">
              <a:spcAft>
                <a:spcPts val="600"/>
              </a:spcAft>
              <a:buNone/>
              <a:defRPr sz="1200"/>
            </a:lvl2pPr>
            <a:lvl3pPr marL="230394" indent="-230394">
              <a:spcAft>
                <a:spcPts val="600"/>
              </a:spcAft>
              <a:buFont typeface="Arial" panose="020B0604020202020204" pitchFamily="34" charset="0"/>
              <a:buChar char="•"/>
              <a:tabLst/>
              <a:defRPr sz="1200"/>
            </a:lvl3pPr>
            <a:lvl4pPr marL="230394" indent="-230394">
              <a:spcAft>
                <a:spcPts val="600"/>
              </a:spcAft>
              <a:defRPr sz="1200"/>
            </a:lvl4pPr>
            <a:lvl5pPr marL="230394" indent="-228594">
              <a:spcAft>
                <a:spcPts val="600"/>
              </a:spcAft>
              <a:buFont typeface="Arial" panose="020B0604020202020204" pitchFamily="34" charset="0"/>
              <a:buChar char="•"/>
              <a:tabLst/>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29" name="Rectangle 28">
            <a:extLst>
              <a:ext uri="{FF2B5EF4-FFF2-40B4-BE49-F238E27FC236}">
                <a16:creationId xmlns:a16="http://schemas.microsoft.com/office/drawing/2014/main" id="{F2E53630-789F-425F-8AB1-96EFF4EA1E46}"/>
              </a:ext>
              <a:ext uri="{C183D7F6-B498-43B3-948B-1728B52AA6E4}">
                <adec:decorative xmlns:adec="http://schemas.microsoft.com/office/drawing/2017/decorative" val="1"/>
              </a:ext>
            </a:extLst>
          </p:cNvPr>
          <p:cNvSpPr/>
          <p:nvPr userDrawn="1"/>
        </p:nvSpPr>
        <p:spPr bwMode="white">
          <a:xfrm>
            <a:off x="9144056" y="3089456"/>
            <a:ext cx="3047944" cy="303988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b="0" i="0">
              <a:latin typeface="Graphik" panose="020B0503030202060203" pitchFamily="34" charset="77"/>
            </a:endParaRPr>
          </a:p>
        </p:txBody>
      </p:sp>
      <p:sp>
        <p:nvSpPr>
          <p:cNvPr id="24" name="Text Placeholder 11">
            <a:extLst>
              <a:ext uri="{FF2B5EF4-FFF2-40B4-BE49-F238E27FC236}">
                <a16:creationId xmlns:a16="http://schemas.microsoft.com/office/drawing/2014/main" id="{86209476-BF69-4014-99E6-B53C87141B48}"/>
              </a:ext>
            </a:extLst>
          </p:cNvPr>
          <p:cNvSpPr>
            <a:spLocks noGrp="1"/>
          </p:cNvSpPr>
          <p:nvPr>
            <p:ph type="body" sz="quarter" idx="24" hasCustomPrompt="1"/>
          </p:nvPr>
        </p:nvSpPr>
        <p:spPr>
          <a:xfrm>
            <a:off x="9525005" y="3384433"/>
            <a:ext cx="2285996" cy="912223"/>
          </a:xfrm>
          <a:prstGeom prst="rect">
            <a:avLst/>
          </a:prstGeom>
        </p:spPr>
        <p:txBody>
          <a:bodyPr anchor="ctr"/>
          <a:lstStyle>
            <a:lvl1pPr marL="0" indent="0">
              <a:buNone/>
              <a:defRPr lang="en-US" sz="5333" b="1" i="0" kern="1200" dirty="0">
                <a:solidFill>
                  <a:schemeClr val="bg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9" name="Text Placeholder 6">
            <a:extLst>
              <a:ext uri="{FF2B5EF4-FFF2-40B4-BE49-F238E27FC236}">
                <a16:creationId xmlns:a16="http://schemas.microsoft.com/office/drawing/2014/main" id="{8DB439E6-E715-1347-EEE3-DF2D5F246A0B}"/>
              </a:ext>
            </a:extLst>
          </p:cNvPr>
          <p:cNvSpPr>
            <a:spLocks noGrp="1"/>
          </p:cNvSpPr>
          <p:nvPr>
            <p:ph type="body" sz="quarter" idx="31"/>
          </p:nvPr>
        </p:nvSpPr>
        <p:spPr>
          <a:xfrm>
            <a:off x="9525004" y="4508500"/>
            <a:ext cx="2286000" cy="1439333"/>
          </a:xfrm>
        </p:spPr>
        <p:txBody>
          <a:bodyPr/>
          <a:lstStyle>
            <a:lvl1pPr>
              <a:spcAft>
                <a:spcPts val="600"/>
              </a:spcAft>
              <a:defRPr sz="1800" i="0">
                <a:latin typeface="+mj-lt"/>
              </a:defRPr>
            </a:lvl1pPr>
            <a:lvl2pPr marL="0" indent="0">
              <a:spcAft>
                <a:spcPts val="600"/>
              </a:spcAft>
              <a:buNone/>
              <a:defRPr sz="1200"/>
            </a:lvl2pPr>
            <a:lvl3pPr marL="230394" indent="-230394">
              <a:spcAft>
                <a:spcPts val="600"/>
              </a:spcAft>
              <a:buFont typeface="Arial" panose="020B0604020202020204" pitchFamily="34" charset="0"/>
              <a:buChar char="•"/>
              <a:tabLst/>
              <a:defRPr sz="1200"/>
            </a:lvl3pPr>
            <a:lvl4pPr marL="230394" indent="-230394">
              <a:spcAft>
                <a:spcPts val="600"/>
              </a:spcAft>
              <a:defRPr sz="1200"/>
            </a:lvl4pPr>
            <a:lvl5pPr marL="230394" indent="-228594">
              <a:spcAft>
                <a:spcPts val="600"/>
              </a:spcAft>
              <a:buFont typeface="Arial" panose="020B0604020202020204" pitchFamily="34" charset="0"/>
              <a:buChar char="•"/>
              <a:tabLst/>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8" name="Bottom tag">
            <a:extLst>
              <a:ext uri="{FF2B5EF4-FFF2-40B4-BE49-F238E27FC236}">
                <a16:creationId xmlns:a16="http://schemas.microsoft.com/office/drawing/2014/main" id="{F77F3A03-358C-60D3-DCF9-8A5F831189BE}"/>
              </a:ext>
              <a:ext uri="{C183D7F6-B498-43B3-948B-1728B52AA6E4}">
                <adec:decorative xmlns:adec="http://schemas.microsoft.com/office/drawing/2017/decorative" val="1"/>
              </a:ext>
            </a:extLst>
          </p:cNvPr>
          <p:cNvSpPr/>
          <p:nvPr userDrawn="1"/>
        </p:nvSpPr>
        <p:spPr bwMode="white">
          <a:xfrm>
            <a:off x="0" y="6129340"/>
            <a:ext cx="12192000" cy="72866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b="0" i="0">
              <a:latin typeface="Graphik" panose="020B0503030202060203" pitchFamily="34" charset="77"/>
            </a:endParaRPr>
          </a:p>
        </p:txBody>
      </p:sp>
      <p:sp>
        <p:nvSpPr>
          <p:cNvPr id="22" name="GTS_WH">
            <a:extLst>
              <a:ext uri="{FF2B5EF4-FFF2-40B4-BE49-F238E27FC236}">
                <a16:creationId xmlns:a16="http://schemas.microsoft.com/office/drawing/2014/main" id="{DBC74FCB-98B7-4709-AC5F-5575E6BA21E2}"/>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2" name="copyright">
            <a:extLst>
              <a:ext uri="{FF2B5EF4-FFF2-40B4-BE49-F238E27FC236}">
                <a16:creationId xmlns:a16="http://schemas.microsoft.com/office/drawing/2014/main" id="{281AFB62-DF00-C781-B194-BA35B5F26EDD}"/>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5" name="slide number automatic">
            <a:extLst>
              <a:ext uri="{FF2B5EF4-FFF2-40B4-BE49-F238E27FC236}">
                <a16:creationId xmlns:a16="http://schemas.microsoft.com/office/drawing/2014/main" id="{5A95B4E2-055A-BEE2-36E8-45DD70D13404}"/>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Tree>
    <p:extLst>
      <p:ext uri="{BB962C8B-B14F-4D97-AF65-F5344CB8AC3E}">
        <p14:creationId xmlns:p14="http://schemas.microsoft.com/office/powerpoint/2010/main" val="23571410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Content: statistics + image, dark and purple">
    <p:bg>
      <p:bgPr>
        <a:solidFill>
          <a:srgbClr val="000000"/>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B918B6-32FF-4857-A645-C1032AFAEF62}"/>
              </a:ext>
            </a:extLst>
          </p:cNvPr>
          <p:cNvSpPr>
            <a:spLocks noGrp="1"/>
          </p:cNvSpPr>
          <p:nvPr>
            <p:ph type="title" hasCustomPrompt="1"/>
          </p:nvPr>
        </p:nvSpPr>
        <p:spPr>
          <a:xfrm>
            <a:off x="561601" y="1085532"/>
            <a:ext cx="5312727" cy="984885"/>
          </a:xfrm>
          <a:prstGeom prst="rect">
            <a:avLst/>
          </a:prstGeom>
        </p:spPr>
        <p:txBody>
          <a:bodyPr anchor="ctr"/>
          <a:lstStyle>
            <a:lvl1pPr>
              <a:defRPr sz="4000">
                <a:solidFill>
                  <a:srgbClr val="FFFFFF"/>
                </a:solidFill>
              </a:defRPr>
            </a:lvl1pPr>
          </a:lstStyle>
          <a:p>
            <a:r>
              <a:rPr lang="en-US"/>
              <a:t>Place headline in </a:t>
            </a:r>
            <a:r>
              <a:rPr lang="en-US" err="1"/>
              <a:t>Graphik</a:t>
            </a:r>
            <a:r>
              <a:rPr lang="en-US"/>
              <a:t> Semibold</a:t>
            </a:r>
          </a:p>
        </p:txBody>
      </p:sp>
      <p:sp>
        <p:nvSpPr>
          <p:cNvPr id="38" name="Picture Placeholder 3">
            <a:extLst>
              <a:ext uri="{FF2B5EF4-FFF2-40B4-BE49-F238E27FC236}">
                <a16:creationId xmlns:a16="http://schemas.microsoft.com/office/drawing/2014/main" id="{92A5DC07-3811-41E7-B3BC-1DF4ED905C75}"/>
              </a:ext>
            </a:extLst>
          </p:cNvPr>
          <p:cNvSpPr>
            <a:spLocks noGrp="1"/>
          </p:cNvSpPr>
          <p:nvPr>
            <p:ph type="pic" sz="quarter" idx="16" hasCustomPrompt="1"/>
          </p:nvPr>
        </p:nvSpPr>
        <p:spPr bwMode="gray">
          <a:xfrm>
            <a:off x="6096032" y="-1"/>
            <a:ext cx="3048024" cy="3074023"/>
          </a:xfrm>
          <a:prstGeom prst="rect">
            <a:avLst/>
          </a:prstGeom>
          <a:solidFill>
            <a:schemeClr val="bg1">
              <a:lumMod val="95000"/>
            </a:schemeClr>
          </a:solidFill>
        </p:spPr>
        <p:txBody>
          <a:bodyPr tIns="274320" anchor="ctr"/>
          <a:lstStyle>
            <a:lvl1pPr marL="0" indent="0" algn="ctr">
              <a:buNone/>
              <a:defRPr sz="1400" b="0" i="0">
                <a:solidFill>
                  <a:schemeClr val="tx1"/>
                </a:solidFill>
                <a:latin typeface="Graphik" panose="020B0503030202060203" pitchFamily="34" charset="77"/>
              </a:defRPr>
            </a:lvl1pPr>
          </a:lstStyle>
          <a:p>
            <a:r>
              <a:rPr lang="en-GB"/>
              <a:t>Drag picture to placeholder </a:t>
            </a:r>
          </a:p>
          <a:p>
            <a:r>
              <a:rPr lang="en-GB"/>
              <a:t>or click icon to add</a:t>
            </a:r>
            <a:endParaRPr lang="en-US"/>
          </a:p>
        </p:txBody>
      </p:sp>
      <p:sp>
        <p:nvSpPr>
          <p:cNvPr id="46" name="Text Placeholder 4">
            <a:extLst>
              <a:ext uri="{FF2B5EF4-FFF2-40B4-BE49-F238E27FC236}">
                <a16:creationId xmlns:a16="http://schemas.microsoft.com/office/drawing/2014/main" id="{FFC38A35-5CA3-4459-9AC5-201C71534956}"/>
              </a:ext>
            </a:extLst>
          </p:cNvPr>
          <p:cNvSpPr>
            <a:spLocks noGrp="1"/>
          </p:cNvSpPr>
          <p:nvPr>
            <p:ph type="body" sz="quarter" idx="17" hasCustomPrompt="1"/>
          </p:nvPr>
        </p:nvSpPr>
        <p:spPr>
          <a:xfrm>
            <a:off x="9525010" y="303835"/>
            <a:ext cx="2285996" cy="912223"/>
          </a:xfrm>
          <a:prstGeom prst="rect">
            <a:avLst/>
          </a:prstGeom>
        </p:spPr>
        <p:txBody>
          <a:bodyPr anchor="ctr"/>
          <a:lstStyle>
            <a:lvl1pPr marL="0" indent="0">
              <a:buNone/>
              <a:defRPr lang="en-US" sz="5333" b="1" i="0" kern="1200" dirty="0">
                <a:solidFill>
                  <a:schemeClr val="accent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10" name="Text Placeholder 6">
            <a:extLst>
              <a:ext uri="{FF2B5EF4-FFF2-40B4-BE49-F238E27FC236}">
                <a16:creationId xmlns:a16="http://schemas.microsoft.com/office/drawing/2014/main" id="{202CA0A6-65B9-D658-1AEC-00085854F84B}"/>
              </a:ext>
            </a:extLst>
          </p:cNvPr>
          <p:cNvSpPr>
            <a:spLocks noGrp="1"/>
          </p:cNvSpPr>
          <p:nvPr>
            <p:ph type="body" sz="quarter" idx="32"/>
          </p:nvPr>
        </p:nvSpPr>
        <p:spPr>
          <a:xfrm>
            <a:off x="9525004" y="1472692"/>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21" name="Picture Placeholder 6">
            <a:extLst>
              <a:ext uri="{FF2B5EF4-FFF2-40B4-BE49-F238E27FC236}">
                <a16:creationId xmlns:a16="http://schemas.microsoft.com/office/drawing/2014/main" id="{4CA191CE-F49B-4889-A102-DDD1279F3FB2}"/>
              </a:ext>
            </a:extLst>
          </p:cNvPr>
          <p:cNvSpPr>
            <a:spLocks noGrp="1"/>
          </p:cNvSpPr>
          <p:nvPr>
            <p:ph type="pic" sz="quarter" idx="23" hasCustomPrompt="1"/>
          </p:nvPr>
        </p:nvSpPr>
        <p:spPr bwMode="gray">
          <a:xfrm>
            <a:off x="0" y="3074022"/>
            <a:ext cx="3048000" cy="3055316"/>
          </a:xfrm>
          <a:prstGeom prst="rect">
            <a:avLst/>
          </a:prstGeom>
          <a:solidFill>
            <a:schemeClr val="bg1">
              <a:lumMod val="95000"/>
            </a:schemeClr>
          </a:solidFill>
        </p:spPr>
        <p:txBody>
          <a:bodyPr vert="horz" lIns="0" tIns="274320" rIns="0" bIns="0" rtlCol="0" anchor="ctr">
            <a:noAutofit/>
          </a:bodyPr>
          <a:lstStyle>
            <a:lvl1pPr marL="0" indent="0" algn="ctr">
              <a:buNone/>
              <a:defRPr lang="en-US" sz="1400" b="0" i="0" dirty="0">
                <a:latin typeface="Graphik" panose="020B0503030202060203" pitchFamily="34" charset="77"/>
              </a:defRPr>
            </a:lvl1pPr>
          </a:lstStyle>
          <a:p>
            <a:pPr marL="228594" lvl="0" indent="-228594" algn="ctr"/>
            <a:r>
              <a:rPr lang="en-GB"/>
              <a:t>Drag picture to placeholder </a:t>
            </a:r>
          </a:p>
          <a:p>
            <a:pPr marL="228594" lvl="0" indent="-228594" algn="ctr"/>
            <a:r>
              <a:rPr lang="en-GB"/>
              <a:t>or click icon to add</a:t>
            </a:r>
            <a:endParaRPr lang="en-US"/>
          </a:p>
        </p:txBody>
      </p:sp>
      <p:sp>
        <p:nvSpPr>
          <p:cNvPr id="8" name="Rectangle 7">
            <a:extLst>
              <a:ext uri="{FF2B5EF4-FFF2-40B4-BE49-F238E27FC236}">
                <a16:creationId xmlns:a16="http://schemas.microsoft.com/office/drawing/2014/main" id="{3D16F949-3472-4EBC-9DC1-05EC807C9FC0}"/>
              </a:ext>
              <a:ext uri="{C183D7F6-B498-43B3-948B-1728B52AA6E4}">
                <adec:decorative xmlns:adec="http://schemas.microsoft.com/office/drawing/2017/decorative" val="1"/>
              </a:ext>
            </a:extLst>
          </p:cNvPr>
          <p:cNvSpPr/>
          <p:nvPr userDrawn="1"/>
        </p:nvSpPr>
        <p:spPr bwMode="white">
          <a:xfrm>
            <a:off x="3048000" y="3074022"/>
            <a:ext cx="3047968" cy="305531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b="0" i="0">
              <a:latin typeface="Graphik" panose="020B0503030202060203" pitchFamily="34" charset="77"/>
            </a:endParaRPr>
          </a:p>
        </p:txBody>
      </p:sp>
      <p:sp>
        <p:nvSpPr>
          <p:cNvPr id="48" name="Text Placeholder 7">
            <a:extLst>
              <a:ext uri="{FF2B5EF4-FFF2-40B4-BE49-F238E27FC236}">
                <a16:creationId xmlns:a16="http://schemas.microsoft.com/office/drawing/2014/main" id="{84A1985F-A4F6-4997-A4BD-E305CB1A47A6}"/>
              </a:ext>
            </a:extLst>
          </p:cNvPr>
          <p:cNvSpPr>
            <a:spLocks noGrp="1"/>
          </p:cNvSpPr>
          <p:nvPr>
            <p:ph type="body" sz="quarter" idx="19" hasCustomPrompt="1"/>
          </p:nvPr>
        </p:nvSpPr>
        <p:spPr>
          <a:xfrm>
            <a:off x="3428989" y="3384433"/>
            <a:ext cx="2285996" cy="912223"/>
          </a:xfrm>
          <a:prstGeom prst="rect">
            <a:avLst/>
          </a:prstGeom>
        </p:spPr>
        <p:txBody>
          <a:bodyPr anchor="ctr"/>
          <a:lstStyle>
            <a:lvl1pPr marL="0" indent="0">
              <a:buNone/>
              <a:defRPr lang="en-US" sz="5333" b="0" i="0" kern="1200" dirty="0">
                <a:solidFill>
                  <a:schemeClr val="bg1"/>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5" name="Text Placeholder 6">
            <a:extLst>
              <a:ext uri="{FF2B5EF4-FFF2-40B4-BE49-F238E27FC236}">
                <a16:creationId xmlns:a16="http://schemas.microsoft.com/office/drawing/2014/main" id="{DFC923C6-9E63-5C37-D6CE-0C0C7F31BA14}"/>
              </a:ext>
            </a:extLst>
          </p:cNvPr>
          <p:cNvSpPr>
            <a:spLocks noGrp="1"/>
          </p:cNvSpPr>
          <p:nvPr>
            <p:ph type="body" sz="quarter" idx="30"/>
          </p:nvPr>
        </p:nvSpPr>
        <p:spPr>
          <a:xfrm>
            <a:off x="3428948" y="4508500"/>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0" name="Text Placeholder 9">
            <a:extLst>
              <a:ext uri="{FF2B5EF4-FFF2-40B4-BE49-F238E27FC236}">
                <a16:creationId xmlns:a16="http://schemas.microsoft.com/office/drawing/2014/main" id="{E5121ACC-7E33-431F-A8A1-419F515D4061}"/>
              </a:ext>
            </a:extLst>
          </p:cNvPr>
          <p:cNvSpPr>
            <a:spLocks noGrp="1"/>
          </p:cNvSpPr>
          <p:nvPr>
            <p:ph type="body" sz="quarter" idx="21" hasCustomPrompt="1"/>
          </p:nvPr>
        </p:nvSpPr>
        <p:spPr>
          <a:xfrm>
            <a:off x="6476999" y="3384433"/>
            <a:ext cx="2285996" cy="912223"/>
          </a:xfrm>
          <a:prstGeom prst="rect">
            <a:avLst/>
          </a:prstGeom>
        </p:spPr>
        <p:txBody>
          <a:bodyPr anchor="ctr"/>
          <a:lstStyle>
            <a:lvl1pPr marL="0" indent="0">
              <a:buNone/>
              <a:defRPr lang="en-US" sz="5333" b="1" i="0" kern="1200" dirty="0">
                <a:solidFill>
                  <a:schemeClr val="accent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4" name="Text Placeholder 6">
            <a:extLst>
              <a:ext uri="{FF2B5EF4-FFF2-40B4-BE49-F238E27FC236}">
                <a16:creationId xmlns:a16="http://schemas.microsoft.com/office/drawing/2014/main" id="{8E3ED24E-CC9B-F99D-ABD2-271CAAC31C78}"/>
              </a:ext>
            </a:extLst>
          </p:cNvPr>
          <p:cNvSpPr>
            <a:spLocks noGrp="1"/>
          </p:cNvSpPr>
          <p:nvPr>
            <p:ph type="body" sz="quarter" idx="29"/>
          </p:nvPr>
        </p:nvSpPr>
        <p:spPr>
          <a:xfrm>
            <a:off x="6476916" y="4508500"/>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29" name="Rectangle 28">
            <a:extLst>
              <a:ext uri="{FF2B5EF4-FFF2-40B4-BE49-F238E27FC236}">
                <a16:creationId xmlns:a16="http://schemas.microsoft.com/office/drawing/2014/main" id="{F2E53630-789F-425F-8AB1-96EFF4EA1E46}"/>
              </a:ext>
              <a:ext uri="{C183D7F6-B498-43B3-948B-1728B52AA6E4}">
                <adec:decorative xmlns:adec="http://schemas.microsoft.com/office/drawing/2017/decorative" val="1"/>
              </a:ext>
            </a:extLst>
          </p:cNvPr>
          <p:cNvSpPr/>
          <p:nvPr userDrawn="1"/>
        </p:nvSpPr>
        <p:spPr bwMode="white">
          <a:xfrm>
            <a:off x="9144056" y="3074022"/>
            <a:ext cx="3047944" cy="305531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sz="1351" b="0" i="0">
              <a:latin typeface="Graphik" panose="020B0503030202060203" pitchFamily="34" charset="77"/>
            </a:endParaRPr>
          </a:p>
        </p:txBody>
      </p:sp>
      <p:sp>
        <p:nvSpPr>
          <p:cNvPr id="24" name="Text Placeholder 11">
            <a:extLst>
              <a:ext uri="{FF2B5EF4-FFF2-40B4-BE49-F238E27FC236}">
                <a16:creationId xmlns:a16="http://schemas.microsoft.com/office/drawing/2014/main" id="{86209476-BF69-4014-99E6-B53C87141B48}"/>
              </a:ext>
            </a:extLst>
          </p:cNvPr>
          <p:cNvSpPr>
            <a:spLocks noGrp="1"/>
          </p:cNvSpPr>
          <p:nvPr>
            <p:ph type="body" sz="quarter" idx="24" hasCustomPrompt="1"/>
          </p:nvPr>
        </p:nvSpPr>
        <p:spPr>
          <a:xfrm>
            <a:off x="9525005" y="3384433"/>
            <a:ext cx="2285996" cy="912223"/>
          </a:xfrm>
          <a:prstGeom prst="rect">
            <a:avLst/>
          </a:prstGeom>
        </p:spPr>
        <p:txBody>
          <a:bodyPr anchor="ctr"/>
          <a:lstStyle>
            <a:lvl1pPr marL="0" indent="0">
              <a:buNone/>
              <a:defRPr lang="en-US" sz="5333" b="1" i="0" kern="1200" dirty="0">
                <a:solidFill>
                  <a:srgbClr val="FFFFFF"/>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9" name="Text Placeholder 6">
            <a:extLst>
              <a:ext uri="{FF2B5EF4-FFF2-40B4-BE49-F238E27FC236}">
                <a16:creationId xmlns:a16="http://schemas.microsoft.com/office/drawing/2014/main" id="{AB939A4D-3841-382E-4112-16375BBF9CD7}"/>
              </a:ext>
            </a:extLst>
          </p:cNvPr>
          <p:cNvSpPr>
            <a:spLocks noGrp="1"/>
          </p:cNvSpPr>
          <p:nvPr>
            <p:ph type="body" sz="quarter" idx="31"/>
          </p:nvPr>
        </p:nvSpPr>
        <p:spPr>
          <a:xfrm>
            <a:off x="9525004" y="4508500"/>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GTS_WH">
            <a:extLst>
              <a:ext uri="{FF2B5EF4-FFF2-40B4-BE49-F238E27FC236}">
                <a16:creationId xmlns:a16="http://schemas.microsoft.com/office/drawing/2014/main" id="{E60B30CA-91CE-53D4-4E41-25E962661ED8}"/>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
        <p:nvSpPr>
          <p:cNvPr id="12" name="copyright">
            <a:extLst>
              <a:ext uri="{FF2B5EF4-FFF2-40B4-BE49-F238E27FC236}">
                <a16:creationId xmlns:a16="http://schemas.microsoft.com/office/drawing/2014/main" id="{C6DCEC7C-94EF-9488-4BC9-3AC6108281E8}"/>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13" name="slide number automatic">
            <a:extLst>
              <a:ext uri="{FF2B5EF4-FFF2-40B4-BE49-F238E27FC236}">
                <a16:creationId xmlns:a16="http://schemas.microsoft.com/office/drawing/2014/main" id="{DFF01EE3-5EDD-45BD-F1D7-076E2C959DD2}"/>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Tree>
    <p:extLst>
      <p:ext uri="{BB962C8B-B14F-4D97-AF65-F5344CB8AC3E}">
        <p14:creationId xmlns:p14="http://schemas.microsoft.com/office/powerpoint/2010/main" val="342108087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98.xml><?xml version="1.0" encoding="utf-8"?>
<p:sldLayout xmlns:a="http://schemas.openxmlformats.org/drawingml/2006/main" xmlns:r="http://schemas.openxmlformats.org/officeDocument/2006/relationships" xmlns:p="http://schemas.openxmlformats.org/presentationml/2006/main" showMasterSp="0" preserve="1" userDrawn="1">
  <p:cSld name="Content: statistics light mode">
    <p:bg>
      <p:bgRef idx="1001">
        <a:schemeClr val="bg1"/>
      </p:bgRef>
    </p:bg>
    <p:spTree>
      <p:nvGrpSpPr>
        <p:cNvPr id="1" name=""/>
        <p:cNvGrpSpPr/>
        <p:nvPr/>
      </p:nvGrpSpPr>
      <p:grpSpPr>
        <a:xfrm>
          <a:off x="0" y="0"/>
          <a:ext cx="0" cy="0"/>
          <a:chOff x="0" y="0"/>
          <a:chExt cx="0" cy="0"/>
        </a:xfrm>
      </p:grpSpPr>
      <p:sp>
        <p:nvSpPr>
          <p:cNvPr id="8" name="Title 9">
            <a:extLst>
              <a:ext uri="{FF2B5EF4-FFF2-40B4-BE49-F238E27FC236}">
                <a16:creationId xmlns:a16="http://schemas.microsoft.com/office/drawing/2014/main" id="{DD3BC9E6-13A7-8817-A32A-4CC03E8733D9}"/>
              </a:ext>
            </a:extLst>
          </p:cNvPr>
          <p:cNvSpPr>
            <a:spLocks noGrp="1"/>
          </p:cNvSpPr>
          <p:nvPr>
            <p:ph type="title"/>
          </p:nvPr>
        </p:nvSpPr>
        <p:spPr>
          <a:xfrm>
            <a:off x="565461" y="376463"/>
            <a:ext cx="2285999" cy="931437"/>
          </a:xfrm>
        </p:spPr>
        <p:txBody>
          <a:bodyPr anchor="ctr">
            <a:noAutofit/>
          </a:bodyPr>
          <a:lstStyle>
            <a:lvl1pPr>
              <a:lnSpc>
                <a:spcPct val="100000"/>
              </a:lnSpc>
              <a:defRPr sz="5330">
                <a:solidFill>
                  <a:schemeClr val="bg2"/>
                </a:solidFill>
              </a:defRPr>
            </a:lvl1pPr>
          </a:lstStyle>
          <a:p>
            <a:r>
              <a:rPr lang="en-GB"/>
              <a:t>Click to edit Master title style</a:t>
            </a:r>
            <a:endParaRPr lang="en-US"/>
          </a:p>
        </p:txBody>
      </p:sp>
      <p:sp>
        <p:nvSpPr>
          <p:cNvPr id="12" name="Text Placeholder 6">
            <a:extLst>
              <a:ext uri="{FF2B5EF4-FFF2-40B4-BE49-F238E27FC236}">
                <a16:creationId xmlns:a16="http://schemas.microsoft.com/office/drawing/2014/main" id="{8DC27019-ACF1-C483-EFEB-3CC77DD9EFCA}"/>
              </a:ext>
            </a:extLst>
          </p:cNvPr>
          <p:cNvSpPr>
            <a:spLocks noGrp="1"/>
          </p:cNvSpPr>
          <p:nvPr>
            <p:ph type="body" sz="quarter" idx="32"/>
          </p:nvPr>
        </p:nvSpPr>
        <p:spPr>
          <a:xfrm>
            <a:off x="571503" y="1472692"/>
            <a:ext cx="2286000" cy="1439333"/>
          </a:xfrm>
        </p:spPr>
        <p:txBody>
          <a:bodyPr/>
          <a:lstStyle>
            <a:lvl1pPr>
              <a:spcAft>
                <a:spcPts val="600"/>
              </a:spcAft>
              <a:defRPr sz="1800" i="0">
                <a:latin typeface="+mj-lt"/>
              </a:defRPr>
            </a:lvl1pPr>
            <a:lvl2pPr marL="0" indent="0">
              <a:spcAft>
                <a:spcPts val="600"/>
              </a:spcAft>
              <a:buNone/>
              <a:defRPr sz="1200"/>
            </a:lvl2pPr>
            <a:lvl3pPr marL="230394" indent="-230394">
              <a:spcAft>
                <a:spcPts val="600"/>
              </a:spcAft>
              <a:buFont typeface="Arial" panose="020B0604020202020204" pitchFamily="34" charset="0"/>
              <a:buChar char="•"/>
              <a:tabLst/>
              <a:defRPr sz="1200"/>
            </a:lvl3pPr>
            <a:lvl4pPr marL="230394" indent="-230394">
              <a:spcAft>
                <a:spcPts val="600"/>
              </a:spcAft>
              <a:defRPr sz="1200"/>
            </a:lvl4pPr>
            <a:lvl5pPr marL="230394" indent="-228594">
              <a:spcAft>
                <a:spcPts val="600"/>
              </a:spcAft>
              <a:buFont typeface="Arial" panose="020B0604020202020204" pitchFamily="34" charset="0"/>
              <a:buChar char="•"/>
              <a:tabLst/>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6" name="Text Placeholder 4">
            <a:extLst>
              <a:ext uri="{FF2B5EF4-FFF2-40B4-BE49-F238E27FC236}">
                <a16:creationId xmlns:a16="http://schemas.microsoft.com/office/drawing/2014/main" id="{FFC38A35-5CA3-4459-9AC5-201C71534956}"/>
              </a:ext>
            </a:extLst>
          </p:cNvPr>
          <p:cNvSpPr>
            <a:spLocks noGrp="1"/>
          </p:cNvSpPr>
          <p:nvPr>
            <p:ph type="body" sz="quarter" idx="17" hasCustomPrompt="1"/>
          </p:nvPr>
        </p:nvSpPr>
        <p:spPr>
          <a:xfrm>
            <a:off x="3428995" y="381002"/>
            <a:ext cx="2285996" cy="912223"/>
          </a:xfrm>
          <a:prstGeom prst="rect">
            <a:avLst/>
          </a:prstGeom>
        </p:spPr>
        <p:txBody>
          <a:bodyPr anchor="ctr"/>
          <a:lstStyle>
            <a:lvl1pPr marL="0" indent="0" fontAlgn="ctr" hangingPunct="0">
              <a:spcAft>
                <a:spcPts val="0"/>
              </a:spcAft>
              <a:buNone/>
              <a:defRPr lang="en-US" sz="5333" b="1" i="0" kern="1200" dirty="0">
                <a:solidFill>
                  <a:schemeClr val="bg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11" name="Text Placeholder 6">
            <a:extLst>
              <a:ext uri="{FF2B5EF4-FFF2-40B4-BE49-F238E27FC236}">
                <a16:creationId xmlns:a16="http://schemas.microsoft.com/office/drawing/2014/main" id="{9A7B63BD-36F9-7F57-E2CF-44D615E0F874}"/>
              </a:ext>
            </a:extLst>
          </p:cNvPr>
          <p:cNvSpPr>
            <a:spLocks noGrp="1"/>
          </p:cNvSpPr>
          <p:nvPr>
            <p:ph type="body" sz="quarter" idx="31"/>
          </p:nvPr>
        </p:nvSpPr>
        <p:spPr>
          <a:xfrm>
            <a:off x="3428995" y="1472692"/>
            <a:ext cx="2286000" cy="1439333"/>
          </a:xfrm>
        </p:spPr>
        <p:txBody>
          <a:bodyPr/>
          <a:lstStyle>
            <a:lvl1pPr>
              <a:spcAft>
                <a:spcPts val="600"/>
              </a:spcAft>
              <a:defRPr sz="1800" i="0">
                <a:latin typeface="+mj-lt"/>
              </a:defRPr>
            </a:lvl1pPr>
            <a:lvl2pPr marL="0" indent="0">
              <a:spcAft>
                <a:spcPts val="600"/>
              </a:spcAft>
              <a:buNone/>
              <a:defRPr sz="1200"/>
            </a:lvl2pPr>
            <a:lvl3pPr marL="230394" indent="-230394">
              <a:spcAft>
                <a:spcPts val="600"/>
              </a:spcAft>
              <a:buFont typeface="Arial" panose="020B0604020202020204" pitchFamily="34" charset="0"/>
              <a:buChar char="•"/>
              <a:tabLst/>
              <a:defRPr sz="1200"/>
            </a:lvl3pPr>
            <a:lvl4pPr marL="230394" indent="-230394">
              <a:spcAft>
                <a:spcPts val="600"/>
              </a:spcAft>
              <a:defRPr sz="1200"/>
            </a:lvl4pPr>
            <a:lvl5pPr marL="230394" indent="-228594">
              <a:spcAft>
                <a:spcPts val="600"/>
              </a:spcAft>
              <a:buFont typeface="Arial" panose="020B0604020202020204" pitchFamily="34" charset="0"/>
              <a:buChar char="•"/>
              <a:tabLst/>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8" name="Text Placeholder 6">
            <a:extLst>
              <a:ext uri="{FF2B5EF4-FFF2-40B4-BE49-F238E27FC236}">
                <a16:creationId xmlns:a16="http://schemas.microsoft.com/office/drawing/2014/main" id="{84A1985F-A4F6-4997-A4BD-E305CB1A47A6}"/>
              </a:ext>
            </a:extLst>
          </p:cNvPr>
          <p:cNvSpPr>
            <a:spLocks noGrp="1"/>
          </p:cNvSpPr>
          <p:nvPr>
            <p:ph type="body" sz="quarter" idx="19" hasCustomPrompt="1"/>
          </p:nvPr>
        </p:nvSpPr>
        <p:spPr>
          <a:xfrm>
            <a:off x="571503" y="3398051"/>
            <a:ext cx="2285996" cy="912223"/>
          </a:xfrm>
          <a:prstGeom prst="rect">
            <a:avLst/>
          </a:prstGeom>
        </p:spPr>
        <p:txBody>
          <a:bodyPr anchor="ctr"/>
          <a:lstStyle>
            <a:lvl1pPr marL="0" indent="0" algn="l" fontAlgn="ctr" hangingPunct="0">
              <a:spcAft>
                <a:spcPts val="0"/>
              </a:spcAft>
              <a:buNone/>
              <a:defRPr lang="en-US" sz="5333" b="1" i="0" kern="1200" dirty="0">
                <a:solidFill>
                  <a:schemeClr val="bg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9" name="Text Placeholder 6">
            <a:extLst>
              <a:ext uri="{FF2B5EF4-FFF2-40B4-BE49-F238E27FC236}">
                <a16:creationId xmlns:a16="http://schemas.microsoft.com/office/drawing/2014/main" id="{F970BA5E-9C63-BA7D-B45C-5186452F2409}"/>
              </a:ext>
            </a:extLst>
          </p:cNvPr>
          <p:cNvSpPr>
            <a:spLocks noGrp="1"/>
          </p:cNvSpPr>
          <p:nvPr>
            <p:ph type="body" sz="quarter" idx="30"/>
          </p:nvPr>
        </p:nvSpPr>
        <p:spPr>
          <a:xfrm>
            <a:off x="571503" y="4508500"/>
            <a:ext cx="2286000" cy="1439333"/>
          </a:xfrm>
        </p:spPr>
        <p:txBody>
          <a:bodyPr/>
          <a:lstStyle>
            <a:lvl1pPr>
              <a:spcAft>
                <a:spcPts val="600"/>
              </a:spcAft>
              <a:defRPr sz="1800" i="0">
                <a:latin typeface="+mj-lt"/>
              </a:defRPr>
            </a:lvl1pPr>
            <a:lvl2pPr marL="0" indent="0">
              <a:spcAft>
                <a:spcPts val="600"/>
              </a:spcAft>
              <a:buNone/>
              <a:defRPr sz="1200"/>
            </a:lvl2pPr>
            <a:lvl3pPr marL="230394" indent="-230394">
              <a:spcAft>
                <a:spcPts val="600"/>
              </a:spcAft>
              <a:buFont typeface="Arial" panose="020B0604020202020204" pitchFamily="34" charset="0"/>
              <a:buChar char="•"/>
              <a:tabLst/>
              <a:defRPr sz="1200"/>
            </a:lvl3pPr>
            <a:lvl4pPr marL="230394" indent="-230394">
              <a:spcAft>
                <a:spcPts val="600"/>
              </a:spcAft>
              <a:defRPr sz="1200"/>
            </a:lvl4pPr>
            <a:lvl5pPr marL="230394" indent="-228594">
              <a:spcAft>
                <a:spcPts val="600"/>
              </a:spcAft>
              <a:buFont typeface="Arial" panose="020B0604020202020204" pitchFamily="34" charset="0"/>
              <a:buChar char="•"/>
              <a:tabLst/>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0" name="Text Placeholder 8">
            <a:extLst>
              <a:ext uri="{FF2B5EF4-FFF2-40B4-BE49-F238E27FC236}">
                <a16:creationId xmlns:a16="http://schemas.microsoft.com/office/drawing/2014/main" id="{E5121ACC-7E33-431F-A8A1-419F515D4061}"/>
              </a:ext>
            </a:extLst>
          </p:cNvPr>
          <p:cNvSpPr>
            <a:spLocks noGrp="1"/>
          </p:cNvSpPr>
          <p:nvPr>
            <p:ph type="body" sz="quarter" idx="21" hasCustomPrompt="1"/>
          </p:nvPr>
        </p:nvSpPr>
        <p:spPr>
          <a:xfrm>
            <a:off x="3428995" y="3398051"/>
            <a:ext cx="2285996" cy="912223"/>
          </a:xfrm>
          <a:prstGeom prst="rect">
            <a:avLst/>
          </a:prstGeom>
        </p:spPr>
        <p:txBody>
          <a:bodyPr anchor="ctr"/>
          <a:lstStyle>
            <a:lvl1pPr marL="0" indent="0" algn="l" fontAlgn="ctr" hangingPunct="0">
              <a:spcAft>
                <a:spcPts val="0"/>
              </a:spcAft>
              <a:buNone/>
              <a:defRPr lang="en-US" sz="5333" b="1" i="0" kern="1200" dirty="0">
                <a:solidFill>
                  <a:schemeClr val="bg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7" name="Text Placeholder 6">
            <a:extLst>
              <a:ext uri="{FF2B5EF4-FFF2-40B4-BE49-F238E27FC236}">
                <a16:creationId xmlns:a16="http://schemas.microsoft.com/office/drawing/2014/main" id="{23FAE69D-63C7-3796-16D2-0EA82AB27669}"/>
              </a:ext>
            </a:extLst>
          </p:cNvPr>
          <p:cNvSpPr>
            <a:spLocks noGrp="1"/>
          </p:cNvSpPr>
          <p:nvPr>
            <p:ph type="body" sz="quarter" idx="29"/>
          </p:nvPr>
        </p:nvSpPr>
        <p:spPr>
          <a:xfrm>
            <a:off x="3428995" y="4508500"/>
            <a:ext cx="2286000" cy="1439333"/>
          </a:xfrm>
        </p:spPr>
        <p:txBody>
          <a:bodyPr/>
          <a:lstStyle>
            <a:lvl1pPr>
              <a:spcAft>
                <a:spcPts val="600"/>
              </a:spcAft>
              <a:defRPr sz="1800" i="0">
                <a:latin typeface="+mj-lt"/>
              </a:defRPr>
            </a:lvl1pPr>
            <a:lvl2pPr marL="0" indent="0">
              <a:spcAft>
                <a:spcPts val="600"/>
              </a:spcAft>
              <a:buNone/>
              <a:defRPr sz="1200"/>
            </a:lvl2pPr>
            <a:lvl3pPr marL="230394" indent="-230394">
              <a:spcAft>
                <a:spcPts val="600"/>
              </a:spcAft>
              <a:buFont typeface="Arial" panose="020B0604020202020204" pitchFamily="34" charset="0"/>
              <a:buChar char="•"/>
              <a:tabLst/>
              <a:defRPr sz="1200"/>
            </a:lvl3pPr>
            <a:lvl4pPr marL="230394" indent="-230394">
              <a:spcAft>
                <a:spcPts val="600"/>
              </a:spcAft>
              <a:defRPr sz="1200"/>
            </a:lvl4pPr>
            <a:lvl5pPr marL="230394" indent="-228594">
              <a:spcAft>
                <a:spcPts val="600"/>
              </a:spcAft>
              <a:buFont typeface="Arial" panose="020B0604020202020204" pitchFamily="34" charset="0"/>
              <a:buChar char="•"/>
              <a:tabLst/>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cxnSp>
        <p:nvCxnSpPr>
          <p:cNvPr id="42" name="Straight Connector 41">
            <a:extLst>
              <a:ext uri="{FF2B5EF4-FFF2-40B4-BE49-F238E27FC236}">
                <a16:creationId xmlns:a16="http://schemas.microsoft.com/office/drawing/2014/main" id="{149C8D0A-C37D-4D9A-9703-8A0AFB18570C}"/>
              </a:ext>
              <a:ext uri="{C183D7F6-B498-43B3-948B-1728B52AA6E4}">
                <adec:decorative xmlns:adec="http://schemas.microsoft.com/office/drawing/2017/decorative" val="1"/>
              </a:ext>
            </a:extLst>
          </p:cNvPr>
          <p:cNvCxnSpPr>
            <a:cxnSpLocks/>
          </p:cNvCxnSpPr>
          <p:nvPr userDrawn="1"/>
        </p:nvCxnSpPr>
        <p:spPr>
          <a:xfrm>
            <a:off x="0" y="3076800"/>
            <a:ext cx="6096008" cy="0"/>
          </a:xfrm>
          <a:prstGeom prst="line">
            <a:avLst/>
          </a:prstGeom>
          <a:ln w="952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1BE5BBCC-C957-48B6-99B6-EF1F3E80F622}"/>
              </a:ext>
              <a:ext uri="{C183D7F6-B498-43B3-948B-1728B52AA6E4}">
                <adec:decorative xmlns:adec="http://schemas.microsoft.com/office/drawing/2017/decorative" val="1"/>
              </a:ext>
            </a:extLst>
          </p:cNvPr>
          <p:cNvCxnSpPr>
            <a:cxnSpLocks/>
          </p:cNvCxnSpPr>
          <p:nvPr userDrawn="1"/>
        </p:nvCxnSpPr>
        <p:spPr>
          <a:xfrm>
            <a:off x="3143247" y="-1"/>
            <a:ext cx="0" cy="6192000"/>
          </a:xfrm>
          <a:prstGeom prst="line">
            <a:avLst/>
          </a:prstGeom>
          <a:ln w="952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3" name="Picture Placeholder 35">
            <a:extLst>
              <a:ext uri="{FF2B5EF4-FFF2-40B4-BE49-F238E27FC236}">
                <a16:creationId xmlns:a16="http://schemas.microsoft.com/office/drawing/2014/main" id="{EF1A1C24-C0B7-DF19-B492-C0ED29CE9AF6}"/>
              </a:ext>
            </a:extLst>
          </p:cNvPr>
          <p:cNvSpPr>
            <a:spLocks noGrp="1"/>
          </p:cNvSpPr>
          <p:nvPr>
            <p:ph type="pic" sz="quarter" idx="16" hasCustomPrompt="1"/>
          </p:nvPr>
        </p:nvSpPr>
        <p:spPr bwMode="gray">
          <a:xfrm>
            <a:off x="6095992" y="0"/>
            <a:ext cx="6096008" cy="6129340"/>
          </a:xfrm>
          <a:prstGeom prst="rect">
            <a:avLst/>
          </a:prstGeom>
          <a:solidFill>
            <a:schemeClr val="bg1">
              <a:lumMod val="95000"/>
            </a:schemeClr>
          </a:solidFill>
        </p:spPr>
        <p:txBody>
          <a:bodyPr tIns="45720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sp>
        <p:nvSpPr>
          <p:cNvPr id="4" name="Bottom tag">
            <a:extLst>
              <a:ext uri="{FF2B5EF4-FFF2-40B4-BE49-F238E27FC236}">
                <a16:creationId xmlns:a16="http://schemas.microsoft.com/office/drawing/2014/main" id="{5F2E67CA-5DA7-3CD1-C175-808A139DD240}"/>
              </a:ext>
              <a:ext uri="{C183D7F6-B498-43B3-948B-1728B52AA6E4}">
                <adec:decorative xmlns:adec="http://schemas.microsoft.com/office/drawing/2017/decorative" val="1"/>
              </a:ext>
            </a:extLst>
          </p:cNvPr>
          <p:cNvSpPr/>
          <p:nvPr userDrawn="1"/>
        </p:nvSpPr>
        <p:spPr bwMode="white">
          <a:xfrm>
            <a:off x="0" y="6129340"/>
            <a:ext cx="12192000" cy="72866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b="0" i="0">
              <a:latin typeface="Graphik" panose="020B0503030202060203" pitchFamily="34" charset="77"/>
            </a:endParaRPr>
          </a:p>
        </p:txBody>
      </p:sp>
      <p:sp>
        <p:nvSpPr>
          <p:cNvPr id="2" name="copyright">
            <a:extLst>
              <a:ext uri="{FF2B5EF4-FFF2-40B4-BE49-F238E27FC236}">
                <a16:creationId xmlns:a16="http://schemas.microsoft.com/office/drawing/2014/main" id="{B51A4FC9-6DF5-ABE3-94E1-8598B7A527EA}"/>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5" name="slide number automatic">
            <a:extLst>
              <a:ext uri="{FF2B5EF4-FFF2-40B4-BE49-F238E27FC236}">
                <a16:creationId xmlns:a16="http://schemas.microsoft.com/office/drawing/2014/main" id="{C826E34F-821D-D174-AEA1-2830AED1A7A3}"/>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
        <p:nvSpPr>
          <p:cNvPr id="13" name="GTS_WH">
            <a:extLst>
              <a:ext uri="{FF2B5EF4-FFF2-40B4-BE49-F238E27FC236}">
                <a16:creationId xmlns:a16="http://schemas.microsoft.com/office/drawing/2014/main" id="{8F51FE85-6E94-3AD8-FB82-A8BAB773D784}"/>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439475855"/>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99.xml><?xml version="1.0" encoding="utf-8"?>
<p:sldLayout xmlns:a="http://schemas.openxmlformats.org/drawingml/2006/main" xmlns:r="http://schemas.openxmlformats.org/officeDocument/2006/relationships" xmlns:p="http://schemas.openxmlformats.org/presentationml/2006/main" showMasterSp="0" preserve="1" userDrawn="1">
  <p:cSld name="Content: statistics dark  mode">
    <p:bg>
      <p:bgPr>
        <a:solidFill>
          <a:srgbClr val="000000"/>
        </a:solidFill>
        <a:effectLst/>
      </p:bgPr>
    </p:bg>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60352A97-ED89-7C2F-0063-10DA374CB06F}"/>
              </a:ext>
            </a:extLst>
          </p:cNvPr>
          <p:cNvSpPr>
            <a:spLocks noGrp="1"/>
          </p:cNvSpPr>
          <p:nvPr>
            <p:ph type="title"/>
          </p:nvPr>
        </p:nvSpPr>
        <p:spPr>
          <a:xfrm>
            <a:off x="565461" y="376463"/>
            <a:ext cx="2285999" cy="931437"/>
          </a:xfrm>
        </p:spPr>
        <p:txBody>
          <a:bodyPr anchor="ctr">
            <a:noAutofit/>
          </a:bodyPr>
          <a:lstStyle>
            <a:lvl1pPr>
              <a:lnSpc>
                <a:spcPct val="100000"/>
              </a:lnSpc>
              <a:defRPr sz="5330">
                <a:solidFill>
                  <a:schemeClr val="accent2"/>
                </a:solidFill>
              </a:defRPr>
            </a:lvl1pPr>
          </a:lstStyle>
          <a:p>
            <a:r>
              <a:rPr lang="en-GB"/>
              <a:t>Click to edit Master title style</a:t>
            </a:r>
            <a:endParaRPr lang="en-US"/>
          </a:p>
        </p:txBody>
      </p:sp>
      <p:sp>
        <p:nvSpPr>
          <p:cNvPr id="11" name="Text Placeholder 6">
            <a:extLst>
              <a:ext uri="{FF2B5EF4-FFF2-40B4-BE49-F238E27FC236}">
                <a16:creationId xmlns:a16="http://schemas.microsoft.com/office/drawing/2014/main" id="{F6B6460F-92C4-7868-A99F-7C747B39009C}"/>
              </a:ext>
            </a:extLst>
          </p:cNvPr>
          <p:cNvSpPr>
            <a:spLocks noGrp="1"/>
          </p:cNvSpPr>
          <p:nvPr>
            <p:ph type="body" sz="quarter" idx="32"/>
          </p:nvPr>
        </p:nvSpPr>
        <p:spPr>
          <a:xfrm>
            <a:off x="571503" y="1472692"/>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6" name="Text Placeholder 4">
            <a:extLst>
              <a:ext uri="{FF2B5EF4-FFF2-40B4-BE49-F238E27FC236}">
                <a16:creationId xmlns:a16="http://schemas.microsoft.com/office/drawing/2014/main" id="{FFC38A35-5CA3-4459-9AC5-201C71534956}"/>
              </a:ext>
            </a:extLst>
          </p:cNvPr>
          <p:cNvSpPr>
            <a:spLocks noGrp="1"/>
          </p:cNvSpPr>
          <p:nvPr>
            <p:ph type="body" sz="quarter" idx="17" hasCustomPrompt="1"/>
          </p:nvPr>
        </p:nvSpPr>
        <p:spPr>
          <a:xfrm>
            <a:off x="3428995" y="381002"/>
            <a:ext cx="2285996" cy="912223"/>
          </a:xfrm>
          <a:prstGeom prst="rect">
            <a:avLst/>
          </a:prstGeom>
        </p:spPr>
        <p:txBody>
          <a:bodyPr anchor="ctr"/>
          <a:lstStyle>
            <a:lvl1pPr marL="0" indent="0">
              <a:spcAft>
                <a:spcPts val="0"/>
              </a:spcAft>
              <a:buNone/>
              <a:defRPr lang="en-US" sz="5333" b="1" i="0" kern="1200" dirty="0">
                <a:solidFill>
                  <a:schemeClr val="accent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9" name="Text Placeholder 6">
            <a:extLst>
              <a:ext uri="{FF2B5EF4-FFF2-40B4-BE49-F238E27FC236}">
                <a16:creationId xmlns:a16="http://schemas.microsoft.com/office/drawing/2014/main" id="{EAF65655-CFF6-96F8-B90D-8BE8496D6801}"/>
              </a:ext>
            </a:extLst>
          </p:cNvPr>
          <p:cNvSpPr>
            <a:spLocks noGrp="1"/>
          </p:cNvSpPr>
          <p:nvPr>
            <p:ph type="body" sz="quarter" idx="31"/>
          </p:nvPr>
        </p:nvSpPr>
        <p:spPr>
          <a:xfrm>
            <a:off x="3428995" y="1472692"/>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8" name="Text Placeholder 6">
            <a:extLst>
              <a:ext uri="{FF2B5EF4-FFF2-40B4-BE49-F238E27FC236}">
                <a16:creationId xmlns:a16="http://schemas.microsoft.com/office/drawing/2014/main" id="{84A1985F-A4F6-4997-A4BD-E305CB1A47A6}"/>
              </a:ext>
            </a:extLst>
          </p:cNvPr>
          <p:cNvSpPr>
            <a:spLocks noGrp="1"/>
          </p:cNvSpPr>
          <p:nvPr>
            <p:ph type="body" sz="quarter" idx="19" hasCustomPrompt="1"/>
          </p:nvPr>
        </p:nvSpPr>
        <p:spPr>
          <a:xfrm>
            <a:off x="571503" y="3398051"/>
            <a:ext cx="2285996" cy="912223"/>
          </a:xfrm>
          <a:prstGeom prst="rect">
            <a:avLst/>
          </a:prstGeom>
        </p:spPr>
        <p:txBody>
          <a:bodyPr anchor="ctr"/>
          <a:lstStyle>
            <a:lvl1pPr marL="0" indent="0">
              <a:spcAft>
                <a:spcPts val="0"/>
              </a:spcAft>
              <a:buNone/>
              <a:defRPr lang="en-US" sz="5333" b="1" i="0" kern="1200" dirty="0">
                <a:solidFill>
                  <a:schemeClr val="accent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7" name="Text Placeholder 6">
            <a:extLst>
              <a:ext uri="{FF2B5EF4-FFF2-40B4-BE49-F238E27FC236}">
                <a16:creationId xmlns:a16="http://schemas.microsoft.com/office/drawing/2014/main" id="{54F0D47A-40F3-3312-FD52-DB56907BD070}"/>
              </a:ext>
            </a:extLst>
          </p:cNvPr>
          <p:cNvSpPr>
            <a:spLocks noGrp="1"/>
          </p:cNvSpPr>
          <p:nvPr>
            <p:ph type="body" sz="quarter" idx="30"/>
          </p:nvPr>
        </p:nvSpPr>
        <p:spPr>
          <a:xfrm>
            <a:off x="571503" y="4508500"/>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0" name="Text Placeholder 8">
            <a:extLst>
              <a:ext uri="{FF2B5EF4-FFF2-40B4-BE49-F238E27FC236}">
                <a16:creationId xmlns:a16="http://schemas.microsoft.com/office/drawing/2014/main" id="{E5121ACC-7E33-431F-A8A1-419F515D4061}"/>
              </a:ext>
            </a:extLst>
          </p:cNvPr>
          <p:cNvSpPr>
            <a:spLocks noGrp="1"/>
          </p:cNvSpPr>
          <p:nvPr>
            <p:ph type="body" sz="quarter" idx="21" hasCustomPrompt="1"/>
          </p:nvPr>
        </p:nvSpPr>
        <p:spPr>
          <a:xfrm>
            <a:off x="3428995" y="3398051"/>
            <a:ext cx="2285996" cy="912223"/>
          </a:xfrm>
          <a:prstGeom prst="rect">
            <a:avLst/>
          </a:prstGeom>
        </p:spPr>
        <p:txBody>
          <a:bodyPr anchor="ctr"/>
          <a:lstStyle>
            <a:lvl1pPr marL="0" indent="0">
              <a:spcAft>
                <a:spcPts val="0"/>
              </a:spcAft>
              <a:buNone/>
              <a:defRPr lang="en-US" sz="5333" b="1" i="0" kern="1200" dirty="0">
                <a:solidFill>
                  <a:schemeClr val="accent2"/>
                </a:solidFill>
                <a:latin typeface="Graphik Semibold" panose="020B0503030202060203" pitchFamily="34" charset="77"/>
                <a:ea typeface="+mn-ea"/>
                <a:cs typeface="+mn-cs"/>
              </a:defRPr>
            </a:lvl1pPr>
            <a:lvl2pPr>
              <a:defRPr/>
            </a:lvl2pPr>
            <a:lvl3pPr>
              <a:defRPr/>
            </a:lvl3pPr>
            <a:lvl4pPr>
              <a:defRPr/>
            </a:lvl4pPr>
            <a:lvl5pPr>
              <a:defRPr/>
            </a:lvl5pPr>
          </a:lstStyle>
          <a:p>
            <a:pPr marL="228594" lvl="0" indent="-228594" algn="l" defTabSz="914377" rtl="0" eaLnBrk="1" latinLnBrk="0" hangingPunct="1">
              <a:lnSpc>
                <a:spcPct val="100000"/>
              </a:lnSpc>
              <a:spcBef>
                <a:spcPts val="0"/>
              </a:spcBef>
              <a:spcAft>
                <a:spcPts val="1200"/>
              </a:spcAft>
            </a:pPr>
            <a:r>
              <a:rPr lang="en-GB"/>
              <a:t>00x</a:t>
            </a:r>
            <a:endParaRPr lang="en-US"/>
          </a:p>
        </p:txBody>
      </p:sp>
      <p:sp>
        <p:nvSpPr>
          <p:cNvPr id="5" name="Text Placeholder 6">
            <a:extLst>
              <a:ext uri="{FF2B5EF4-FFF2-40B4-BE49-F238E27FC236}">
                <a16:creationId xmlns:a16="http://schemas.microsoft.com/office/drawing/2014/main" id="{4C6AFAE1-C867-607D-7626-06B37DD8931A}"/>
              </a:ext>
            </a:extLst>
          </p:cNvPr>
          <p:cNvSpPr>
            <a:spLocks noGrp="1"/>
          </p:cNvSpPr>
          <p:nvPr>
            <p:ph type="body" sz="quarter" idx="29"/>
          </p:nvPr>
        </p:nvSpPr>
        <p:spPr>
          <a:xfrm>
            <a:off x="3428995" y="4508500"/>
            <a:ext cx="2286000" cy="1439333"/>
          </a:xfrm>
        </p:spPr>
        <p:txBody>
          <a:bodyPr/>
          <a:lstStyle>
            <a:lvl1pPr>
              <a:spcAft>
                <a:spcPts val="600"/>
              </a:spcAft>
              <a:defRPr sz="1800" i="0">
                <a:solidFill>
                  <a:srgbClr val="FFFFFF"/>
                </a:solidFill>
                <a:latin typeface="+mj-lt"/>
              </a:defRPr>
            </a:lvl1pPr>
            <a:lvl2pPr marL="0" indent="0">
              <a:spcAft>
                <a:spcPts val="600"/>
              </a:spcAft>
              <a:buNone/>
              <a:defRPr sz="1200">
                <a:solidFill>
                  <a:srgbClr val="FFFFFF"/>
                </a:solidFill>
              </a:defRPr>
            </a:lvl2pPr>
            <a:lvl3pPr marL="230394" indent="-230394">
              <a:spcAft>
                <a:spcPts val="600"/>
              </a:spcAft>
              <a:buFont typeface="Arial" panose="020B0604020202020204" pitchFamily="34" charset="0"/>
              <a:buChar char="•"/>
              <a:tabLst/>
              <a:defRPr sz="1200">
                <a:solidFill>
                  <a:srgbClr val="FFFFFF"/>
                </a:solidFill>
              </a:defRPr>
            </a:lvl3pPr>
            <a:lvl4pPr marL="230394" indent="-230394">
              <a:spcAft>
                <a:spcPts val="600"/>
              </a:spcAft>
              <a:defRPr sz="1200">
                <a:solidFill>
                  <a:srgbClr val="FFFFFF"/>
                </a:solidFill>
              </a:defRPr>
            </a:lvl4pPr>
            <a:lvl5pPr marL="230394" indent="-228594">
              <a:spcAft>
                <a:spcPts val="600"/>
              </a:spcAft>
              <a:buFont typeface="Arial" panose="020B0604020202020204" pitchFamily="34" charset="0"/>
              <a:buChar char="•"/>
              <a:tabLst/>
              <a:defRPr sz="1200">
                <a:solidFill>
                  <a:srgbClr val="FFFFFF"/>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38" name="Picture Placeholder 35">
            <a:extLst>
              <a:ext uri="{FF2B5EF4-FFF2-40B4-BE49-F238E27FC236}">
                <a16:creationId xmlns:a16="http://schemas.microsoft.com/office/drawing/2014/main" id="{92A5DC07-3811-41E7-B3BC-1DF4ED905C75}"/>
              </a:ext>
            </a:extLst>
          </p:cNvPr>
          <p:cNvSpPr>
            <a:spLocks noGrp="1"/>
          </p:cNvSpPr>
          <p:nvPr>
            <p:ph type="pic" sz="quarter" idx="16" hasCustomPrompt="1"/>
          </p:nvPr>
        </p:nvSpPr>
        <p:spPr bwMode="gray">
          <a:xfrm>
            <a:off x="6095992" y="0"/>
            <a:ext cx="6096008" cy="6129340"/>
          </a:xfrm>
          <a:prstGeom prst="rect">
            <a:avLst/>
          </a:prstGeom>
          <a:solidFill>
            <a:schemeClr val="bg1">
              <a:lumMod val="95000"/>
            </a:schemeClr>
          </a:solidFill>
        </p:spPr>
        <p:txBody>
          <a:bodyPr tIns="457200" anchor="ctr"/>
          <a:lstStyle>
            <a:lvl1pPr marL="0" indent="0" algn="ctr">
              <a:buNone/>
              <a:defRPr sz="1400" b="0" i="0">
                <a:solidFill>
                  <a:schemeClr val="tx1"/>
                </a:solidFill>
                <a:latin typeface="Graphik" panose="020B0503030202060203" pitchFamily="34" charset="77"/>
              </a:defRPr>
            </a:lvl1pPr>
          </a:lstStyle>
          <a:p>
            <a:r>
              <a:rPr lang="en-GB"/>
              <a:t>Drag picture to placeholder or click icon to add</a:t>
            </a:r>
            <a:endParaRPr lang="en-US"/>
          </a:p>
        </p:txBody>
      </p:sp>
      <p:cxnSp>
        <p:nvCxnSpPr>
          <p:cNvPr id="42" name="Straight Connector 41">
            <a:extLst>
              <a:ext uri="{FF2B5EF4-FFF2-40B4-BE49-F238E27FC236}">
                <a16:creationId xmlns:a16="http://schemas.microsoft.com/office/drawing/2014/main" id="{149C8D0A-C37D-4D9A-9703-8A0AFB18570C}"/>
              </a:ext>
              <a:ext uri="{C183D7F6-B498-43B3-948B-1728B52AA6E4}">
                <adec:decorative xmlns:adec="http://schemas.microsoft.com/office/drawing/2017/decorative" val="1"/>
              </a:ext>
            </a:extLst>
          </p:cNvPr>
          <p:cNvCxnSpPr>
            <a:cxnSpLocks/>
          </p:cNvCxnSpPr>
          <p:nvPr userDrawn="1"/>
        </p:nvCxnSpPr>
        <p:spPr>
          <a:xfrm>
            <a:off x="0" y="3076800"/>
            <a:ext cx="6096008" cy="0"/>
          </a:xfrm>
          <a:prstGeom prst="line">
            <a:avLst/>
          </a:prstGeom>
          <a:ln w="952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1BE5BBCC-C957-48B6-99B6-EF1F3E80F622}"/>
              </a:ext>
              <a:ext uri="{C183D7F6-B498-43B3-948B-1728B52AA6E4}">
                <adec:decorative xmlns:adec="http://schemas.microsoft.com/office/drawing/2017/decorative" val="1"/>
              </a:ext>
            </a:extLst>
          </p:cNvPr>
          <p:cNvCxnSpPr>
            <a:cxnSpLocks/>
          </p:cNvCxnSpPr>
          <p:nvPr userDrawn="1"/>
        </p:nvCxnSpPr>
        <p:spPr>
          <a:xfrm>
            <a:off x="3143247" y="-1"/>
            <a:ext cx="0" cy="6192000"/>
          </a:xfrm>
          <a:prstGeom prst="line">
            <a:avLst/>
          </a:prstGeom>
          <a:ln w="952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 name="Bottom tag">
            <a:extLst>
              <a:ext uri="{FF2B5EF4-FFF2-40B4-BE49-F238E27FC236}">
                <a16:creationId xmlns:a16="http://schemas.microsoft.com/office/drawing/2014/main" id="{C7D43BFE-04FF-915B-AF75-EF92EB85EE07}"/>
              </a:ext>
              <a:ext uri="{C183D7F6-B498-43B3-948B-1728B52AA6E4}">
                <adec:decorative xmlns:adec="http://schemas.microsoft.com/office/drawing/2017/decorative" val="1"/>
              </a:ext>
            </a:extLst>
          </p:cNvPr>
          <p:cNvSpPr/>
          <p:nvPr userDrawn="1"/>
        </p:nvSpPr>
        <p:spPr bwMode="white">
          <a:xfrm>
            <a:off x="0" y="6129340"/>
            <a:ext cx="12192000" cy="72866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b="0" i="0">
              <a:latin typeface="Graphik" panose="020B0503030202060203" pitchFamily="34" charset="77"/>
            </a:endParaRPr>
          </a:p>
        </p:txBody>
      </p:sp>
      <p:cxnSp>
        <p:nvCxnSpPr>
          <p:cNvPr id="2" name="Straight Connector 1">
            <a:extLst>
              <a:ext uri="{FF2B5EF4-FFF2-40B4-BE49-F238E27FC236}">
                <a16:creationId xmlns:a16="http://schemas.microsoft.com/office/drawing/2014/main" id="{D50DFD68-7311-16D8-3418-1A322FD33528}"/>
              </a:ext>
              <a:ext uri="{C183D7F6-B498-43B3-948B-1728B52AA6E4}">
                <adec:decorative xmlns:adec="http://schemas.microsoft.com/office/drawing/2017/decorative" val="1"/>
              </a:ext>
            </a:extLst>
          </p:cNvPr>
          <p:cNvCxnSpPr>
            <a:cxnSpLocks/>
          </p:cNvCxnSpPr>
          <p:nvPr userDrawn="1"/>
        </p:nvCxnSpPr>
        <p:spPr>
          <a:xfrm>
            <a:off x="0" y="6124800"/>
            <a:ext cx="12192000" cy="0"/>
          </a:xfrm>
          <a:prstGeom prst="line">
            <a:avLst/>
          </a:prstGeom>
          <a:ln w="952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3" name="copyright">
            <a:extLst>
              <a:ext uri="{FF2B5EF4-FFF2-40B4-BE49-F238E27FC236}">
                <a16:creationId xmlns:a16="http://schemas.microsoft.com/office/drawing/2014/main" id="{6F38CEE2-3D5C-A0E3-1BE3-09AB0AC25463}"/>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bg1">
                    <a:lumMod val="85000"/>
                    <a:alpha val="75000"/>
                  </a:schemeClr>
                </a:solidFill>
                <a:latin typeface="Graphik" panose="020B0503030202060203" pitchFamily="34" charset="77"/>
              </a:rPr>
              <a:t>Copyright © 2025 Accenture. All rights reserved.</a:t>
            </a:r>
            <a:endParaRPr lang="en-US" sz="1351" noProof="0">
              <a:solidFill>
                <a:schemeClr val="bg1">
                  <a:lumMod val="85000"/>
                  <a:alpha val="75000"/>
                </a:schemeClr>
              </a:solidFill>
              <a:latin typeface="Graphik" panose="020B0503030202060203" pitchFamily="34" charset="77"/>
            </a:endParaRPr>
          </a:p>
        </p:txBody>
      </p:sp>
      <p:sp>
        <p:nvSpPr>
          <p:cNvPr id="6" name="slide number automatic">
            <a:extLst>
              <a:ext uri="{FF2B5EF4-FFF2-40B4-BE49-F238E27FC236}">
                <a16:creationId xmlns:a16="http://schemas.microsoft.com/office/drawing/2014/main" id="{FC53484B-EB21-70B6-32DD-8344CAE70A1C}"/>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bg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bg1">
                  <a:lumMod val="85000"/>
                  <a:alpha val="75000"/>
                </a:schemeClr>
              </a:solidFill>
              <a:latin typeface="+mj-lt"/>
            </a:endParaRPr>
          </a:p>
        </p:txBody>
      </p:sp>
      <p:sp>
        <p:nvSpPr>
          <p:cNvPr id="12" name="GTS_WH">
            <a:extLst>
              <a:ext uri="{FF2B5EF4-FFF2-40B4-BE49-F238E27FC236}">
                <a16:creationId xmlns:a16="http://schemas.microsoft.com/office/drawing/2014/main" id="{2DFC2805-A4A5-BE1F-72EF-71C8FE15AD9C}"/>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356283244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100.xml><?xml version="1.0" encoding="utf-8"?>
<p:sldLayout xmlns:a="http://schemas.openxmlformats.org/drawingml/2006/main" xmlns:r="http://schemas.openxmlformats.org/officeDocument/2006/relationships" xmlns:p="http://schemas.openxmlformats.org/presentationml/2006/main" showMasterSp="0" userDrawn="1">
  <p:cSld name="Salutation: gradient">
    <p:bg>
      <p:bgPr>
        <a:solidFill>
          <a:schemeClr val="accent2"/>
        </a:solidFill>
        <a:effectLst/>
      </p:bgPr>
    </p:bg>
    <p:spTree>
      <p:nvGrpSpPr>
        <p:cNvPr id="1" name=""/>
        <p:cNvGrpSpPr/>
        <p:nvPr/>
      </p:nvGrpSpPr>
      <p:grpSpPr>
        <a:xfrm>
          <a:off x="0" y="0"/>
          <a:ext cx="0" cy="0"/>
          <a:chOff x="0" y="0"/>
          <a:chExt cx="0" cy="0"/>
        </a:xfrm>
      </p:grpSpPr>
      <p:pic>
        <p:nvPicPr>
          <p:cNvPr id="9" name="Picture 8" descr="A purple and black background&#10;&#10;AI-generated content may be incorrect.">
            <a:extLst>
              <a:ext uri="{FF2B5EF4-FFF2-40B4-BE49-F238E27FC236}">
                <a16:creationId xmlns:a16="http://schemas.microsoft.com/office/drawing/2014/main" id="{1E54F49D-2B2F-7CDD-DC94-B6FF9A694BD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5400000">
            <a:off x="2667000" y="-2667000"/>
            <a:ext cx="6858000" cy="12192000"/>
          </a:xfrm>
          <a:prstGeom prst="rect">
            <a:avLst/>
          </a:prstGeom>
        </p:spPr>
      </p:pic>
      <p:sp>
        <p:nvSpPr>
          <p:cNvPr id="2" name="copyright">
            <a:extLst>
              <a:ext uri="{FF2B5EF4-FFF2-40B4-BE49-F238E27FC236}">
                <a16:creationId xmlns:a16="http://schemas.microsoft.com/office/drawing/2014/main" id="{8F090878-FDCB-E32E-7E4D-4A1D113FA508}"/>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tx1">
                    <a:lumMod val="85000"/>
                    <a:alpha val="75000"/>
                  </a:schemeClr>
                </a:solidFill>
                <a:latin typeface="Graphik" panose="020B0503030202060203" pitchFamily="34" charset="77"/>
              </a:rPr>
              <a:t>Copyright © 2025 Accenture. All rights reserved.</a:t>
            </a:r>
            <a:endParaRPr lang="en-US" sz="1351" noProof="0">
              <a:solidFill>
                <a:schemeClr val="tx1">
                  <a:lumMod val="85000"/>
                  <a:alpha val="75000"/>
                </a:schemeClr>
              </a:solidFill>
              <a:latin typeface="Graphik" panose="020B0503030202060203" pitchFamily="34" charset="77"/>
            </a:endParaRPr>
          </a:p>
        </p:txBody>
      </p:sp>
      <p:sp>
        <p:nvSpPr>
          <p:cNvPr id="4" name="slide number automatic">
            <a:extLst>
              <a:ext uri="{FF2B5EF4-FFF2-40B4-BE49-F238E27FC236}">
                <a16:creationId xmlns:a16="http://schemas.microsoft.com/office/drawing/2014/main" id="{6DD78C6E-A2CA-C7D3-D53E-97A08AAAEAD8}"/>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tx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tx1">
                  <a:lumMod val="85000"/>
                  <a:alpha val="75000"/>
                </a:schemeClr>
              </a:solidFill>
              <a:latin typeface="+mj-lt"/>
            </a:endParaRPr>
          </a:p>
        </p:txBody>
      </p:sp>
      <p:sp>
        <p:nvSpPr>
          <p:cNvPr id="8" name="Title 1">
            <a:extLst>
              <a:ext uri="{FF2B5EF4-FFF2-40B4-BE49-F238E27FC236}">
                <a16:creationId xmlns:a16="http://schemas.microsoft.com/office/drawing/2014/main" id="{4772D35A-1963-BF72-AA80-2201D2B0173F}"/>
              </a:ext>
            </a:extLst>
          </p:cNvPr>
          <p:cNvSpPr>
            <a:spLocks noGrp="1"/>
          </p:cNvSpPr>
          <p:nvPr>
            <p:ph type="title"/>
          </p:nvPr>
        </p:nvSpPr>
        <p:spPr>
          <a:xfrm>
            <a:off x="1191348" y="3429000"/>
            <a:ext cx="6046527" cy="984885"/>
          </a:xfrm>
          <a:prstGeom prst="rect">
            <a:avLst/>
          </a:prstGeom>
        </p:spPr>
        <p:txBody>
          <a:bodyPr wrap="none" anchor="ctr"/>
          <a:lstStyle>
            <a:lvl1pPr algn="l">
              <a:defRPr sz="8000">
                <a:solidFill>
                  <a:schemeClr val="tx1"/>
                </a:solidFill>
              </a:defRPr>
            </a:lvl1pPr>
          </a:lstStyle>
          <a:p>
            <a:r>
              <a:rPr lang="en-GB"/>
              <a:t>Click to edit Master title style</a:t>
            </a:r>
            <a:endParaRPr lang="en-US"/>
          </a:p>
        </p:txBody>
      </p:sp>
      <p:sp>
        <p:nvSpPr>
          <p:cNvPr id="10" name="GTS_WH">
            <a:extLst>
              <a:ext uri="{FF2B5EF4-FFF2-40B4-BE49-F238E27FC236}">
                <a16:creationId xmlns:a16="http://schemas.microsoft.com/office/drawing/2014/main" id="{79093C77-020A-31D2-4F4F-DA77DEFA8E84}"/>
              </a:ext>
              <a:ext uri="{C183D7F6-B498-43B3-948B-1728B52AA6E4}">
                <adec:decorative xmlns:adec="http://schemas.microsoft.com/office/drawing/2017/decorative" val="1"/>
              </a:ext>
            </a:extLst>
          </p:cNvPr>
          <p:cNvSpPr>
            <a:spLocks noChangeAspect="1"/>
          </p:cNvSpPr>
          <p:nvPr userDrawn="1"/>
        </p:nvSpPr>
        <p:spPr bwMode="black">
          <a:xfrm>
            <a:off x="561601" y="6384000"/>
            <a:ext cx="183295"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2872060997"/>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620">
          <p15:clr>
            <a:srgbClr val="C35EA4"/>
          </p15:clr>
        </p15:guide>
      </p15:sldGuideLst>
    </p:ext>
  </p:extLst>
</p:sldLayout>
</file>

<file path=ppt/slideLayouts/slideLayout101.xml><?xml version="1.0" encoding="utf-8"?>
<p:sldLayout xmlns:a="http://schemas.openxmlformats.org/drawingml/2006/main" xmlns:r="http://schemas.openxmlformats.org/officeDocument/2006/relationships" xmlns:p="http://schemas.openxmlformats.org/presentationml/2006/main" showMasterSp="0" preserve="1" userDrawn="1">
  <p:cSld name="Salutation: purple">
    <p:bg>
      <p:bgPr>
        <a:solidFill>
          <a:schemeClr val="accent1"/>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9406901E-2FDA-B887-CCF5-FADFC0C3B943}"/>
              </a:ext>
            </a:extLst>
          </p:cNvPr>
          <p:cNvSpPr>
            <a:spLocks noGrp="1"/>
          </p:cNvSpPr>
          <p:nvPr>
            <p:ph type="title" hasCustomPrompt="1"/>
          </p:nvPr>
        </p:nvSpPr>
        <p:spPr>
          <a:xfrm>
            <a:off x="6096000" y="2599460"/>
            <a:ext cx="4895849" cy="984885"/>
          </a:xfrm>
          <a:prstGeom prst="rect">
            <a:avLst/>
          </a:prstGeom>
        </p:spPr>
        <p:txBody>
          <a:bodyPr anchor="ctr"/>
          <a:lstStyle>
            <a:lvl1pPr algn="l">
              <a:defRPr sz="4000">
                <a:solidFill>
                  <a:schemeClr val="tx1"/>
                </a:solidFill>
              </a:defRPr>
            </a:lvl1pPr>
          </a:lstStyle>
          <a:p>
            <a:r>
              <a:rPr lang="en-GB"/>
              <a:t>Click to edit salutation style</a:t>
            </a:r>
            <a:endParaRPr lang="en-US"/>
          </a:p>
        </p:txBody>
      </p:sp>
      <p:pic>
        <p:nvPicPr>
          <p:cNvPr id="2" name="GT white">
            <a:extLst>
              <a:ext uri="{FF2B5EF4-FFF2-40B4-BE49-F238E27FC236}">
                <a16:creationId xmlns:a16="http://schemas.microsoft.com/office/drawing/2014/main" id="{64951822-2C90-C040-C685-A9310D236165}"/>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63638" y="5459982"/>
            <a:ext cx="609857" cy="669356"/>
          </a:xfrm>
          <a:prstGeom prst="rect">
            <a:avLst/>
          </a:prstGeom>
        </p:spPr>
      </p:pic>
      <p:sp>
        <p:nvSpPr>
          <p:cNvPr id="4" name="copyright">
            <a:extLst>
              <a:ext uri="{FF2B5EF4-FFF2-40B4-BE49-F238E27FC236}">
                <a16:creationId xmlns:a16="http://schemas.microsoft.com/office/drawing/2014/main" id="{5D5952F7-6C63-8F87-4E22-999BB41F26C3}"/>
              </a:ext>
            </a:extLst>
          </p:cNvPr>
          <p:cNvSpPr txBox="1"/>
          <p:nvPr userDrawn="1"/>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tx1">
                    <a:lumMod val="85000"/>
                    <a:alpha val="75000"/>
                  </a:schemeClr>
                </a:solidFill>
                <a:latin typeface="Graphik" panose="020B0503030202060203" pitchFamily="34" charset="77"/>
              </a:rPr>
              <a:t>Copyright © 2025 Accenture. All rights reserved.</a:t>
            </a:r>
            <a:endParaRPr lang="en-US" sz="1351" noProof="0">
              <a:solidFill>
                <a:schemeClr val="tx1">
                  <a:lumMod val="85000"/>
                  <a:alpha val="75000"/>
                </a:schemeClr>
              </a:solidFill>
              <a:latin typeface="Graphik" panose="020B0503030202060203" pitchFamily="34" charset="77"/>
            </a:endParaRPr>
          </a:p>
        </p:txBody>
      </p:sp>
      <p:sp>
        <p:nvSpPr>
          <p:cNvPr id="7" name="slide number automatic">
            <a:extLst>
              <a:ext uri="{FF2B5EF4-FFF2-40B4-BE49-F238E27FC236}">
                <a16:creationId xmlns:a16="http://schemas.microsoft.com/office/drawing/2014/main" id="{540D3C9F-6433-4B02-3A65-24CE972551FF}"/>
              </a:ext>
            </a:extLst>
          </p:cNvPr>
          <p:cNvSpPr txBox="1"/>
          <p:nvPr userDrawn="1"/>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tx1">
                    <a:lumMod val="85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tx1">
                  <a:lumMod val="85000"/>
                  <a:alpha val="75000"/>
                </a:schemeClr>
              </a:solidFill>
              <a:latin typeface="+mj-lt"/>
            </a:endParaRPr>
          </a:p>
        </p:txBody>
      </p:sp>
    </p:spTree>
    <p:extLst>
      <p:ext uri="{BB962C8B-B14F-4D97-AF65-F5344CB8AC3E}">
        <p14:creationId xmlns:p14="http://schemas.microsoft.com/office/powerpoint/2010/main" val="656919024"/>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620">
          <p15:clr>
            <a:srgbClr val="C35EA4"/>
          </p15:clr>
        </p15:guide>
      </p15:sldGuideLst>
    </p:ext>
  </p:extLst>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98895304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slideLayout" Target="../slideLayouts/slideLayout11.xml"/><Relationship Id="rId3" Type="http://schemas.openxmlformats.org/officeDocument/2006/relationships/slideLayout" Target="../slideLayouts/slideLayout12.xml"/><Relationship Id="rId4" Type="http://schemas.openxmlformats.org/officeDocument/2006/relationships/slideLayout" Target="../slideLayouts/slideLayout13.xml"/><Relationship Id="rId5" Type="http://schemas.openxmlformats.org/officeDocument/2006/relationships/slideLayout" Target="../slideLayouts/slideLayout14.xml"/><Relationship Id="rId6" Type="http://schemas.openxmlformats.org/officeDocument/2006/relationships/slideLayout" Target="../slideLayouts/slideLayout15.xml"/><Relationship Id="rId7" Type="http://schemas.openxmlformats.org/officeDocument/2006/relationships/slideLayout" Target="../slideLayouts/slideLayout16.xml"/><Relationship Id="rId8" Type="http://schemas.openxmlformats.org/officeDocument/2006/relationships/slideLayout" Target="../slideLayouts/slideLayout17.xml"/><Relationship Id="rId9" Type="http://schemas.openxmlformats.org/officeDocument/2006/relationships/slideLayout" Target="../slideLayouts/slideLayout18.xml"/><Relationship Id="rId10" Type="http://schemas.openxmlformats.org/officeDocument/2006/relationships/slideLayout" Target="../slideLayouts/slideLayout19.xml"/><Relationship Id="rId11" Type="http://schemas.openxmlformats.org/officeDocument/2006/relationships/slideLayout" Target="../slideLayouts/slideLayout20.xml"/><Relationship Id="rId12" Type="http://schemas.openxmlformats.org/officeDocument/2006/relationships/slideLayout" Target="../slideLayouts/slideLayout21.xml"/><Relationship Id="rId13" Type="http://schemas.openxmlformats.org/officeDocument/2006/relationships/slideLayout" Target="../slideLayouts/slideLayout22.xml"/><Relationship Id="rId14" Type="http://schemas.openxmlformats.org/officeDocument/2006/relationships/slideLayout" Target="../slideLayouts/slideLayout23.xml"/><Relationship Id="rId15" Type="http://schemas.openxmlformats.org/officeDocument/2006/relationships/slideLayout" Target="../slideLayouts/slideLayout24.xml"/><Relationship Id="rId16" Type="http://schemas.openxmlformats.org/officeDocument/2006/relationships/slideLayout" Target="../slideLayouts/slideLayout25.xml"/><Relationship Id="rId17" Type="http://schemas.openxmlformats.org/officeDocument/2006/relationships/slideLayout" Target="../slideLayouts/slideLayout26.xml"/><Relationship Id="rId18" Type="http://schemas.openxmlformats.org/officeDocument/2006/relationships/slideLayout" Target="../slideLayouts/slideLayout27.xml"/><Relationship Id="rId19" Type="http://schemas.openxmlformats.org/officeDocument/2006/relationships/slideLayout" Target="../slideLayouts/slideLayout28.xml"/><Relationship Id="rId20" Type="http://schemas.openxmlformats.org/officeDocument/2006/relationships/theme" Target="../theme/theme2.xml"/><Relationship Id="rId21" Type="http://schemas.openxmlformats.org/officeDocument/2006/relationships/image" Target="../media/image7.png"/><Relationship Id="rId22" Type="http://schemas.openxmlformats.org/officeDocument/2006/relationships/image" Target="../media/image8.png"/><Relationship Id="rId23" Type="http://schemas.openxmlformats.org/officeDocument/2006/relationships/image" Target="../media/image9.png"/><Relationship Id="rId24" Type="http://schemas.openxmlformats.org/officeDocument/2006/relationships/image" Target="../media/image10.png"/><Relationship Id="rId25" Type="http://schemas.openxmlformats.org/officeDocument/2006/relationships/image" Target="../media/image11.png"/><Relationship Id="rId26" Type="http://schemas.openxmlformats.org/officeDocument/2006/relationships/image" Target="../media/image12.png"/><Relationship Id="rId27" Type="http://schemas.openxmlformats.org/officeDocument/2006/relationships/image" Target="../media/image13.png"/><Relationship Id="rId28" Type="http://schemas.openxmlformats.org/officeDocument/2006/relationships/image" Target="../media/image14.pn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slideLayout" Target="../slideLayouts/slideLayout30.xml"/><Relationship Id="rId3" Type="http://schemas.openxmlformats.org/officeDocument/2006/relationships/slideLayout" Target="../slideLayouts/slideLayout31.xml"/><Relationship Id="rId4" Type="http://schemas.openxmlformats.org/officeDocument/2006/relationships/slideLayout" Target="../slideLayouts/slideLayout32.xml"/><Relationship Id="rId5"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slideLayout" Target="../slideLayouts/slideLayout34.xml"/><Relationship Id="rId3" Type="http://schemas.openxmlformats.org/officeDocument/2006/relationships/slideLayout" Target="../slideLayouts/slideLayout35.xml"/><Relationship Id="rId4" Type="http://schemas.openxmlformats.org/officeDocument/2006/relationships/slideLayout" Target="../slideLayouts/slideLayout36.xml"/><Relationship Id="rId5" Type="http://schemas.openxmlformats.org/officeDocument/2006/relationships/slideLayout" Target="../slideLayouts/slideLayout37.xml"/><Relationship Id="rId6" Type="http://schemas.openxmlformats.org/officeDocument/2006/relationships/slideLayout" Target="../slideLayouts/slideLayout38.xml"/><Relationship Id="rId7" Type="http://schemas.openxmlformats.org/officeDocument/2006/relationships/slideLayout" Target="../slideLayouts/slideLayout39.xml"/><Relationship Id="rId8" Type="http://schemas.openxmlformats.org/officeDocument/2006/relationships/slideLayout" Target="../slideLayouts/slideLayout40.xml"/><Relationship Id="rId9" Type="http://schemas.openxmlformats.org/officeDocument/2006/relationships/slideLayout" Target="../slideLayouts/slideLayout41.xml"/><Relationship Id="rId10" Type="http://schemas.openxmlformats.org/officeDocument/2006/relationships/slideLayout" Target="../slideLayouts/slideLayout42.xml"/><Relationship Id="rId11" Type="http://schemas.openxmlformats.org/officeDocument/2006/relationships/slideLayout" Target="../slideLayouts/slideLayout43.xml"/><Relationship Id="rId12" Type="http://schemas.openxmlformats.org/officeDocument/2006/relationships/slideLayout" Target="../slideLayouts/slideLayout44.xml"/><Relationship Id="rId13" Type="http://schemas.openxmlformats.org/officeDocument/2006/relationships/slideLayout" Target="../slideLayouts/slideLayout45.xml"/><Relationship Id="rId14"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slideLayout" Target="../slideLayouts/slideLayout47.xml"/><Relationship Id="rId3" Type="http://schemas.openxmlformats.org/officeDocument/2006/relationships/slideLayout" Target="../slideLayouts/slideLayout48.xml"/><Relationship Id="rId4" Type="http://schemas.openxmlformats.org/officeDocument/2006/relationships/slideLayout" Target="../slideLayouts/slideLayout49.xml"/><Relationship Id="rId5" Type="http://schemas.openxmlformats.org/officeDocument/2006/relationships/slideLayout" Target="../slideLayouts/slideLayout50.xml"/><Relationship Id="rId6" Type="http://schemas.openxmlformats.org/officeDocument/2006/relationships/slideLayout" Target="../slideLayouts/slideLayout51.xml"/><Relationship Id="rId7" Type="http://schemas.openxmlformats.org/officeDocument/2006/relationships/slideLayout" Target="../slideLayouts/slideLayout52.xml"/><Relationship Id="rId8" Type="http://schemas.openxmlformats.org/officeDocument/2006/relationships/slideLayout" Target="../slideLayouts/slideLayout53.xml"/><Relationship Id="rId9" Type="http://schemas.openxmlformats.org/officeDocument/2006/relationships/slideLayout" Target="../slideLayouts/slideLayout54.xml"/><Relationship Id="rId10" Type="http://schemas.openxmlformats.org/officeDocument/2006/relationships/slideLayout" Target="../slideLayouts/slideLayout55.xml"/><Relationship Id="rId11" Type="http://schemas.openxmlformats.org/officeDocument/2006/relationships/slideLayout" Target="../slideLayouts/slideLayout56.xml"/><Relationship Id="rId12" Type="http://schemas.openxmlformats.org/officeDocument/2006/relationships/slideLayout" Target="../slideLayouts/slideLayout57.xml"/><Relationship Id="rId13" Type="http://schemas.openxmlformats.org/officeDocument/2006/relationships/slideLayout" Target="../slideLayouts/slideLayout58.xml"/><Relationship Id="rId14" Type="http://schemas.openxmlformats.org/officeDocument/2006/relationships/slideLayout" Target="../slideLayouts/slideLayout59.xml"/><Relationship Id="rId15" Type="http://schemas.openxmlformats.org/officeDocument/2006/relationships/slideLayout" Target="../slideLayouts/slideLayout60.xml"/><Relationship Id="rId16" Type="http://schemas.openxmlformats.org/officeDocument/2006/relationships/slideLayout" Target="../slideLayouts/slideLayout61.xml"/><Relationship Id="rId17" Type="http://schemas.openxmlformats.org/officeDocument/2006/relationships/slideLayout" Target="../slideLayouts/slideLayout62.xml"/><Relationship Id="rId18" Type="http://schemas.openxmlformats.org/officeDocument/2006/relationships/slideLayout" Target="../slideLayouts/slideLayout63.xml"/><Relationship Id="rId19" Type="http://schemas.openxmlformats.org/officeDocument/2006/relationships/slideLayout" Target="../slideLayouts/slideLayout64.xml"/><Relationship Id="rId20" Type="http://schemas.openxmlformats.org/officeDocument/2006/relationships/slideLayout" Target="../slideLayouts/slideLayout65.xml"/><Relationship Id="rId21" Type="http://schemas.openxmlformats.org/officeDocument/2006/relationships/slideLayout" Target="../slideLayouts/slideLayout66.xml"/><Relationship Id="rId22" Type="http://schemas.openxmlformats.org/officeDocument/2006/relationships/slideLayout" Target="../slideLayouts/slideLayout67.xml"/><Relationship Id="rId23" Type="http://schemas.openxmlformats.org/officeDocument/2006/relationships/slideLayout" Target="../slideLayouts/slideLayout68.xml"/><Relationship Id="rId24" Type="http://schemas.openxmlformats.org/officeDocument/2006/relationships/slideLayout" Target="../slideLayouts/slideLayout69.xml"/><Relationship Id="rId25" Type="http://schemas.openxmlformats.org/officeDocument/2006/relationships/slideLayout" Target="../slideLayouts/slideLayout70.xml"/><Relationship Id="rId26" Type="http://schemas.openxmlformats.org/officeDocument/2006/relationships/slideLayout" Target="../slideLayouts/slideLayout71.xml"/><Relationship Id="rId27" Type="http://schemas.openxmlformats.org/officeDocument/2006/relationships/slideLayout" Target="../slideLayouts/slideLayout72.xml"/><Relationship Id="rId28" Type="http://schemas.openxmlformats.org/officeDocument/2006/relationships/slideLayout" Target="../slideLayouts/slideLayout73.xml"/><Relationship Id="rId29" Type="http://schemas.openxmlformats.org/officeDocument/2006/relationships/slideLayout" Target="../slideLayouts/slideLayout74.xml"/><Relationship Id="rId30" Type="http://schemas.openxmlformats.org/officeDocument/2006/relationships/slideLayout" Target="../slideLayouts/slideLayout75.xml"/><Relationship Id="rId31" Type="http://schemas.openxmlformats.org/officeDocument/2006/relationships/slideLayout" Target="../slideLayouts/slideLayout76.xml"/><Relationship Id="rId32" Type="http://schemas.openxmlformats.org/officeDocument/2006/relationships/slideLayout" Target="../slideLayouts/slideLayout77.xml"/><Relationship Id="rId33" Type="http://schemas.openxmlformats.org/officeDocument/2006/relationships/slideLayout" Target="../slideLayouts/slideLayout78.xml"/><Relationship Id="rId34" Type="http://schemas.openxmlformats.org/officeDocument/2006/relationships/slideLayout" Target="../slideLayouts/slideLayout79.xml"/><Relationship Id="rId35" Type="http://schemas.openxmlformats.org/officeDocument/2006/relationships/slideLayout" Target="../slideLayouts/slideLayout80.xml"/><Relationship Id="rId36" Type="http://schemas.openxmlformats.org/officeDocument/2006/relationships/slideLayout" Target="../slideLayouts/slideLayout81.xml"/><Relationship Id="rId37" Type="http://schemas.openxmlformats.org/officeDocument/2006/relationships/slideLayout" Target="../slideLayouts/slideLayout82.xml"/><Relationship Id="rId38" Type="http://schemas.openxmlformats.org/officeDocument/2006/relationships/slideLayout" Target="../slideLayouts/slideLayout83.xml"/><Relationship Id="rId39" Type="http://schemas.openxmlformats.org/officeDocument/2006/relationships/slideLayout" Target="../slideLayouts/slideLayout84.xml"/><Relationship Id="rId40" Type="http://schemas.openxmlformats.org/officeDocument/2006/relationships/slideLayout" Target="../slideLayouts/slideLayout85.xml"/><Relationship Id="rId41" Type="http://schemas.openxmlformats.org/officeDocument/2006/relationships/slideLayout" Target="../slideLayouts/slideLayout86.xml"/><Relationship Id="rId42" Type="http://schemas.openxmlformats.org/officeDocument/2006/relationships/slideLayout" Target="../slideLayouts/slideLayout87.xml"/><Relationship Id="rId43" Type="http://schemas.openxmlformats.org/officeDocument/2006/relationships/slideLayout" Target="../slideLayouts/slideLayout88.xml"/><Relationship Id="rId44" Type="http://schemas.openxmlformats.org/officeDocument/2006/relationships/slideLayout" Target="../slideLayouts/slideLayout89.xml"/><Relationship Id="rId45" Type="http://schemas.openxmlformats.org/officeDocument/2006/relationships/slideLayout" Target="../slideLayouts/slideLayout90.xml"/><Relationship Id="rId46" Type="http://schemas.openxmlformats.org/officeDocument/2006/relationships/slideLayout" Target="../slideLayouts/slideLayout91.xml"/><Relationship Id="rId47" Type="http://schemas.openxmlformats.org/officeDocument/2006/relationships/slideLayout" Target="../slideLayouts/slideLayout92.xml"/><Relationship Id="rId48" Type="http://schemas.openxmlformats.org/officeDocument/2006/relationships/slideLayout" Target="../slideLayouts/slideLayout93.xml"/><Relationship Id="rId49" Type="http://schemas.openxmlformats.org/officeDocument/2006/relationships/slideLayout" Target="../slideLayouts/slideLayout94.xml"/><Relationship Id="rId50" Type="http://schemas.openxmlformats.org/officeDocument/2006/relationships/slideLayout" Target="../slideLayouts/slideLayout95.xml"/><Relationship Id="rId51" Type="http://schemas.openxmlformats.org/officeDocument/2006/relationships/slideLayout" Target="../slideLayouts/slideLayout96.xml"/><Relationship Id="rId52" Type="http://schemas.openxmlformats.org/officeDocument/2006/relationships/slideLayout" Target="../slideLayouts/slideLayout97.xml"/><Relationship Id="rId53" Type="http://schemas.openxmlformats.org/officeDocument/2006/relationships/slideLayout" Target="../slideLayouts/slideLayout98.xml"/><Relationship Id="rId54" Type="http://schemas.openxmlformats.org/officeDocument/2006/relationships/slideLayout" Target="../slideLayouts/slideLayout99.xml"/><Relationship Id="rId55" Type="http://schemas.openxmlformats.org/officeDocument/2006/relationships/slideLayout" Target="../slideLayouts/slideLayout100.xml"/><Relationship Id="rId56" Type="http://schemas.openxmlformats.org/officeDocument/2006/relationships/slideLayout" Target="../slideLayouts/slideLayout101.xml"/><Relationship Id="rId57" Type="http://schemas.openxmlformats.org/officeDocument/2006/relationships/slideLayout" Target="../slideLayouts/slideLayout102.xml"/><Relationship Id="rId58" Type="http://schemas.openxmlformats.org/officeDocument/2006/relationships/theme" Target="../theme/them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67A189F-CDB6-4881-855E-11E780CE46B1}"/>
              </a:ext>
            </a:extLst>
          </p:cNvPr>
          <p:cNvSpPr>
            <a:spLocks noGrp="1"/>
          </p:cNvSpPr>
          <p:nvPr>
            <p:ph type="title"/>
          </p:nvPr>
        </p:nvSpPr>
        <p:spPr>
          <a:xfrm>
            <a:off x="565461" y="558086"/>
            <a:ext cx="11357864" cy="433324"/>
          </a:xfrm>
          <a:prstGeom prst="rect">
            <a:avLst/>
          </a:prstGeom>
        </p:spPr>
        <p:txBody>
          <a:bodyPr vert="horz" wrap="square" lIns="0" tIns="0" rIns="0" bIns="0" rtlCol="0" anchor="t">
            <a:spAutoFit/>
          </a:bodyPr>
          <a:lstStyle/>
          <a:p>
            <a:r>
              <a:rPr lang="en-US" b="1" i="0">
                <a:latin typeface="Graphik Semibold" panose="020B0503030202060203" pitchFamily="34" charset="77"/>
              </a:rPr>
              <a:t>Place headline here in </a:t>
            </a:r>
            <a:r>
              <a:rPr lang="en-US" b="1" i="0" err="1">
                <a:latin typeface="Graphik Semibold" panose="020B0503030202060203" pitchFamily="34" charset="77"/>
              </a:rPr>
              <a:t>Graphik</a:t>
            </a:r>
            <a:r>
              <a:rPr lang="en-US" b="1" i="0">
                <a:latin typeface="Graphik Semibold" panose="020B0503030202060203" pitchFamily="34" charset="77"/>
              </a:rPr>
              <a:t> Semibold</a:t>
            </a:r>
            <a:endParaRPr lang="en-US"/>
          </a:p>
        </p:txBody>
      </p:sp>
      <p:sp>
        <p:nvSpPr>
          <p:cNvPr id="3" name="Text Placeholder 2">
            <a:extLst>
              <a:ext uri="{FF2B5EF4-FFF2-40B4-BE49-F238E27FC236}">
                <a16:creationId xmlns:a16="http://schemas.microsoft.com/office/drawing/2014/main" id="{6D78F67F-4953-4937-B393-889106DBC906}"/>
              </a:ext>
            </a:extLst>
          </p:cNvPr>
          <p:cNvSpPr>
            <a:spLocks noGrp="1"/>
          </p:cNvSpPr>
          <p:nvPr>
            <p:ph type="body" idx="1"/>
          </p:nvPr>
        </p:nvSpPr>
        <p:spPr>
          <a:xfrm>
            <a:off x="565461" y="1371602"/>
            <a:ext cx="11357864" cy="4766863"/>
          </a:xfrm>
          <a:prstGeom prst="rect">
            <a:avLst/>
          </a:prstGeom>
          <a:ln>
            <a:noFill/>
          </a:ln>
        </p:spPr>
        <p:txBody>
          <a:bodyPr vert="horz" lIns="0" tIns="0" rIns="0" bIns="0" rtlCol="0">
            <a:noAutofit/>
          </a:bodyPr>
          <a:lstStyle/>
          <a:p>
            <a:pPr lvl="0"/>
            <a:r>
              <a:rPr lang="en-US"/>
              <a:t>First level (copy)</a:t>
            </a:r>
          </a:p>
          <a:p>
            <a:pPr lvl="1"/>
            <a:r>
              <a:rPr lang="en-US"/>
              <a:t>Second level (bullet)</a:t>
            </a:r>
          </a:p>
          <a:p>
            <a:pPr lvl="2"/>
            <a:r>
              <a:rPr lang="en-US"/>
              <a:t>Third level (bullet)</a:t>
            </a:r>
          </a:p>
          <a:p>
            <a:pPr lvl="3"/>
            <a:r>
              <a:rPr lang="en-US"/>
              <a:t>Fourth level (bullet)</a:t>
            </a:r>
          </a:p>
          <a:p>
            <a:pPr lvl="4"/>
            <a:r>
              <a:rPr lang="en-US"/>
              <a:t>Fifth level (bullet)</a:t>
            </a:r>
          </a:p>
          <a:p>
            <a:pPr lvl="5"/>
            <a:r>
              <a:rPr lang="en-US"/>
              <a:t>Sixth level (copy)</a:t>
            </a:r>
          </a:p>
          <a:p>
            <a:pPr lvl="6"/>
            <a:r>
              <a:rPr lang="en-US"/>
              <a:t>Seventh level (small copy)</a:t>
            </a:r>
          </a:p>
          <a:p>
            <a:pPr lvl="7"/>
            <a:r>
              <a:rPr lang="en-US"/>
              <a:t>EIGHT LEVEL (DESCRIPTOR)</a:t>
            </a:r>
          </a:p>
          <a:p>
            <a:pPr lvl="8"/>
            <a:r>
              <a:rPr lang="en-US"/>
              <a:t>Ninth level (footer)</a:t>
            </a:r>
          </a:p>
        </p:txBody>
      </p:sp>
    </p:spTree>
    <p:extLst>
      <p:ext uri="{BB962C8B-B14F-4D97-AF65-F5344CB8AC3E}">
        <p14:creationId xmlns:p14="http://schemas.microsoft.com/office/powerpoint/2010/main" val="315453843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73" r:id="rId9"/>
  </p:sldLayoutIdLst>
  <p:hf sldNum="0" hdr="0" ftr="0" dt="0"/>
  <p:txStyles>
    <p:titleStyle>
      <a:lvl1pPr algn="l" defTabSz="731500" rtl="0" eaLnBrk="1" latinLnBrk="0" hangingPunct="1">
        <a:lnSpc>
          <a:spcPct val="80000"/>
        </a:lnSpc>
        <a:spcBef>
          <a:spcPct val="0"/>
        </a:spcBef>
        <a:buNone/>
        <a:defRPr sz="3520" b="0" i="0" kern="1200">
          <a:solidFill>
            <a:schemeClr val="tx1"/>
          </a:solidFill>
          <a:latin typeface="Graphik Semibold" panose="020B0503030202060203" pitchFamily="34" charset="77"/>
          <a:ea typeface="+mj-ea"/>
          <a:cs typeface="+mj-cs"/>
        </a:defRPr>
      </a:lvl1pPr>
    </p:titleStyle>
    <p:bodyStyle>
      <a:lvl1pPr marL="0" indent="0" algn="l" defTabSz="182874" rtl="0" eaLnBrk="1" latinLnBrk="0" hangingPunct="1">
        <a:lnSpc>
          <a:spcPct val="100000"/>
        </a:lnSpc>
        <a:spcBef>
          <a:spcPts val="0"/>
        </a:spcBef>
        <a:spcAft>
          <a:spcPts val="960"/>
        </a:spcAft>
        <a:buFont typeface="Arial" panose="020B0604020202020204" pitchFamily="34" charset="0"/>
        <a:buNone/>
        <a:defRPr sz="1600" b="0" kern="1200">
          <a:solidFill>
            <a:schemeClr val="tx1"/>
          </a:solidFill>
          <a:latin typeface="+mn-lt"/>
          <a:ea typeface="+mn-ea"/>
          <a:cs typeface="+mn-cs"/>
        </a:defRPr>
      </a:lvl1pPr>
      <a:lvl2pPr marL="182874" indent="-182874" algn="l" defTabSz="182874" rtl="0" eaLnBrk="1" latinLnBrk="0" hangingPunct="1">
        <a:lnSpc>
          <a:spcPct val="100000"/>
        </a:lnSpc>
        <a:spcBef>
          <a:spcPts val="0"/>
        </a:spcBef>
        <a:spcAft>
          <a:spcPts val="960"/>
        </a:spcAft>
        <a:buClrTx/>
        <a:buFont typeface="Arial" panose="020B0604020202020204" pitchFamily="34" charset="0"/>
        <a:buChar char="•"/>
        <a:defRPr sz="1440" kern="1200">
          <a:solidFill>
            <a:schemeClr val="tx1"/>
          </a:solidFill>
          <a:latin typeface="+mn-lt"/>
          <a:ea typeface="+mn-ea"/>
          <a:cs typeface="+mn-cs"/>
        </a:defRPr>
      </a:lvl2pPr>
      <a:lvl3pPr marL="365752" indent="-182874" algn="l" defTabSz="182874" rtl="0" eaLnBrk="1" latinLnBrk="0" hangingPunct="1">
        <a:lnSpc>
          <a:spcPct val="100000"/>
        </a:lnSpc>
        <a:spcBef>
          <a:spcPts val="0"/>
        </a:spcBef>
        <a:spcAft>
          <a:spcPts val="960"/>
        </a:spcAft>
        <a:buFont typeface="System Font"/>
        <a:buChar char="–"/>
        <a:defRPr sz="1440" kern="1200">
          <a:solidFill>
            <a:schemeClr val="tx1"/>
          </a:solidFill>
          <a:latin typeface="+mn-lt"/>
          <a:ea typeface="+mn-ea"/>
          <a:cs typeface="+mn-cs"/>
        </a:defRPr>
      </a:lvl3pPr>
      <a:lvl4pPr marL="548626" indent="-182874" algn="l" defTabSz="182874" rtl="0" eaLnBrk="1" latinLnBrk="0" hangingPunct="1">
        <a:lnSpc>
          <a:spcPct val="100000"/>
        </a:lnSpc>
        <a:spcBef>
          <a:spcPts val="0"/>
        </a:spcBef>
        <a:spcAft>
          <a:spcPts val="960"/>
        </a:spcAft>
        <a:buFont typeface="Arial" panose="020B0604020202020204" pitchFamily="34" charset="0"/>
        <a:buChar char="•"/>
        <a:defRPr sz="1280" kern="1200">
          <a:solidFill>
            <a:schemeClr val="tx1"/>
          </a:solidFill>
          <a:latin typeface="+mn-lt"/>
          <a:ea typeface="+mn-ea"/>
          <a:cs typeface="+mn-cs"/>
        </a:defRPr>
      </a:lvl4pPr>
      <a:lvl5pPr marL="731500" indent="-182874" algn="l" defTabSz="182874" rtl="0" eaLnBrk="1" latinLnBrk="0" hangingPunct="1">
        <a:lnSpc>
          <a:spcPct val="100000"/>
        </a:lnSpc>
        <a:spcBef>
          <a:spcPts val="0"/>
        </a:spcBef>
        <a:spcAft>
          <a:spcPts val="960"/>
        </a:spcAft>
        <a:buFont typeface="System Font"/>
        <a:buChar char="–"/>
        <a:defRPr sz="1280" kern="1200">
          <a:solidFill>
            <a:schemeClr val="tx1"/>
          </a:solidFill>
          <a:latin typeface="+mn-lt"/>
          <a:ea typeface="+mn-ea"/>
          <a:cs typeface="+mn-cs"/>
        </a:defRPr>
      </a:lvl5pPr>
      <a:lvl6pPr marL="8891" indent="0" algn="l" defTabSz="182874" rtl="0" eaLnBrk="1" latinLnBrk="0" hangingPunct="1">
        <a:lnSpc>
          <a:spcPct val="90000"/>
        </a:lnSpc>
        <a:spcBef>
          <a:spcPts val="0"/>
        </a:spcBef>
        <a:spcAft>
          <a:spcPts val="960"/>
        </a:spcAft>
        <a:buFont typeface="Graphik" panose="020B0503030202060203" pitchFamily="34" charset="0"/>
        <a:buNone/>
        <a:tabLst/>
        <a:defRPr sz="1440" kern="1200">
          <a:solidFill>
            <a:schemeClr val="tx1"/>
          </a:solidFill>
          <a:latin typeface="+mn-lt"/>
          <a:ea typeface="+mn-ea"/>
          <a:cs typeface="+mn-cs"/>
        </a:defRPr>
      </a:lvl6pPr>
      <a:lvl7pPr marL="0" indent="0" algn="l" defTabSz="182874" rtl="0" eaLnBrk="1" latinLnBrk="0" hangingPunct="1">
        <a:lnSpc>
          <a:spcPct val="90000"/>
        </a:lnSpc>
        <a:spcBef>
          <a:spcPts val="0"/>
        </a:spcBef>
        <a:spcAft>
          <a:spcPts val="960"/>
        </a:spcAft>
        <a:buFont typeface="Arial" panose="020B0604020202020204" pitchFamily="34" charset="0"/>
        <a:buNone/>
        <a:defRPr sz="1280" kern="1200">
          <a:solidFill>
            <a:schemeClr val="tx1"/>
          </a:solidFill>
          <a:latin typeface="+mn-lt"/>
          <a:ea typeface="+mn-ea"/>
          <a:cs typeface="+mn-cs"/>
        </a:defRPr>
      </a:lvl7pPr>
      <a:lvl8pPr marL="0" indent="0" algn="l" defTabSz="182874" rtl="0" eaLnBrk="1" latinLnBrk="0" hangingPunct="1">
        <a:lnSpc>
          <a:spcPct val="90000"/>
        </a:lnSpc>
        <a:spcBef>
          <a:spcPts val="0"/>
        </a:spcBef>
        <a:spcAft>
          <a:spcPts val="960"/>
        </a:spcAft>
        <a:buFont typeface="Arial" panose="020B0604020202020204" pitchFamily="34" charset="0"/>
        <a:buNone/>
        <a:defRPr sz="880" b="1" kern="1200">
          <a:solidFill>
            <a:schemeClr val="tx1"/>
          </a:solidFill>
          <a:latin typeface="+mn-lt"/>
          <a:ea typeface="+mn-ea"/>
          <a:cs typeface="+mn-cs"/>
        </a:defRPr>
      </a:lvl8pPr>
      <a:lvl9pPr marL="0" indent="0" algn="l" defTabSz="182874" rtl="0" eaLnBrk="1" latinLnBrk="0" hangingPunct="1">
        <a:lnSpc>
          <a:spcPct val="90000"/>
        </a:lnSpc>
        <a:spcBef>
          <a:spcPts val="0"/>
        </a:spcBef>
        <a:spcAft>
          <a:spcPts val="960"/>
        </a:spcAft>
        <a:buFont typeface="Arial" panose="020B0604020202020204" pitchFamily="34" charset="0"/>
        <a:buNone/>
        <a:defRPr sz="800" kern="1200">
          <a:solidFill>
            <a:schemeClr val="tx2"/>
          </a:solidFill>
          <a:latin typeface="+mn-lt"/>
          <a:ea typeface="+mn-ea"/>
          <a:cs typeface="+mn-cs"/>
        </a:defRPr>
      </a:lvl9pPr>
    </p:bodyStyle>
    <p:otherStyle>
      <a:defPPr>
        <a:defRPr lang="en-US"/>
      </a:defPPr>
      <a:lvl1pPr marL="0" algn="l" defTabSz="731500" rtl="0" eaLnBrk="1" latinLnBrk="0" hangingPunct="1">
        <a:defRPr sz="1440" kern="1200">
          <a:solidFill>
            <a:schemeClr val="tx1"/>
          </a:solidFill>
          <a:latin typeface="+mn-lt"/>
          <a:ea typeface="+mn-ea"/>
          <a:cs typeface="+mn-cs"/>
        </a:defRPr>
      </a:lvl1pPr>
      <a:lvl2pPr marL="365752" algn="l" defTabSz="731500" rtl="0" eaLnBrk="1" latinLnBrk="0" hangingPunct="1">
        <a:defRPr sz="1440" kern="1200">
          <a:solidFill>
            <a:schemeClr val="tx1"/>
          </a:solidFill>
          <a:latin typeface="+mn-lt"/>
          <a:ea typeface="+mn-ea"/>
          <a:cs typeface="+mn-cs"/>
        </a:defRPr>
      </a:lvl2pPr>
      <a:lvl3pPr marL="731500" algn="l" defTabSz="731500" rtl="0" eaLnBrk="1" latinLnBrk="0" hangingPunct="1">
        <a:defRPr sz="1440" kern="1200">
          <a:solidFill>
            <a:schemeClr val="tx1"/>
          </a:solidFill>
          <a:latin typeface="+mn-lt"/>
          <a:ea typeface="+mn-ea"/>
          <a:cs typeface="+mn-cs"/>
        </a:defRPr>
      </a:lvl3pPr>
      <a:lvl4pPr marL="1097249" algn="l" defTabSz="731500" rtl="0" eaLnBrk="1" latinLnBrk="0" hangingPunct="1">
        <a:defRPr sz="1440" kern="1200">
          <a:solidFill>
            <a:schemeClr val="tx1"/>
          </a:solidFill>
          <a:latin typeface="+mn-lt"/>
          <a:ea typeface="+mn-ea"/>
          <a:cs typeface="+mn-cs"/>
        </a:defRPr>
      </a:lvl4pPr>
      <a:lvl5pPr marL="1462999" algn="l" defTabSz="731500" rtl="0" eaLnBrk="1" latinLnBrk="0" hangingPunct="1">
        <a:defRPr sz="1440" kern="1200">
          <a:solidFill>
            <a:schemeClr val="tx1"/>
          </a:solidFill>
          <a:latin typeface="+mn-lt"/>
          <a:ea typeface="+mn-ea"/>
          <a:cs typeface="+mn-cs"/>
        </a:defRPr>
      </a:lvl5pPr>
      <a:lvl6pPr marL="1828749" algn="l" defTabSz="731500" rtl="0" eaLnBrk="1" latinLnBrk="0" hangingPunct="1">
        <a:defRPr sz="1440" kern="1200">
          <a:solidFill>
            <a:schemeClr val="tx1"/>
          </a:solidFill>
          <a:latin typeface="+mn-lt"/>
          <a:ea typeface="+mn-ea"/>
          <a:cs typeface="+mn-cs"/>
        </a:defRPr>
      </a:lvl6pPr>
      <a:lvl7pPr marL="2194498" algn="l" defTabSz="731500" rtl="0" eaLnBrk="1" latinLnBrk="0" hangingPunct="1">
        <a:defRPr sz="1440" kern="1200">
          <a:solidFill>
            <a:schemeClr val="tx1"/>
          </a:solidFill>
          <a:latin typeface="+mn-lt"/>
          <a:ea typeface="+mn-ea"/>
          <a:cs typeface="+mn-cs"/>
        </a:defRPr>
      </a:lvl7pPr>
      <a:lvl8pPr marL="2560249" algn="l" defTabSz="731500" rtl="0" eaLnBrk="1" latinLnBrk="0" hangingPunct="1">
        <a:defRPr sz="1440" kern="1200">
          <a:solidFill>
            <a:schemeClr val="tx1"/>
          </a:solidFill>
          <a:latin typeface="+mn-lt"/>
          <a:ea typeface="+mn-ea"/>
          <a:cs typeface="+mn-cs"/>
        </a:defRPr>
      </a:lvl8pPr>
      <a:lvl9pPr marL="2925999" algn="l" defTabSz="731500" rtl="0" eaLnBrk="1" latinLnBrk="0" hangingPunct="1">
        <a:defRPr sz="144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91">
          <p15:clr>
            <a:srgbClr val="5ACBF0"/>
          </p15:clr>
        </p15:guide>
        <p15:guide id="8" pos="435">
          <p15:clr>
            <a:srgbClr val="9FCC3B"/>
          </p15:clr>
        </p15:guide>
        <p15:guide id="9" pos="916">
          <p15:clr>
            <a:srgbClr val="C35EA4"/>
          </p15:clr>
        </p15:guide>
        <p15:guide id="10" pos="9392">
          <p15:clr>
            <a:srgbClr val="5ACBF0"/>
          </p15:clr>
        </p15:guide>
        <p15:guide id="11" pos="207">
          <p15:clr>
            <a:srgbClr val="5ACBF0"/>
          </p15:clr>
        </p15:guide>
        <p15:guide id="12" orient="horz" pos="4832">
          <p15:clr>
            <a:srgbClr val="5ACBF0"/>
          </p15:clr>
        </p15:guide>
        <p15:guide id="13" pos="9164">
          <p15:clr>
            <a:srgbClr val="9FCC3B"/>
          </p15:clr>
        </p15:guide>
        <p15:guide id="14" orient="horz" pos="401">
          <p15:clr>
            <a:srgbClr val="9FCC3B"/>
          </p15:clr>
        </p15:guide>
        <p15:guide id="15" orient="horz" pos="4622">
          <p15:clr>
            <a:srgbClr val="9FCC3B"/>
          </p15:clr>
        </p15:guide>
        <p15:guide id="16" orient="horz" pos="983">
          <p15:clr>
            <a:srgbClr val="A4A3A4"/>
          </p15:clr>
        </p15:guide>
        <p15:guide id="17" orient="horz" pos="4490">
          <p15:clr>
            <a:srgbClr val="A4A3A4"/>
          </p15:clr>
        </p15:guide>
        <p15:guide id="18" pos="8654">
          <p15:clr>
            <a:srgbClr val="C35EA4"/>
          </p15:clr>
        </p15:guide>
        <p15:guide id="19" orient="horz" pos="1351">
          <p15:clr>
            <a:srgbClr val="FDE53C"/>
          </p15:clr>
        </p15:guide>
        <p15:guide id="20" pos="8768">
          <p15:clr>
            <a:srgbClr val="F26B43"/>
          </p15:clr>
        </p15:guide>
        <p15:guide id="21" pos="83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81000" y="381002"/>
            <a:ext cx="11430000" cy="983263"/>
          </a:xfrm>
          <a:prstGeom prst="rect">
            <a:avLst/>
          </a:prstGeom>
        </p:spPr>
        <p:txBody>
          <a:bodyPr vert="horz" lIns="0" tIns="45720" rIns="0" bIns="0" rtlCol="0" anchor="t" anchorCtr="0">
            <a:normAutofit/>
          </a:bodyPr>
          <a:lstStyle/>
          <a:p>
            <a:r>
              <a:rPr kumimoji="0" lang="en-GB" sz="3600" b="1" i="0" u="none" strike="noStrike" kern="1200" cap="none" spc="0" normalizeH="0" baseline="0" noProof="0">
                <a:ln>
                  <a:noFill/>
                </a:ln>
                <a:solidFill>
                  <a:srgbClr val="000000"/>
                </a:solidFill>
                <a:effectLst/>
                <a:uLnTx/>
                <a:uFillTx/>
                <a:latin typeface="+mj-lt"/>
                <a:ea typeface="+mj-ea"/>
                <a:cs typeface="+mj-cs"/>
              </a:rPr>
              <a:t>Insert main title at 36pt, min 30pt</a:t>
            </a:r>
            <a:endParaRPr lang="en-US"/>
          </a:p>
        </p:txBody>
      </p:sp>
      <p:sp>
        <p:nvSpPr>
          <p:cNvPr id="5" name="Footer Placeholder 6">
            <a:extLst>
              <a:ext uri="{FF2B5EF4-FFF2-40B4-BE49-F238E27FC236}">
                <a16:creationId xmlns:a16="http://schemas.microsoft.com/office/drawing/2014/main" id="{6F6B3343-B4EF-4BC5-A753-D80C4EADB365}"/>
              </a:ext>
            </a:extLst>
          </p:cNvPr>
          <p:cNvSpPr>
            <a:spLocks noGrp="1"/>
          </p:cNvSpPr>
          <p:nvPr>
            <p:ph type="ftr" sz="quarter" idx="3"/>
          </p:nvPr>
        </p:nvSpPr>
        <p:spPr>
          <a:xfrm>
            <a:off x="381002" y="6519009"/>
            <a:ext cx="5714999" cy="206375"/>
          </a:xfrm>
          <a:prstGeom prst="rect">
            <a:avLst/>
          </a:prstGeom>
        </p:spPr>
        <p:txBody>
          <a:bodyPr/>
          <a:lstStyle>
            <a:lvl1pPr>
              <a:defRPr sz="800">
                <a:solidFill>
                  <a:schemeClr val="tx1">
                    <a:alpha val="40000"/>
                  </a:schemeClr>
                </a:solidFill>
              </a:defRPr>
            </a:lvl1pPr>
          </a:lstStyle>
          <a:p>
            <a:r>
              <a:rPr lang="en-US" dirty="0"/>
              <a:t>Copyright © 2020 Accenture. All rights reserved.</a:t>
            </a:r>
          </a:p>
        </p:txBody>
      </p:sp>
      <p:sp>
        <p:nvSpPr>
          <p:cNvPr id="6" name="Slide Number Placeholder 9">
            <a:extLst>
              <a:ext uri="{FF2B5EF4-FFF2-40B4-BE49-F238E27FC236}">
                <a16:creationId xmlns:a16="http://schemas.microsoft.com/office/drawing/2014/main" id="{299A5035-44EB-4653-8F65-351427FC9B77}"/>
              </a:ext>
            </a:extLst>
          </p:cNvPr>
          <p:cNvSpPr>
            <a:spLocks noGrp="1"/>
          </p:cNvSpPr>
          <p:nvPr>
            <p:ph type="sldNum" sz="quarter" idx="4"/>
          </p:nvPr>
        </p:nvSpPr>
        <p:spPr>
          <a:xfrm>
            <a:off x="11506202" y="6519009"/>
            <a:ext cx="385711" cy="206375"/>
          </a:xfrm>
          <a:prstGeom prst="rect">
            <a:avLst/>
          </a:prstGeom>
        </p:spPr>
        <p:txBody>
          <a:bodyPr/>
          <a:lstStyle>
            <a:lvl1pPr>
              <a:defRPr sz="800">
                <a:solidFill>
                  <a:schemeClr val="tx1">
                    <a:alpha val="40000"/>
                  </a:schemeClr>
                </a:solidFill>
              </a:defRPr>
            </a:lvl1pPr>
          </a:lstStyle>
          <a:p>
            <a:fld id="{4F9AC08D-23A9-440E-BCB9-AA1E9877CC38}" type="slidenum">
              <a:rPr lang="en-US" smtClean="0"/>
              <a:pPr/>
              <a:t>‹#›</a:t>
            </a:fld>
            <a:endParaRPr lang="en-US" dirty="0"/>
          </a:p>
        </p:txBody>
      </p:sp>
      <p:sp>
        <p:nvSpPr>
          <p:cNvPr id="8" name="Text Placeholder 7">
            <a:extLst>
              <a:ext uri="{FF2B5EF4-FFF2-40B4-BE49-F238E27FC236}">
                <a16:creationId xmlns:a16="http://schemas.microsoft.com/office/drawing/2014/main" id="{234CD17C-3ACE-4AE0-A6C5-F90D44EA7243}"/>
              </a:ext>
            </a:extLst>
          </p:cNvPr>
          <p:cNvSpPr>
            <a:spLocks noGrp="1"/>
          </p:cNvSpPr>
          <p:nvPr>
            <p:ph type="body" idx="1"/>
          </p:nvPr>
        </p:nvSpPr>
        <p:spPr>
          <a:xfrm>
            <a:off x="381000" y="1943099"/>
            <a:ext cx="11430000" cy="4233863"/>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p:txBody>
      </p:sp>
      <p:pic>
        <p:nvPicPr>
          <p:cNvPr id="7" name="Accenture_Technology" hidden="1">
            <a:extLst>
              <a:ext uri="{FF2B5EF4-FFF2-40B4-BE49-F238E27FC236}">
                <a16:creationId xmlns:a16="http://schemas.microsoft.com/office/drawing/2014/main" id="{7F561B55-4A32-431D-8BA4-1A51234302A5}"/>
              </a:ext>
            </a:extLst>
          </p:cNvPr>
          <p:cNvPicPr>
            <a:picLocks noChangeAspect="1"/>
          </p:cNvPicPr>
          <p:nvPr userDrawn="1"/>
        </p:nvPicPr>
        <p:blipFill>
          <a:blip r:embed="rId21" cstate="email">
            <a:extLst>
              <a:ext uri="{28A0092B-C50C-407E-A947-70E740481C1C}">
                <a14:useLocalDpi xmlns:a14="http://schemas.microsoft.com/office/drawing/2010/main"/>
              </a:ext>
            </a:extLst>
          </a:blip>
          <a:stretch>
            <a:fillRect/>
          </a:stretch>
        </p:blipFill>
        <p:spPr>
          <a:xfrm>
            <a:off x="338798" y="6243985"/>
            <a:ext cx="2024293" cy="333289"/>
          </a:xfrm>
          <a:prstGeom prst="rect">
            <a:avLst/>
          </a:prstGeom>
        </p:spPr>
      </p:pic>
      <p:pic>
        <p:nvPicPr>
          <p:cNvPr id="9" name="Accenture_Strategy" hidden="1">
            <a:extLst>
              <a:ext uri="{FF2B5EF4-FFF2-40B4-BE49-F238E27FC236}">
                <a16:creationId xmlns:a16="http://schemas.microsoft.com/office/drawing/2014/main" id="{C33EDD26-4BAD-4452-B33F-48241F98D591}"/>
              </a:ext>
            </a:extLst>
          </p:cNvPr>
          <p:cNvPicPr>
            <a:picLocks noChangeAspect="1"/>
          </p:cNvPicPr>
          <p:nvPr userDrawn="1"/>
        </p:nvPicPr>
        <p:blipFill>
          <a:blip r:embed="rId22" cstate="email">
            <a:extLst>
              <a:ext uri="{28A0092B-C50C-407E-A947-70E740481C1C}">
                <a14:useLocalDpi xmlns:a14="http://schemas.microsoft.com/office/drawing/2010/main"/>
              </a:ext>
            </a:extLst>
          </a:blip>
          <a:stretch>
            <a:fillRect/>
          </a:stretch>
        </p:blipFill>
        <p:spPr>
          <a:xfrm>
            <a:off x="345018" y="6243522"/>
            <a:ext cx="1728810" cy="328803"/>
          </a:xfrm>
          <a:prstGeom prst="rect">
            <a:avLst/>
          </a:prstGeom>
        </p:spPr>
      </p:pic>
      <p:pic>
        <p:nvPicPr>
          <p:cNvPr id="10" name="Accenture_Operations" hidden="1">
            <a:extLst>
              <a:ext uri="{FF2B5EF4-FFF2-40B4-BE49-F238E27FC236}">
                <a16:creationId xmlns:a16="http://schemas.microsoft.com/office/drawing/2014/main" id="{88E87CB4-5755-499D-91D5-9B8DF482A9E0}"/>
              </a:ext>
            </a:extLst>
          </p:cNvPr>
          <p:cNvPicPr>
            <a:picLocks noChangeAspect="1"/>
          </p:cNvPicPr>
          <p:nvPr userDrawn="1"/>
        </p:nvPicPr>
        <p:blipFill>
          <a:blip r:embed="rId23" cstate="email">
            <a:extLst>
              <a:ext uri="{28A0092B-C50C-407E-A947-70E740481C1C}">
                <a14:useLocalDpi xmlns:a14="http://schemas.microsoft.com/office/drawing/2010/main"/>
              </a:ext>
            </a:extLst>
          </a:blip>
          <a:stretch>
            <a:fillRect/>
          </a:stretch>
        </p:blipFill>
        <p:spPr>
          <a:xfrm>
            <a:off x="352728" y="6252513"/>
            <a:ext cx="1958068" cy="324500"/>
          </a:xfrm>
          <a:prstGeom prst="rect">
            <a:avLst/>
          </a:prstGeom>
        </p:spPr>
      </p:pic>
      <p:pic>
        <p:nvPicPr>
          <p:cNvPr id="11" name="Accenture_Mobility" hidden="1">
            <a:extLst>
              <a:ext uri="{FF2B5EF4-FFF2-40B4-BE49-F238E27FC236}">
                <a16:creationId xmlns:a16="http://schemas.microsoft.com/office/drawing/2014/main" id="{CADE9D37-50D3-4E92-9D49-2C716078D159}"/>
              </a:ext>
            </a:extLst>
          </p:cNvPr>
          <p:cNvPicPr>
            <a:picLocks noChangeAspect="1"/>
          </p:cNvPicPr>
          <p:nvPr userDrawn="1"/>
        </p:nvPicPr>
        <p:blipFill>
          <a:blip r:embed="rId24" cstate="email">
            <a:extLst>
              <a:ext uri="{28A0092B-C50C-407E-A947-70E740481C1C}">
                <a14:useLocalDpi xmlns:a14="http://schemas.microsoft.com/office/drawing/2010/main"/>
              </a:ext>
            </a:extLst>
          </a:blip>
          <a:stretch>
            <a:fillRect/>
          </a:stretch>
        </p:blipFill>
        <p:spPr>
          <a:xfrm>
            <a:off x="334963" y="6339423"/>
            <a:ext cx="2040630" cy="361414"/>
          </a:xfrm>
          <a:prstGeom prst="rect">
            <a:avLst/>
          </a:prstGeom>
        </p:spPr>
      </p:pic>
      <p:pic>
        <p:nvPicPr>
          <p:cNvPr id="12" name="Accenture_Interactive" hidden="1">
            <a:extLst>
              <a:ext uri="{FF2B5EF4-FFF2-40B4-BE49-F238E27FC236}">
                <a16:creationId xmlns:a16="http://schemas.microsoft.com/office/drawing/2014/main" id="{279B5443-5FDB-4D90-9C86-4ACF31740D66}"/>
              </a:ext>
            </a:extLst>
          </p:cNvPr>
          <p:cNvPicPr>
            <a:picLocks noChangeAspect="1"/>
          </p:cNvPicPr>
          <p:nvPr userDrawn="1"/>
        </p:nvPicPr>
        <p:blipFill>
          <a:blip r:embed="rId25" cstate="email">
            <a:extLst>
              <a:ext uri="{28A0092B-C50C-407E-A947-70E740481C1C}">
                <a14:useLocalDpi xmlns:a14="http://schemas.microsoft.com/office/drawing/2010/main"/>
              </a:ext>
            </a:extLst>
          </a:blip>
          <a:stretch>
            <a:fillRect/>
          </a:stretch>
        </p:blipFill>
        <p:spPr>
          <a:xfrm>
            <a:off x="338798" y="6341000"/>
            <a:ext cx="2041200" cy="360863"/>
          </a:xfrm>
          <a:prstGeom prst="rect">
            <a:avLst/>
          </a:prstGeom>
        </p:spPr>
      </p:pic>
      <p:pic>
        <p:nvPicPr>
          <p:cNvPr id="13" name="Accenture_Analytics" hidden="1">
            <a:extLst>
              <a:ext uri="{FF2B5EF4-FFF2-40B4-BE49-F238E27FC236}">
                <a16:creationId xmlns:a16="http://schemas.microsoft.com/office/drawing/2014/main" id="{7E3C0033-CE00-4F44-B4DA-32082D33C83C}"/>
              </a:ext>
            </a:extLst>
          </p:cNvPr>
          <p:cNvPicPr>
            <a:picLocks noChangeAspect="1"/>
          </p:cNvPicPr>
          <p:nvPr userDrawn="1"/>
        </p:nvPicPr>
        <p:blipFill>
          <a:blip r:embed="rId26" cstate="email">
            <a:extLst>
              <a:ext uri="{28A0092B-C50C-407E-A947-70E740481C1C}">
                <a14:useLocalDpi xmlns:a14="http://schemas.microsoft.com/office/drawing/2010/main"/>
              </a:ext>
            </a:extLst>
          </a:blip>
          <a:stretch>
            <a:fillRect/>
          </a:stretch>
        </p:blipFill>
        <p:spPr>
          <a:xfrm>
            <a:off x="338798" y="6338829"/>
            <a:ext cx="2023200" cy="362168"/>
          </a:xfrm>
          <a:prstGeom prst="rect">
            <a:avLst/>
          </a:prstGeom>
        </p:spPr>
      </p:pic>
      <p:pic>
        <p:nvPicPr>
          <p:cNvPr id="14" name="Accenture_Digital" hidden="1">
            <a:extLst>
              <a:ext uri="{FF2B5EF4-FFF2-40B4-BE49-F238E27FC236}">
                <a16:creationId xmlns:a16="http://schemas.microsoft.com/office/drawing/2014/main" id="{D9D2CA43-44F5-4DDC-AF71-4F5FDFF1B30C}"/>
              </a:ext>
            </a:extLst>
          </p:cNvPr>
          <p:cNvPicPr>
            <a:picLocks noChangeAspect="1"/>
          </p:cNvPicPr>
          <p:nvPr userDrawn="1"/>
        </p:nvPicPr>
        <p:blipFill>
          <a:blip r:embed="rId27" cstate="email">
            <a:extLst>
              <a:ext uri="{28A0092B-C50C-407E-A947-70E740481C1C}">
                <a14:useLocalDpi xmlns:a14="http://schemas.microsoft.com/office/drawing/2010/main"/>
              </a:ext>
            </a:extLst>
          </a:blip>
          <a:stretch>
            <a:fillRect/>
          </a:stretch>
        </p:blipFill>
        <p:spPr>
          <a:xfrm>
            <a:off x="336280" y="6246019"/>
            <a:ext cx="1545637" cy="331832"/>
          </a:xfrm>
          <a:prstGeom prst="rect">
            <a:avLst/>
          </a:prstGeom>
        </p:spPr>
      </p:pic>
      <p:pic>
        <p:nvPicPr>
          <p:cNvPr id="15" name="Accenture_Consulting" hidden="1">
            <a:extLst>
              <a:ext uri="{FF2B5EF4-FFF2-40B4-BE49-F238E27FC236}">
                <a16:creationId xmlns:a16="http://schemas.microsoft.com/office/drawing/2014/main" id="{3344A5AB-F329-4B8E-8006-34B6E40B0028}"/>
              </a:ext>
            </a:extLst>
          </p:cNvPr>
          <p:cNvPicPr>
            <a:picLocks noChangeAspect="1"/>
          </p:cNvPicPr>
          <p:nvPr userDrawn="1"/>
        </p:nvPicPr>
        <p:blipFill>
          <a:blip r:embed="rId28" cstate="email">
            <a:extLst>
              <a:ext uri="{28A0092B-C50C-407E-A947-70E740481C1C}">
                <a14:useLocalDpi xmlns:a14="http://schemas.microsoft.com/office/drawing/2010/main"/>
              </a:ext>
            </a:extLst>
          </a:blip>
          <a:stretch>
            <a:fillRect/>
          </a:stretch>
        </p:blipFill>
        <p:spPr>
          <a:xfrm>
            <a:off x="338799" y="6244783"/>
            <a:ext cx="1942440" cy="330692"/>
          </a:xfrm>
          <a:prstGeom prst="rect">
            <a:avLst/>
          </a:prstGeom>
        </p:spPr>
      </p:pic>
    </p:spTree>
    <p:extLst>
      <p:ext uri="{BB962C8B-B14F-4D97-AF65-F5344CB8AC3E}">
        <p14:creationId xmlns:p14="http://schemas.microsoft.com/office/powerpoint/2010/main" val="2705727090"/>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Lst>
  <p:hf hdr="0" ftr="0" dt="0"/>
  <p:txStyles>
    <p:titleStyle>
      <a:lvl1pPr marL="0" indent="0" algn="l" defTabSz="914377" rtl="0" eaLnBrk="1" latinLnBrk="0" hangingPunct="1">
        <a:lnSpc>
          <a:spcPct val="80000"/>
        </a:lnSpc>
        <a:spcBef>
          <a:spcPct val="0"/>
        </a:spcBef>
        <a:buNone/>
        <a:defRPr sz="3600" b="1" kern="1200" cap="none" baseline="0">
          <a:solidFill>
            <a:schemeClr val="tx1"/>
          </a:solidFill>
          <a:latin typeface="+mj-lt"/>
          <a:ea typeface="+mj-ea"/>
          <a:cs typeface="+mj-cs"/>
        </a:defRPr>
      </a:lvl1pPr>
    </p:titleStyle>
    <p:bodyStyle>
      <a:lvl1pPr marL="0" indent="0" algn="l" defTabSz="914377" rtl="0" eaLnBrk="1" latinLnBrk="0" hangingPunct="1">
        <a:lnSpc>
          <a:spcPct val="100000"/>
        </a:lnSpc>
        <a:spcBef>
          <a:spcPts val="1200"/>
        </a:spcBef>
        <a:spcAft>
          <a:spcPts val="1200"/>
        </a:spcAft>
        <a:buFont typeface="Arial" panose="020B0604020202020204" pitchFamily="34" charset="0"/>
        <a:buNone/>
        <a:defRPr sz="2800" b="1" kern="1200" cap="none" baseline="0">
          <a:solidFill>
            <a:schemeClr val="tx1"/>
          </a:solidFill>
          <a:latin typeface="+mj-lt"/>
          <a:ea typeface="+mn-ea"/>
          <a:cs typeface="+mn-cs"/>
        </a:defRPr>
      </a:lvl1pPr>
      <a:lvl2pPr marL="0" indent="0" algn="l" defTabSz="914377" rtl="0" eaLnBrk="1" latinLnBrk="0" hangingPunct="1">
        <a:lnSpc>
          <a:spcPct val="100000"/>
        </a:lnSpc>
        <a:spcBef>
          <a:spcPts val="1200"/>
        </a:spcBef>
        <a:spcAft>
          <a:spcPts val="1200"/>
        </a:spcAft>
        <a:buFont typeface="Arial" panose="020B0604020202020204" pitchFamily="34" charset="0"/>
        <a:buNone/>
        <a:defRPr sz="2200" kern="1200">
          <a:solidFill>
            <a:schemeClr val="tx1"/>
          </a:solidFill>
          <a:latin typeface="+mn-lt"/>
          <a:ea typeface="+mn-ea"/>
          <a:cs typeface="+mn-cs"/>
        </a:defRPr>
      </a:lvl2pPr>
      <a:lvl3pPr marL="180975" indent="-180975" algn="l" defTabSz="914377" rtl="0" eaLnBrk="1" latinLnBrk="0" hangingPunct="1">
        <a:lnSpc>
          <a:spcPct val="100000"/>
        </a:lnSpc>
        <a:spcBef>
          <a:spcPts val="1200"/>
        </a:spcBef>
        <a:spcAft>
          <a:spcPts val="1200"/>
        </a:spcAft>
        <a:buFont typeface="Arial" panose="020B0604020202020204" pitchFamily="34" charset="0"/>
        <a:buChar char="•"/>
        <a:defRPr sz="1800" kern="1200">
          <a:solidFill>
            <a:schemeClr val="tx1"/>
          </a:solidFill>
          <a:latin typeface="+mn-lt"/>
          <a:ea typeface="+mn-ea"/>
          <a:cs typeface="+mn-cs"/>
        </a:defRPr>
      </a:lvl3pPr>
      <a:lvl4pPr marL="173034" indent="-169858" algn="l" defTabSz="914377" rtl="0" eaLnBrk="1" latinLnBrk="0" hangingPunct="1">
        <a:lnSpc>
          <a:spcPct val="110000"/>
        </a:lnSpc>
        <a:spcBef>
          <a:spcPts val="0"/>
        </a:spcBef>
        <a:spcAft>
          <a:spcPts val="0"/>
        </a:spcAft>
        <a:buFont typeface="Arial" panose="020B0604020202020204" pitchFamily="34" charset="0"/>
        <a:buChar char="•"/>
        <a:defRPr sz="1800" kern="1200">
          <a:solidFill>
            <a:schemeClr val="tx1"/>
          </a:solidFill>
          <a:latin typeface="+mn-lt"/>
          <a:ea typeface="+mn-ea"/>
          <a:cs typeface="+mn-cs"/>
        </a:defRPr>
      </a:lvl4pPr>
      <a:lvl5pPr marL="346066" indent="-177796" algn="l" defTabSz="914377" rtl="0" eaLnBrk="1" latinLnBrk="0" hangingPunct="1">
        <a:lnSpc>
          <a:spcPct val="110000"/>
        </a:lnSpc>
        <a:spcBef>
          <a:spcPts val="0"/>
        </a:spcBef>
        <a:spcAft>
          <a:spcPts val="0"/>
        </a:spcAft>
        <a:buFont typeface="Graphik" panose="020B0503030202060203" pitchFamily="34" charset="0"/>
        <a:buChar char="–"/>
        <a:defRPr sz="1400" kern="1200">
          <a:solidFill>
            <a:schemeClr val="tx1"/>
          </a:solidFill>
          <a:latin typeface="+mn-lt"/>
          <a:ea typeface="+mn-ea"/>
          <a:cs typeface="+mn-cs"/>
        </a:defRPr>
      </a:lvl5pPr>
      <a:lvl6pPr marL="512750" indent="-173034" algn="l" defTabSz="914377"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0" indent="0" algn="l" defTabSz="914377" rtl="0" eaLnBrk="1" latinLnBrk="0" hangingPunct="1">
        <a:lnSpc>
          <a:spcPct val="90000"/>
        </a:lnSpc>
        <a:spcBef>
          <a:spcPts val="800"/>
        </a:spcBef>
        <a:buFont typeface="Arial" panose="020B0604020202020204" pitchFamily="34" charset="0"/>
        <a:buNone/>
        <a:defRPr sz="1200" b="1" kern="1200" cap="all" baseline="0">
          <a:solidFill>
            <a:schemeClr val="tx1"/>
          </a:solidFill>
          <a:latin typeface="+mj-lt"/>
          <a:ea typeface="+mn-ea"/>
          <a:cs typeface="+mn-cs"/>
        </a:defRPr>
      </a:lvl7pPr>
      <a:lvl8pPr marL="0" indent="0" algn="l" defTabSz="914377" rtl="0" eaLnBrk="1" latinLnBrk="0" hangingPunct="1">
        <a:lnSpc>
          <a:spcPct val="100000"/>
        </a:lnSpc>
        <a:spcBef>
          <a:spcPts val="0"/>
        </a:spcBef>
        <a:spcAft>
          <a:spcPts val="800"/>
        </a:spcAft>
        <a:buFont typeface="Arial" panose="020B0604020202020204" pitchFamily="34" charset="0"/>
        <a:buNone/>
        <a:defRPr sz="1800" kern="1200" baseline="0">
          <a:solidFill>
            <a:schemeClr val="tx1"/>
          </a:solidFill>
          <a:latin typeface="+mn-lt"/>
          <a:ea typeface="+mn-ea"/>
          <a:cs typeface="+mn-cs"/>
        </a:defRPr>
      </a:lvl8pPr>
      <a:lvl9pPr marL="0" indent="0" algn="l" defTabSz="914377" rtl="0" eaLnBrk="1" latinLnBrk="0" hangingPunct="1">
        <a:lnSpc>
          <a:spcPct val="110000"/>
        </a:lnSpc>
        <a:spcBef>
          <a:spcPts val="0"/>
        </a:spcBef>
        <a:spcAft>
          <a:spcPts val="600"/>
        </a:spcAft>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224">
          <p15:clr>
            <a:srgbClr val="F26B43"/>
          </p15:clr>
        </p15:guide>
        <p15:guide id="2" pos="5640">
          <p15:clr>
            <a:srgbClr val="F26B43"/>
          </p15:clr>
        </p15:guide>
        <p15:guide id="4">
          <p15:clr>
            <a:srgbClr val="F26B43"/>
          </p15:clr>
        </p15:guide>
        <p15:guide id="5" orient="horz" pos="240">
          <p15:clr>
            <a:srgbClr val="F26B43"/>
          </p15:clr>
        </p15:guide>
        <p15:guide id="6" orient="horz">
          <p15:clr>
            <a:srgbClr val="F26B43"/>
          </p15:clr>
        </p15:guide>
        <p15:guide id="7" pos="7680">
          <p15:clr>
            <a:srgbClr val="F26B43"/>
          </p15:clr>
        </p15:guide>
        <p15:guide id="9" pos="240">
          <p15:clr>
            <a:srgbClr val="F26B43"/>
          </p15:clr>
        </p15:guide>
        <p15:guide id="10" orient="horz" pos="4224">
          <p15:clr>
            <a:srgbClr val="F26B43"/>
          </p15:clr>
        </p15:guide>
        <p15:guide id="11" pos="3840">
          <p15:clr>
            <a:srgbClr val="F26B43"/>
          </p15:clr>
        </p15:guide>
        <p15:guide id="13" pos="2040">
          <p15:clr>
            <a:srgbClr val="F26B43"/>
          </p15:clr>
        </p15:guide>
        <p15:guide id="14" pos="7440">
          <p15:clr>
            <a:srgbClr val="F26B43"/>
          </p15:clr>
        </p15:guide>
        <p15:guide id="15" orient="horz" pos="2232">
          <p15:clr>
            <a:srgbClr val="F26B43"/>
          </p15:clr>
        </p15:guide>
        <p15:guide id="16" orient="horz" pos="324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81000" y="381002"/>
            <a:ext cx="11430000" cy="983263"/>
          </a:xfrm>
          <a:prstGeom prst="rect">
            <a:avLst/>
          </a:prstGeom>
        </p:spPr>
        <p:txBody>
          <a:bodyPr vert="horz" lIns="0" tIns="45720" rIns="0" bIns="0" rtlCol="0" anchor="t" anchorCtr="0">
            <a:normAutofit/>
          </a:bodyPr>
          <a:lstStyle/>
          <a:p>
            <a:r>
              <a:rPr kumimoji="0" lang="en-GB" sz="3600" b="1" i="0" u="none" strike="noStrike" kern="1200" cap="none" spc="0" normalizeH="0" baseline="0" noProof="0" dirty="0">
                <a:ln>
                  <a:noFill/>
                </a:ln>
                <a:solidFill>
                  <a:srgbClr val="000000"/>
                </a:solidFill>
                <a:effectLst/>
                <a:uLnTx/>
                <a:uFillTx/>
                <a:latin typeface="+mj-lt"/>
                <a:ea typeface="+mj-ea"/>
                <a:cs typeface="+mj-cs"/>
              </a:rPr>
              <a:t>Insert main title at 36pt, min 30pt</a:t>
            </a:r>
            <a:endParaRPr lang="en-US" dirty="0"/>
          </a:p>
        </p:txBody>
      </p:sp>
      <p:sp>
        <p:nvSpPr>
          <p:cNvPr id="8" name="Text Placeholder 7">
            <a:extLst>
              <a:ext uri="{FF2B5EF4-FFF2-40B4-BE49-F238E27FC236}">
                <a16:creationId xmlns:a16="http://schemas.microsoft.com/office/drawing/2014/main" id="{234CD17C-3ACE-4AE0-A6C5-F90D44EA7243}"/>
              </a:ext>
            </a:extLst>
          </p:cNvPr>
          <p:cNvSpPr>
            <a:spLocks noGrp="1"/>
          </p:cNvSpPr>
          <p:nvPr>
            <p:ph type="body" idx="1"/>
          </p:nvPr>
        </p:nvSpPr>
        <p:spPr>
          <a:xfrm>
            <a:off x="381000" y="1943099"/>
            <a:ext cx="11430000" cy="4233863"/>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p:txBody>
      </p:sp>
      <p:sp>
        <p:nvSpPr>
          <p:cNvPr id="7" name="Footer Placeholder 6">
            <a:extLst>
              <a:ext uri="{FF2B5EF4-FFF2-40B4-BE49-F238E27FC236}">
                <a16:creationId xmlns:a16="http://schemas.microsoft.com/office/drawing/2014/main" id="{C898D3F2-5EC6-4985-85B5-4178882BCB8C}"/>
              </a:ext>
            </a:extLst>
          </p:cNvPr>
          <p:cNvSpPr>
            <a:spLocks noGrp="1"/>
          </p:cNvSpPr>
          <p:nvPr>
            <p:ph type="ftr" sz="quarter" idx="3"/>
          </p:nvPr>
        </p:nvSpPr>
        <p:spPr>
          <a:xfrm>
            <a:off x="381002" y="6519009"/>
            <a:ext cx="5714999" cy="206375"/>
          </a:xfrm>
          <a:prstGeom prst="rect">
            <a:avLst/>
          </a:prstGeom>
        </p:spPr>
        <p:txBody>
          <a:bodyPr lIns="0"/>
          <a:lstStyle>
            <a:lvl1pPr>
              <a:defRPr sz="800">
                <a:solidFill>
                  <a:schemeClr val="tx1">
                    <a:alpha val="40000"/>
                  </a:schemeClr>
                </a:solidFill>
              </a:defRPr>
            </a:lvl1pPr>
          </a:lstStyle>
          <a:p>
            <a:r>
              <a:rPr lang="en-US" dirty="0"/>
              <a:t>Copyright © 2020 Accenture. All rights reserved.</a:t>
            </a:r>
          </a:p>
        </p:txBody>
      </p:sp>
      <p:sp>
        <p:nvSpPr>
          <p:cNvPr id="9" name="Slide Number Placeholder 9">
            <a:extLst>
              <a:ext uri="{FF2B5EF4-FFF2-40B4-BE49-F238E27FC236}">
                <a16:creationId xmlns:a16="http://schemas.microsoft.com/office/drawing/2014/main" id="{50E54BBC-E15F-4274-9991-03B6F5BA42EC}"/>
              </a:ext>
            </a:extLst>
          </p:cNvPr>
          <p:cNvSpPr>
            <a:spLocks noGrp="1"/>
          </p:cNvSpPr>
          <p:nvPr>
            <p:ph type="sldNum" sz="quarter" idx="4"/>
          </p:nvPr>
        </p:nvSpPr>
        <p:spPr>
          <a:xfrm>
            <a:off x="11506202" y="6519009"/>
            <a:ext cx="385711" cy="206375"/>
          </a:xfrm>
          <a:prstGeom prst="rect">
            <a:avLst/>
          </a:prstGeom>
        </p:spPr>
        <p:txBody>
          <a:bodyPr/>
          <a:lstStyle>
            <a:lvl1pPr>
              <a:defRPr sz="800">
                <a:solidFill>
                  <a:schemeClr val="tx1">
                    <a:alpha val="40000"/>
                  </a:schemeClr>
                </a:solidFill>
              </a:defRPr>
            </a:lvl1pPr>
          </a:lstStyle>
          <a:p>
            <a:fld id="{4F9AC08D-23A9-440E-BCB9-AA1E9877CC38}" type="slidenum">
              <a:rPr lang="en-US" smtClean="0"/>
              <a:pPr/>
              <a:t>‹#›</a:t>
            </a:fld>
            <a:endParaRPr lang="en-US" dirty="0"/>
          </a:p>
        </p:txBody>
      </p:sp>
    </p:spTree>
    <p:extLst>
      <p:ext uri="{BB962C8B-B14F-4D97-AF65-F5344CB8AC3E}">
        <p14:creationId xmlns:p14="http://schemas.microsoft.com/office/powerpoint/2010/main" val="853474143"/>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Lst>
  <p:hf hdr="0" dt="0"/>
  <p:txStyles>
    <p:titleStyle>
      <a:lvl1pPr marL="0" indent="0" algn="l" defTabSz="914377" rtl="0" eaLnBrk="1" latinLnBrk="0" hangingPunct="1">
        <a:lnSpc>
          <a:spcPct val="80000"/>
        </a:lnSpc>
        <a:spcBef>
          <a:spcPct val="0"/>
        </a:spcBef>
        <a:buNone/>
        <a:defRPr sz="3600" b="1" kern="1200" cap="none" baseline="0">
          <a:solidFill>
            <a:schemeClr val="tx1"/>
          </a:solidFill>
          <a:latin typeface="+mj-lt"/>
          <a:ea typeface="+mj-ea"/>
          <a:cs typeface="+mj-cs"/>
        </a:defRPr>
      </a:lvl1pPr>
    </p:titleStyle>
    <p:bodyStyle>
      <a:lvl1pPr marL="0" indent="0" algn="l" defTabSz="914377" rtl="0" eaLnBrk="1" latinLnBrk="0" hangingPunct="1">
        <a:lnSpc>
          <a:spcPct val="90000"/>
        </a:lnSpc>
        <a:spcBef>
          <a:spcPts val="1200"/>
        </a:spcBef>
        <a:spcAft>
          <a:spcPts val="1200"/>
        </a:spcAft>
        <a:buFont typeface="Arial" panose="020B0604020202020204" pitchFamily="34" charset="0"/>
        <a:buNone/>
        <a:defRPr sz="2800" b="1" kern="1200" cap="none" baseline="0">
          <a:solidFill>
            <a:schemeClr val="tx1"/>
          </a:solidFill>
          <a:latin typeface="+mj-lt"/>
          <a:ea typeface="+mn-ea"/>
          <a:cs typeface="+mn-cs"/>
        </a:defRPr>
      </a:lvl1pPr>
      <a:lvl2pPr marL="0" indent="0" algn="l" defTabSz="914377" rtl="0" eaLnBrk="1" latinLnBrk="0" hangingPunct="1">
        <a:lnSpc>
          <a:spcPct val="90000"/>
        </a:lnSpc>
        <a:spcBef>
          <a:spcPts val="1200"/>
        </a:spcBef>
        <a:spcAft>
          <a:spcPts val="1200"/>
        </a:spcAft>
        <a:buFont typeface="Arial" panose="020B0604020202020204" pitchFamily="34" charset="0"/>
        <a:buNone/>
        <a:defRPr sz="2200" kern="1200">
          <a:solidFill>
            <a:schemeClr val="tx1"/>
          </a:solidFill>
          <a:latin typeface="+mn-lt"/>
          <a:ea typeface="+mn-ea"/>
          <a:cs typeface="+mn-cs"/>
        </a:defRPr>
      </a:lvl2pPr>
      <a:lvl3pPr marL="180975" indent="-180975" algn="l" defTabSz="914377" rtl="0" eaLnBrk="1" latinLnBrk="0" hangingPunct="1">
        <a:lnSpc>
          <a:spcPct val="90000"/>
        </a:lnSpc>
        <a:spcBef>
          <a:spcPts val="1200"/>
        </a:spcBef>
        <a:spcAft>
          <a:spcPts val="1200"/>
        </a:spcAft>
        <a:buFont typeface="Arial" panose="020B0604020202020204" pitchFamily="34" charset="0"/>
        <a:buChar char="•"/>
        <a:defRPr sz="1800" kern="1200">
          <a:solidFill>
            <a:schemeClr val="tx1"/>
          </a:solidFill>
          <a:latin typeface="+mn-lt"/>
          <a:ea typeface="+mn-ea"/>
          <a:cs typeface="+mn-cs"/>
        </a:defRPr>
      </a:lvl3pPr>
      <a:lvl4pPr marL="173034" indent="-169858" algn="l" defTabSz="914377" rtl="0" eaLnBrk="1" latinLnBrk="0" hangingPunct="1">
        <a:lnSpc>
          <a:spcPct val="110000"/>
        </a:lnSpc>
        <a:spcBef>
          <a:spcPts val="0"/>
        </a:spcBef>
        <a:spcAft>
          <a:spcPts val="0"/>
        </a:spcAft>
        <a:buFont typeface="Arial" panose="020B0604020202020204" pitchFamily="34" charset="0"/>
        <a:buChar char="•"/>
        <a:defRPr sz="1800" kern="1200">
          <a:solidFill>
            <a:schemeClr val="tx1"/>
          </a:solidFill>
          <a:latin typeface="+mn-lt"/>
          <a:ea typeface="+mn-ea"/>
          <a:cs typeface="+mn-cs"/>
        </a:defRPr>
      </a:lvl4pPr>
      <a:lvl5pPr marL="346066" indent="-177796" algn="l" defTabSz="914377" rtl="0" eaLnBrk="1" latinLnBrk="0" hangingPunct="1">
        <a:lnSpc>
          <a:spcPct val="110000"/>
        </a:lnSpc>
        <a:spcBef>
          <a:spcPts val="0"/>
        </a:spcBef>
        <a:spcAft>
          <a:spcPts val="0"/>
        </a:spcAft>
        <a:buFont typeface="Graphik" panose="020B0503030202060203" pitchFamily="34" charset="0"/>
        <a:buChar char="–"/>
        <a:defRPr sz="1400" kern="1200">
          <a:solidFill>
            <a:schemeClr val="tx1"/>
          </a:solidFill>
          <a:latin typeface="+mn-lt"/>
          <a:ea typeface="+mn-ea"/>
          <a:cs typeface="+mn-cs"/>
        </a:defRPr>
      </a:lvl5pPr>
      <a:lvl6pPr marL="512750" indent="-173034" algn="l" defTabSz="914377"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0" indent="0" algn="l" defTabSz="914377" rtl="0" eaLnBrk="1" latinLnBrk="0" hangingPunct="1">
        <a:lnSpc>
          <a:spcPct val="90000"/>
        </a:lnSpc>
        <a:spcBef>
          <a:spcPts val="800"/>
        </a:spcBef>
        <a:buFont typeface="Arial" panose="020B0604020202020204" pitchFamily="34" charset="0"/>
        <a:buNone/>
        <a:defRPr sz="1200" b="1" kern="1200" cap="all" baseline="0">
          <a:solidFill>
            <a:schemeClr val="tx1"/>
          </a:solidFill>
          <a:latin typeface="+mj-lt"/>
          <a:ea typeface="+mn-ea"/>
          <a:cs typeface="+mn-cs"/>
        </a:defRPr>
      </a:lvl7pPr>
      <a:lvl8pPr marL="0" indent="0" algn="l" defTabSz="914377" rtl="0" eaLnBrk="1" latinLnBrk="0" hangingPunct="1">
        <a:lnSpc>
          <a:spcPct val="100000"/>
        </a:lnSpc>
        <a:spcBef>
          <a:spcPts val="0"/>
        </a:spcBef>
        <a:spcAft>
          <a:spcPts val="800"/>
        </a:spcAft>
        <a:buFont typeface="Arial" panose="020B0604020202020204" pitchFamily="34" charset="0"/>
        <a:buNone/>
        <a:defRPr sz="1800" kern="1200" baseline="0">
          <a:solidFill>
            <a:schemeClr val="tx1"/>
          </a:solidFill>
          <a:latin typeface="+mn-lt"/>
          <a:ea typeface="+mn-ea"/>
          <a:cs typeface="+mn-cs"/>
        </a:defRPr>
      </a:lvl8pPr>
      <a:lvl9pPr marL="0" indent="0" algn="l" defTabSz="914377" rtl="0" eaLnBrk="1" latinLnBrk="0" hangingPunct="1">
        <a:lnSpc>
          <a:spcPct val="110000"/>
        </a:lnSpc>
        <a:spcBef>
          <a:spcPts val="0"/>
        </a:spcBef>
        <a:spcAft>
          <a:spcPts val="600"/>
        </a:spcAft>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224">
          <p15:clr>
            <a:srgbClr val="F26B43"/>
          </p15:clr>
        </p15:guide>
        <p15:guide id="2" pos="5640">
          <p15:clr>
            <a:srgbClr val="F26B43"/>
          </p15:clr>
        </p15:guide>
        <p15:guide id="4">
          <p15:clr>
            <a:srgbClr val="F26B43"/>
          </p15:clr>
        </p15:guide>
        <p15:guide id="5" orient="horz" pos="240">
          <p15:clr>
            <a:srgbClr val="F26B43"/>
          </p15:clr>
        </p15:guide>
        <p15:guide id="6" orient="horz">
          <p15:clr>
            <a:srgbClr val="F26B43"/>
          </p15:clr>
        </p15:guide>
        <p15:guide id="7" pos="7680">
          <p15:clr>
            <a:srgbClr val="F26B43"/>
          </p15:clr>
        </p15:guide>
        <p15:guide id="9" pos="240">
          <p15:clr>
            <a:srgbClr val="F26B43"/>
          </p15:clr>
        </p15:guide>
        <p15:guide id="10" orient="horz" pos="4224">
          <p15:clr>
            <a:srgbClr val="F26B43"/>
          </p15:clr>
        </p15:guide>
        <p15:guide id="11" pos="3840">
          <p15:clr>
            <a:srgbClr val="F26B43"/>
          </p15:clr>
        </p15:guide>
        <p15:guide id="13" pos="2040">
          <p15:clr>
            <a:srgbClr val="F26B43"/>
          </p15:clr>
        </p15:guide>
        <p15:guide id="14" pos="7440">
          <p15:clr>
            <a:srgbClr val="F26B43"/>
          </p15:clr>
        </p15:guide>
        <p15:guide id="15" orient="horz" pos="2232">
          <p15:clr>
            <a:srgbClr val="F26B43"/>
          </p15:clr>
        </p15:guide>
        <p15:guide id="16" orient="horz" pos="3240">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8F314A7-305B-4E0B-96B7-5B0949118DB0}" type="datetimeFigureOut">
              <a:rPr lang="en-IN" smtClean="0"/>
              <a:t>12-08-2026</a:t>
            </a:fld>
            <a:endParaRPr lang="en-IN"/>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FDA3DAB-CBFF-463B-9AA2-9E36431F8A67}" type="slidenum">
              <a:rPr lang="en-IN" smtClean="0"/>
              <a:t>‹#›</a:t>
            </a:fld>
            <a:endParaRPr lang="en-IN"/>
          </a:p>
        </p:txBody>
      </p:sp>
    </p:spTree>
    <p:extLst>
      <p:ext uri="{BB962C8B-B14F-4D97-AF65-F5344CB8AC3E}">
        <p14:creationId xmlns:p14="http://schemas.microsoft.com/office/powerpoint/2010/main" val="566692763"/>
      </p:ext>
    </p:extLst>
  </p:cSld>
  <p:clrMap bg1="lt1" tx1="dk1" bg2="lt2" tx2="dk2" accent1="accent1" accent2="accent2" accent3="accent3" accent4="accent4" accent5="accent5" accent6="accent6" hlink="hlink" folHlink="folHlink"/>
  <p:sldLayoutIdLst>
    <p:sldLayoutId id="2147483700" r:id="rId1"/>
    <p:sldLayoutId id="2147483701" r:id="rId2"/>
    <p:sldLayoutId id="2147483702" r:id="rId3"/>
    <p:sldLayoutId id="2147483703" r:id="rId4"/>
    <p:sldLayoutId id="2147483704" r:id="rId5"/>
    <p:sldLayoutId id="2147483705" r:id="rId6"/>
    <p:sldLayoutId id="2147483706" r:id="rId7"/>
    <p:sldLayoutId id="2147483707" r:id="rId8"/>
    <p:sldLayoutId id="2147483708" r:id="rId9"/>
    <p:sldLayoutId id="2147483709" r:id="rId10"/>
    <p:sldLayoutId id="2147483710" r:id="rId11"/>
    <p:sldLayoutId id="2147483711" r:id="rId12"/>
    <p:sldLayoutId id="2147483712"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copyright">
            <a:extLst>
              <a:ext uri="{FF2B5EF4-FFF2-40B4-BE49-F238E27FC236}">
                <a16:creationId xmlns:a16="http://schemas.microsoft.com/office/drawing/2014/main" id="{8DEAF7F0-ADBE-DA4B-80DE-727BD0E615AA}"/>
              </a:ext>
            </a:extLst>
          </p:cNvPr>
          <p:cNvSpPr txBox="1"/>
          <p:nvPr/>
        </p:nvSpPr>
        <p:spPr>
          <a:xfrm>
            <a:off x="9031909" y="6429853"/>
            <a:ext cx="2398092"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r>
              <a:rPr lang="en-GB" sz="800">
                <a:solidFill>
                  <a:schemeClr val="tx1">
                    <a:lumMod val="50000"/>
                    <a:lumOff val="50000"/>
                    <a:alpha val="75000"/>
                  </a:schemeClr>
                </a:solidFill>
                <a:latin typeface="Graphik" panose="020B0503030202060203" pitchFamily="34" charset="77"/>
              </a:rPr>
              <a:t>Copyright © 2025 Accenture. All rights reserved.</a:t>
            </a:r>
            <a:endParaRPr lang="en-US" sz="1351" noProof="0">
              <a:solidFill>
                <a:schemeClr val="tx1">
                  <a:lumMod val="50000"/>
                  <a:lumOff val="50000"/>
                  <a:alpha val="75000"/>
                </a:schemeClr>
              </a:solidFill>
              <a:latin typeface="Graphik" panose="020B0503030202060203" pitchFamily="34" charset="77"/>
            </a:endParaRPr>
          </a:p>
        </p:txBody>
      </p:sp>
      <p:sp>
        <p:nvSpPr>
          <p:cNvPr id="26" name="slide number automatic">
            <a:extLst>
              <a:ext uri="{FF2B5EF4-FFF2-40B4-BE49-F238E27FC236}">
                <a16:creationId xmlns:a16="http://schemas.microsoft.com/office/drawing/2014/main" id="{A54DE5B9-F305-CC4E-9A6A-0DC78956D275}"/>
              </a:ext>
            </a:extLst>
          </p:cNvPr>
          <p:cNvSpPr txBox="1"/>
          <p:nvPr/>
        </p:nvSpPr>
        <p:spPr>
          <a:xfrm>
            <a:off x="11685965" y="6429853"/>
            <a:ext cx="125035" cy="123111"/>
          </a:xfrm>
          <a:prstGeom prst="rect">
            <a:avLst/>
          </a:prstGeom>
          <a:noFill/>
        </p:spPr>
        <p:txBody>
          <a:bodyPr wrap="none" lIns="0" tIns="0" rIns="0" bIns="0" rtlCol="0" anchor="ctr">
            <a:spAutoFit/>
          </a:bodyPr>
          <a:lstStyle/>
          <a:p>
            <a:pPr marL="0" marR="0" lvl="0" indent="0" algn="r" defTabSz="228594" rtl="0" eaLnBrk="1" fontAlgn="auto" latinLnBrk="0" hangingPunct="1">
              <a:lnSpc>
                <a:spcPct val="100000"/>
              </a:lnSpc>
              <a:spcBef>
                <a:spcPts val="0"/>
              </a:spcBef>
              <a:spcAft>
                <a:spcPts val="1200"/>
              </a:spcAft>
              <a:buClrTx/>
              <a:buSzTx/>
              <a:buFontTx/>
              <a:buNone/>
              <a:tabLst/>
              <a:defRPr/>
            </a:pPr>
            <a:fld id="{8A1971D9-5B62-3C46-9EC9-FDAAB88557B2}" type="slidenum">
              <a:rPr lang="en-GB" sz="800" smtClean="0">
                <a:solidFill>
                  <a:schemeClr val="tx1">
                    <a:lumMod val="50000"/>
                    <a:lumOff val="50000"/>
                    <a:alpha val="75000"/>
                  </a:schemeClr>
                </a:solidFill>
                <a:latin typeface="+mj-lt"/>
              </a:rPr>
              <a:pPr marL="0" marR="0" lvl="0" indent="0" algn="r" defTabSz="228594" rtl="0" eaLnBrk="1" fontAlgn="auto" latinLnBrk="0" hangingPunct="1">
                <a:lnSpc>
                  <a:spcPct val="100000"/>
                </a:lnSpc>
                <a:spcBef>
                  <a:spcPts val="0"/>
                </a:spcBef>
                <a:spcAft>
                  <a:spcPts val="1200"/>
                </a:spcAft>
                <a:buClrTx/>
                <a:buSzTx/>
                <a:buFontTx/>
                <a:buNone/>
                <a:tabLst/>
                <a:defRPr/>
              </a:pPr>
              <a:t>‹#›</a:t>
            </a:fld>
            <a:endParaRPr lang="en-US" sz="1351" noProof="0">
              <a:solidFill>
                <a:schemeClr val="tx1">
                  <a:lumMod val="50000"/>
                  <a:lumOff val="50000"/>
                  <a:alpha val="75000"/>
                </a:schemeClr>
              </a:solidFill>
              <a:latin typeface="+mj-lt"/>
            </a:endParaRPr>
          </a:p>
        </p:txBody>
      </p:sp>
      <p:sp>
        <p:nvSpPr>
          <p:cNvPr id="2" name="Title Placeholder 1">
            <a:extLst>
              <a:ext uri="{FF2B5EF4-FFF2-40B4-BE49-F238E27FC236}">
                <a16:creationId xmlns:a16="http://schemas.microsoft.com/office/drawing/2014/main" id="{567A189F-CDB6-4881-855E-11E780CE46B1}"/>
              </a:ext>
            </a:extLst>
          </p:cNvPr>
          <p:cNvSpPr>
            <a:spLocks noGrp="1"/>
          </p:cNvSpPr>
          <p:nvPr>
            <p:ph type="title"/>
          </p:nvPr>
        </p:nvSpPr>
        <p:spPr>
          <a:xfrm>
            <a:off x="565460" y="558086"/>
            <a:ext cx="11357865" cy="393954"/>
          </a:xfrm>
          <a:prstGeom prst="rect">
            <a:avLst/>
          </a:prstGeom>
        </p:spPr>
        <p:txBody>
          <a:bodyPr vert="horz" wrap="square" lIns="0" tIns="0" rIns="0" bIns="0" rtlCol="0" anchor="t">
            <a:spAutoFit/>
          </a:bodyPr>
          <a:lstStyle/>
          <a:p>
            <a:r>
              <a:rPr lang="en-US" b="1" i="0">
                <a:latin typeface="Graphik Semibold" panose="020B0503030202060203" pitchFamily="34" charset="77"/>
              </a:rPr>
              <a:t>Place headline here in </a:t>
            </a:r>
            <a:r>
              <a:rPr lang="en-US" b="1" i="0" err="1">
                <a:latin typeface="Graphik Semibold" panose="020B0503030202060203" pitchFamily="34" charset="77"/>
              </a:rPr>
              <a:t>Graphik</a:t>
            </a:r>
            <a:r>
              <a:rPr lang="en-US" b="1" i="0">
                <a:latin typeface="Graphik Semibold" panose="020B0503030202060203" pitchFamily="34" charset="77"/>
              </a:rPr>
              <a:t> Semibold</a:t>
            </a:r>
            <a:endParaRPr lang="en-US"/>
          </a:p>
        </p:txBody>
      </p:sp>
      <p:sp>
        <p:nvSpPr>
          <p:cNvPr id="3" name="Text Placeholder 2">
            <a:extLst>
              <a:ext uri="{FF2B5EF4-FFF2-40B4-BE49-F238E27FC236}">
                <a16:creationId xmlns:a16="http://schemas.microsoft.com/office/drawing/2014/main" id="{6D78F67F-4953-4937-B393-889106DBC906}"/>
              </a:ext>
            </a:extLst>
          </p:cNvPr>
          <p:cNvSpPr>
            <a:spLocks noGrp="1"/>
          </p:cNvSpPr>
          <p:nvPr>
            <p:ph type="body" idx="1"/>
          </p:nvPr>
        </p:nvSpPr>
        <p:spPr>
          <a:xfrm>
            <a:off x="565460" y="1371601"/>
            <a:ext cx="11357865" cy="4766863"/>
          </a:xfrm>
          <a:prstGeom prst="rect">
            <a:avLst/>
          </a:prstGeom>
          <a:ln>
            <a:noFill/>
          </a:ln>
        </p:spPr>
        <p:txBody>
          <a:bodyPr vert="horz" lIns="0" tIns="0" rIns="0" bIns="0" rtlCol="0">
            <a:noAutofit/>
          </a:bodyPr>
          <a:lstStyle/>
          <a:p>
            <a:pPr lvl="0"/>
            <a:r>
              <a:rPr lang="en-US"/>
              <a:t>First level (copy)</a:t>
            </a:r>
          </a:p>
          <a:p>
            <a:pPr lvl="1"/>
            <a:r>
              <a:rPr lang="en-US"/>
              <a:t>Second level (bullet)</a:t>
            </a:r>
          </a:p>
          <a:p>
            <a:pPr lvl="2"/>
            <a:r>
              <a:rPr lang="en-US"/>
              <a:t>Third level (bullet)</a:t>
            </a:r>
          </a:p>
          <a:p>
            <a:pPr lvl="3"/>
            <a:r>
              <a:rPr lang="en-US"/>
              <a:t>Fourth level (bullet)</a:t>
            </a:r>
          </a:p>
          <a:p>
            <a:pPr lvl="4"/>
            <a:r>
              <a:rPr lang="en-US"/>
              <a:t>Fifth level (bullet)</a:t>
            </a:r>
          </a:p>
          <a:p>
            <a:pPr lvl="5"/>
            <a:r>
              <a:rPr lang="en-US"/>
              <a:t>Sixth level (copy)</a:t>
            </a:r>
          </a:p>
          <a:p>
            <a:pPr lvl="6"/>
            <a:r>
              <a:rPr lang="en-US"/>
              <a:t>Seventh level (small copy)</a:t>
            </a:r>
          </a:p>
          <a:p>
            <a:pPr lvl="7"/>
            <a:r>
              <a:rPr lang="en-US"/>
              <a:t>EIGHT LEVEL (DESCRIPTOR)</a:t>
            </a:r>
          </a:p>
          <a:p>
            <a:pPr lvl="8"/>
            <a:r>
              <a:rPr lang="en-US"/>
              <a:t>Ninth level (footer)</a:t>
            </a:r>
          </a:p>
        </p:txBody>
      </p:sp>
      <p:sp>
        <p:nvSpPr>
          <p:cNvPr id="4" name="GTS_Purple">
            <a:extLst>
              <a:ext uri="{FF2B5EF4-FFF2-40B4-BE49-F238E27FC236}">
                <a16:creationId xmlns:a16="http://schemas.microsoft.com/office/drawing/2014/main" id="{43975608-6DA8-9707-7CBD-C871ED474F3A}"/>
              </a:ext>
              <a:ext uri="{C183D7F6-B498-43B3-948B-1728B52AA6E4}">
                <adec:decorative xmlns:adec="http://schemas.microsoft.com/office/drawing/2017/decorative" val="1"/>
              </a:ext>
            </a:extLst>
          </p:cNvPr>
          <p:cNvSpPr>
            <a:spLocks noChangeAspect="1"/>
          </p:cNvSpPr>
          <p:nvPr userDrawn="1"/>
        </p:nvSpPr>
        <p:spPr bwMode="auto">
          <a:xfrm>
            <a:off x="553175" y="6390824"/>
            <a:ext cx="183203" cy="201168"/>
          </a:xfrm>
          <a:custGeom>
            <a:avLst/>
            <a:gdLst>
              <a:gd name="T0" fmla="*/ 0 w 4100"/>
              <a:gd name="T1" fmla="*/ 4500 h 4500"/>
              <a:gd name="T2" fmla="*/ 4100 w 4100"/>
              <a:gd name="T3" fmla="*/ 2837 h 4500"/>
              <a:gd name="T4" fmla="*/ 4100 w 4100"/>
              <a:gd name="T5" fmla="*/ 1663 h 4500"/>
              <a:gd name="T6" fmla="*/ 0 w 4100"/>
              <a:gd name="T7" fmla="*/ 0 h 4500"/>
              <a:gd name="T8" fmla="*/ 0 w 4100"/>
              <a:gd name="T9" fmla="*/ 1175 h 4500"/>
              <a:gd name="T10" fmla="*/ 2651 w 4100"/>
              <a:gd name="T11" fmla="*/ 2250 h 4500"/>
              <a:gd name="T12" fmla="*/ 0 w 4100"/>
              <a:gd name="T13" fmla="*/ 3325 h 4500"/>
              <a:gd name="T14" fmla="*/ 0 w 4100"/>
              <a:gd name="T15" fmla="*/ 4500 h 45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00" h="4500">
                <a:moveTo>
                  <a:pt x="0" y="4500"/>
                </a:moveTo>
                <a:lnTo>
                  <a:pt x="4100" y="2837"/>
                </a:lnTo>
                <a:lnTo>
                  <a:pt x="4100" y="1663"/>
                </a:lnTo>
                <a:lnTo>
                  <a:pt x="0" y="0"/>
                </a:lnTo>
                <a:lnTo>
                  <a:pt x="0" y="1175"/>
                </a:lnTo>
                <a:lnTo>
                  <a:pt x="2651" y="2250"/>
                </a:lnTo>
                <a:lnTo>
                  <a:pt x="0" y="3325"/>
                </a:lnTo>
                <a:lnTo>
                  <a:pt x="0" y="4500"/>
                </a:lnTo>
                <a:close/>
              </a:path>
            </a:pathLst>
          </a:custGeom>
          <a:solidFill>
            <a:srgbClr val="A100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sz="1351" b="0" i="0">
              <a:latin typeface="Graphik" panose="020B0503030202060203" pitchFamily="34" charset="77"/>
            </a:endParaRPr>
          </a:p>
        </p:txBody>
      </p:sp>
    </p:spTree>
    <p:extLst>
      <p:ext uri="{BB962C8B-B14F-4D97-AF65-F5344CB8AC3E}">
        <p14:creationId xmlns:p14="http://schemas.microsoft.com/office/powerpoint/2010/main" val="3462129405"/>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 id="2147483725" r:id="rId12"/>
    <p:sldLayoutId id="2147483726" r:id="rId13"/>
    <p:sldLayoutId id="2147483727" r:id="rId14"/>
    <p:sldLayoutId id="2147483728" r:id="rId15"/>
    <p:sldLayoutId id="2147483729" r:id="rId16"/>
    <p:sldLayoutId id="2147483730" r:id="rId17"/>
    <p:sldLayoutId id="2147483731" r:id="rId18"/>
    <p:sldLayoutId id="2147483732" r:id="rId19"/>
    <p:sldLayoutId id="2147483733" r:id="rId20"/>
    <p:sldLayoutId id="2147483734" r:id="rId21"/>
    <p:sldLayoutId id="2147483735" r:id="rId22"/>
    <p:sldLayoutId id="2147483736" r:id="rId23"/>
    <p:sldLayoutId id="2147483737" r:id="rId24"/>
    <p:sldLayoutId id="2147483738" r:id="rId25"/>
    <p:sldLayoutId id="2147483739" r:id="rId26"/>
    <p:sldLayoutId id="2147483740" r:id="rId27"/>
    <p:sldLayoutId id="2147483741" r:id="rId28"/>
    <p:sldLayoutId id="2147483742" r:id="rId29"/>
    <p:sldLayoutId id="2147483743" r:id="rId30"/>
    <p:sldLayoutId id="2147483744" r:id="rId31"/>
    <p:sldLayoutId id="2147483745" r:id="rId32"/>
    <p:sldLayoutId id="2147483746" r:id="rId33"/>
    <p:sldLayoutId id="2147483747" r:id="rId34"/>
    <p:sldLayoutId id="2147483748" r:id="rId35"/>
    <p:sldLayoutId id="2147483749" r:id="rId36"/>
    <p:sldLayoutId id="2147483750" r:id="rId37"/>
    <p:sldLayoutId id="2147483751" r:id="rId38"/>
    <p:sldLayoutId id="2147483752" r:id="rId39"/>
    <p:sldLayoutId id="2147483753" r:id="rId40"/>
    <p:sldLayoutId id="2147483754" r:id="rId41"/>
    <p:sldLayoutId id="2147483755" r:id="rId42"/>
    <p:sldLayoutId id="2147483756" r:id="rId43"/>
    <p:sldLayoutId id="2147483757" r:id="rId44"/>
    <p:sldLayoutId id="2147483758" r:id="rId45"/>
    <p:sldLayoutId id="2147483759" r:id="rId46"/>
    <p:sldLayoutId id="2147483760" r:id="rId47"/>
    <p:sldLayoutId id="2147483761" r:id="rId48"/>
    <p:sldLayoutId id="2147483762" r:id="rId49"/>
    <p:sldLayoutId id="2147483763" r:id="rId50"/>
    <p:sldLayoutId id="2147483764" r:id="rId51"/>
    <p:sldLayoutId id="2147483765" r:id="rId52"/>
    <p:sldLayoutId id="2147483766" r:id="rId53"/>
    <p:sldLayoutId id="2147483767" r:id="rId54"/>
    <p:sldLayoutId id="2147483768" r:id="rId55"/>
    <p:sldLayoutId id="2147483769" r:id="rId56"/>
    <p:sldLayoutId id="2147483770" r:id="rId57"/>
  </p:sldLayoutIdLst>
  <p:hf sldNum="0" hdr="0" ftr="0" dt="0"/>
  <p:txStyles>
    <p:titleStyle>
      <a:lvl1pPr algn="l" defTabSz="914377" rtl="0" eaLnBrk="1" latinLnBrk="0" hangingPunct="1">
        <a:lnSpc>
          <a:spcPct val="80000"/>
        </a:lnSpc>
        <a:spcBef>
          <a:spcPct val="0"/>
        </a:spcBef>
        <a:buNone/>
        <a:defRPr sz="3200" b="0" i="0" kern="1200">
          <a:solidFill>
            <a:schemeClr val="tx1"/>
          </a:solidFill>
          <a:latin typeface="Graphik Semibold" panose="020B0503030202060203" pitchFamily="34" charset="77"/>
          <a:ea typeface="+mj-ea"/>
          <a:cs typeface="+mj-cs"/>
        </a:defRPr>
      </a:lvl1pPr>
    </p:titleStyle>
    <p:bodyStyle>
      <a:lvl1pPr marL="0" indent="0" algn="l" defTabSz="228594" rtl="0" eaLnBrk="1" latinLnBrk="0" hangingPunct="1">
        <a:lnSpc>
          <a:spcPct val="100000"/>
        </a:lnSpc>
        <a:spcBef>
          <a:spcPts val="0"/>
        </a:spcBef>
        <a:spcAft>
          <a:spcPts val="1200"/>
        </a:spcAft>
        <a:buFont typeface="Arial" panose="020B0604020202020204" pitchFamily="34" charset="0"/>
        <a:buNone/>
        <a:defRPr sz="1400" b="0" kern="1200">
          <a:solidFill>
            <a:schemeClr val="tx1"/>
          </a:solidFill>
          <a:latin typeface="+mn-lt"/>
          <a:ea typeface="+mn-ea"/>
          <a:cs typeface="+mn-cs"/>
        </a:defRPr>
      </a:lvl1pPr>
      <a:lvl2pPr marL="228594" indent="-228594" algn="l" defTabSz="228594" rtl="0" eaLnBrk="1" latinLnBrk="0" hangingPunct="1">
        <a:lnSpc>
          <a:spcPct val="100000"/>
        </a:lnSpc>
        <a:spcBef>
          <a:spcPts val="0"/>
        </a:spcBef>
        <a:spcAft>
          <a:spcPts val="1200"/>
        </a:spcAft>
        <a:buClrTx/>
        <a:buFont typeface="Arial" panose="020B0604020202020204" pitchFamily="34" charset="0"/>
        <a:buChar char="•"/>
        <a:defRPr sz="1200" kern="1200">
          <a:solidFill>
            <a:schemeClr val="tx1"/>
          </a:solidFill>
          <a:latin typeface="+mn-lt"/>
          <a:ea typeface="+mn-ea"/>
          <a:cs typeface="+mn-cs"/>
        </a:defRPr>
      </a:lvl2pPr>
      <a:lvl3pPr marL="457189" indent="-228594" algn="l" defTabSz="228594" rtl="0" eaLnBrk="1" latinLnBrk="0" hangingPunct="1">
        <a:lnSpc>
          <a:spcPct val="100000"/>
        </a:lnSpc>
        <a:spcBef>
          <a:spcPts val="0"/>
        </a:spcBef>
        <a:spcAft>
          <a:spcPts val="1200"/>
        </a:spcAft>
        <a:buFont typeface="System Font"/>
        <a:buChar char="–"/>
        <a:defRPr sz="1200" kern="1200">
          <a:solidFill>
            <a:schemeClr val="tx1"/>
          </a:solidFill>
          <a:latin typeface="+mn-lt"/>
          <a:ea typeface="+mn-ea"/>
          <a:cs typeface="+mn-cs"/>
        </a:defRPr>
      </a:lvl3pPr>
      <a:lvl4pPr marL="685783" indent="-228594" algn="l" defTabSz="228594" rtl="0" eaLnBrk="1" latinLnBrk="0" hangingPunct="1">
        <a:lnSpc>
          <a:spcPct val="100000"/>
        </a:lnSpc>
        <a:spcBef>
          <a:spcPts val="0"/>
        </a:spcBef>
        <a:spcAft>
          <a:spcPts val="1200"/>
        </a:spcAft>
        <a:buFont typeface="Arial" panose="020B0604020202020204" pitchFamily="34" charset="0"/>
        <a:buChar char="•"/>
        <a:defRPr sz="1100" kern="1200">
          <a:solidFill>
            <a:schemeClr val="tx1"/>
          </a:solidFill>
          <a:latin typeface="+mn-lt"/>
          <a:ea typeface="+mn-ea"/>
          <a:cs typeface="+mn-cs"/>
        </a:defRPr>
      </a:lvl4pPr>
      <a:lvl5pPr marL="914377" indent="-228594" algn="l" defTabSz="228594" rtl="0" eaLnBrk="1" latinLnBrk="0" hangingPunct="1">
        <a:lnSpc>
          <a:spcPct val="100000"/>
        </a:lnSpc>
        <a:spcBef>
          <a:spcPts val="0"/>
        </a:spcBef>
        <a:spcAft>
          <a:spcPts val="1200"/>
        </a:spcAft>
        <a:buFont typeface="System Font"/>
        <a:buChar char="–"/>
        <a:defRPr sz="1100" kern="1200">
          <a:solidFill>
            <a:schemeClr val="tx1"/>
          </a:solidFill>
          <a:latin typeface="+mn-lt"/>
          <a:ea typeface="+mn-ea"/>
          <a:cs typeface="+mn-cs"/>
        </a:defRPr>
      </a:lvl5pPr>
      <a:lvl6pPr marL="11113" indent="0" algn="l" defTabSz="228594" rtl="0" eaLnBrk="1" latinLnBrk="0" hangingPunct="1">
        <a:lnSpc>
          <a:spcPct val="90000"/>
        </a:lnSpc>
        <a:spcBef>
          <a:spcPts val="0"/>
        </a:spcBef>
        <a:spcAft>
          <a:spcPts val="1200"/>
        </a:spcAft>
        <a:buFont typeface="Graphik" panose="020B0503030202060203" pitchFamily="34" charset="0"/>
        <a:buNone/>
        <a:tabLst/>
        <a:defRPr sz="1200" kern="1200">
          <a:solidFill>
            <a:schemeClr val="tx1"/>
          </a:solidFill>
          <a:latin typeface="+mn-lt"/>
          <a:ea typeface="+mn-ea"/>
          <a:cs typeface="+mn-cs"/>
        </a:defRPr>
      </a:lvl6pPr>
      <a:lvl7pPr marL="0" indent="0" algn="l" defTabSz="228594" rtl="0" eaLnBrk="1" latinLnBrk="0" hangingPunct="1">
        <a:lnSpc>
          <a:spcPct val="90000"/>
        </a:lnSpc>
        <a:spcBef>
          <a:spcPts val="0"/>
        </a:spcBef>
        <a:spcAft>
          <a:spcPts val="1200"/>
        </a:spcAft>
        <a:buFont typeface="Arial" panose="020B0604020202020204" pitchFamily="34" charset="0"/>
        <a:buNone/>
        <a:defRPr sz="1100" kern="1200">
          <a:solidFill>
            <a:schemeClr val="tx1"/>
          </a:solidFill>
          <a:latin typeface="+mn-lt"/>
          <a:ea typeface="+mn-ea"/>
          <a:cs typeface="+mn-cs"/>
        </a:defRPr>
      </a:lvl7pPr>
      <a:lvl8pPr marL="0" indent="0" algn="l" defTabSz="228594" rtl="0" eaLnBrk="1" latinLnBrk="0" hangingPunct="1">
        <a:lnSpc>
          <a:spcPct val="90000"/>
        </a:lnSpc>
        <a:spcBef>
          <a:spcPts val="0"/>
        </a:spcBef>
        <a:spcAft>
          <a:spcPts val="1200"/>
        </a:spcAft>
        <a:buFont typeface="Arial" panose="020B0604020202020204" pitchFamily="34" charset="0"/>
        <a:buNone/>
        <a:defRPr sz="900" b="1" kern="1200">
          <a:solidFill>
            <a:schemeClr val="tx1"/>
          </a:solidFill>
          <a:latin typeface="+mn-lt"/>
          <a:ea typeface="+mn-ea"/>
          <a:cs typeface="+mn-cs"/>
        </a:defRPr>
      </a:lvl8pPr>
      <a:lvl9pPr marL="0" indent="0" algn="l" defTabSz="228594" rtl="0" eaLnBrk="1" latinLnBrk="0" hangingPunct="1">
        <a:lnSpc>
          <a:spcPct val="90000"/>
        </a:lnSpc>
        <a:spcBef>
          <a:spcPts val="0"/>
        </a:spcBef>
        <a:spcAft>
          <a:spcPts val="1200"/>
        </a:spcAft>
        <a:buFont typeface="Arial" panose="020B0604020202020204" pitchFamily="34" charset="0"/>
        <a:buNone/>
        <a:defRPr sz="700" kern="1200">
          <a:solidFill>
            <a:schemeClr val="tx2"/>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4">
          <p15:clr>
            <a:srgbClr val="5ACBF0"/>
          </p15:clr>
        </p15:guide>
        <p15:guide id="8" pos="347">
          <p15:clr>
            <a:srgbClr val="9FCC3B"/>
          </p15:clr>
        </p15:guide>
        <p15:guide id="9" pos="733">
          <p15:clr>
            <a:srgbClr val="C35EA4"/>
          </p15:clr>
        </p15:guide>
        <p15:guide id="10" pos="7514">
          <p15:clr>
            <a:srgbClr val="5ACBF0"/>
          </p15:clr>
        </p15:guide>
        <p15:guide id="11" pos="166">
          <p15:clr>
            <a:srgbClr val="5ACBF0"/>
          </p15:clr>
        </p15:guide>
        <p15:guide id="12" orient="horz" pos="4156">
          <p15:clr>
            <a:srgbClr val="5ACBF0"/>
          </p15:clr>
        </p15:guide>
        <p15:guide id="13" pos="7333">
          <p15:clr>
            <a:srgbClr val="9FCC3B"/>
          </p15:clr>
        </p15:guide>
        <p15:guide id="14" orient="horz" pos="346">
          <p15:clr>
            <a:srgbClr val="9FCC3B"/>
          </p15:clr>
        </p15:guide>
        <p15:guide id="15" orient="horz" pos="3974">
          <p15:clr>
            <a:srgbClr val="9FCC3B"/>
          </p15:clr>
        </p15:guide>
        <p15:guide id="16" orient="horz" pos="845">
          <p15:clr>
            <a:srgbClr val="A4A3A4"/>
          </p15:clr>
        </p15:guide>
        <p15:guide id="17" orient="horz" pos="3861">
          <p15:clr>
            <a:srgbClr val="A4A3A4"/>
          </p15:clr>
        </p15:guide>
        <p15:guide id="18" pos="6924">
          <p15:clr>
            <a:srgbClr val="C35EA4"/>
          </p15:clr>
        </p15:guide>
        <p15:guide id="19" orient="horz" pos="1162">
          <p15:clr>
            <a:srgbClr val="FDE53C"/>
          </p15:clr>
        </p15:guide>
        <p15:guide id="20" pos="7015">
          <p15:clr>
            <a:srgbClr val="F26B43"/>
          </p15:clr>
        </p15:guide>
        <p15:guide id="21" pos="665">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t>ControlPlane</a:t>
            </a:r>
          </a:p>
        </p:txBody>
      </p:sp>
      <p:sp>
        <p:nvSpPr>
          <p:cNvPr id="3" name="Subtitle 2"/>
          <p:cNvSpPr>
            <a:spLocks noGrp="1"/>
          </p:cNvSpPr>
          <p:nvPr>
            <p:ph type="subTitle" idx="1"/>
          </p:nvPr>
        </p:nvSpPr>
        <p:spPr/>
        <p:txBody>
          <a:bodyPr/>
          <a:lstStyle/>
          <a:p>
            <a:r>
              <a:t>Business proposal · Round 2 · Problem Track 1</a:t>
            </a:r>
          </a:p>
          <a:p>
            <a:r>
              <a:t>Team Nexus, IIT Jodhpur</a:t>
            </a:r>
          </a:p>
        </p:txBody>
      </p:sp>
      <p:sp>
        <p:nvSpPr>
          <p:cNvPr id="4" name="Text Placeholder 3"/>
          <p:cNvSpPr>
            <a:spLocks noGrp="1"/>
          </p:cNvSpPr>
          <p:nvPr>
            <p:ph type="body" idx="15" sz="quarter"/>
          </p:nvPr>
        </p:nvSpPr>
        <p:spPr/>
        <p:txBody>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solidFill>
                  <a:srgbClr val="16202B"/>
                </a:solidFill>
              </a:rPr>
              <a:t>Team Nexus</a:t>
            </a:r>
          </a:p>
        </p:txBody>
      </p:sp>
      <p:sp>
        <p:nvSpPr>
          <p:cNvPr id="3" name="TextBox 2"/>
          <p:cNvSpPr txBox="1"/>
          <p:nvPr/>
        </p:nvSpPr>
        <p:spPr>
          <a:xfrm>
            <a:off x="557784" y="1060704"/>
            <a:ext cx="11064240" cy="457200"/>
          </a:xfrm>
          <a:prstGeom prst="rect">
            <a:avLst/>
          </a:prstGeom>
          <a:noFill/>
        </p:spPr>
        <p:txBody>
          <a:bodyPr wrap="square">
            <a:spAutoFit/>
          </a:bodyPr>
          <a:lstStyle/>
          <a:p>
            <a:r>
              <a:rPr sz="1250">
                <a:solidFill>
                  <a:srgbClr val="6B7782"/>
                </a:solidFill>
              </a:rPr>
              <a:t>IIT Jodhpur</a:t>
            </a:r>
          </a:p>
        </p:txBody>
      </p:sp>
      <p:sp>
        <p:nvSpPr>
          <p:cNvPr id="4" name="TextBox 3"/>
          <p:cNvSpPr txBox="1"/>
          <p:nvPr/>
        </p:nvSpPr>
        <p:spPr>
          <a:xfrm>
            <a:off x="557784" y="2103120"/>
            <a:ext cx="3657600" cy="822960"/>
          </a:xfrm>
          <a:prstGeom prst="rect">
            <a:avLst/>
          </a:prstGeom>
          <a:noFill/>
        </p:spPr>
        <p:txBody>
          <a:bodyPr wrap="square">
            <a:spAutoFit/>
          </a:bodyPr>
          <a:lstStyle/>
          <a:p>
            <a:pPr>
              <a:spcAft>
                <a:spcPts val="200"/>
              </a:spcAft>
            </a:pPr>
            <a:r>
              <a:rPr sz="1500" b="1">
                <a:solidFill>
                  <a:srgbClr val="16202B"/>
                </a:solidFill>
              </a:rPr>
              <a:t>Akshat Jain</a:t>
            </a:r>
          </a:p>
        </p:txBody>
      </p:sp>
      <p:sp>
        <p:nvSpPr>
          <p:cNvPr id="5" name="TextBox 4"/>
          <p:cNvSpPr txBox="1"/>
          <p:nvPr/>
        </p:nvSpPr>
        <p:spPr>
          <a:xfrm>
            <a:off x="4389120" y="2139696"/>
            <a:ext cx="4754880" cy="822960"/>
          </a:xfrm>
          <a:prstGeom prst="rect">
            <a:avLst/>
          </a:prstGeom>
          <a:noFill/>
        </p:spPr>
        <p:txBody>
          <a:bodyPr wrap="square">
            <a:spAutoFit/>
          </a:bodyPr>
          <a:lstStyle/>
          <a:p>
            <a:pPr>
              <a:spcAft>
                <a:spcPts val="0"/>
              </a:spcAft>
            </a:pPr>
            <a:r>
              <a:rPr sz="1200" b="0">
                <a:solidFill>
                  <a:srgbClr val="3A4652"/>
                </a:solidFill>
              </a:rPr>
              <a:t>M.Tech, Artificial Intelligence, 2027</a:t>
            </a:r>
          </a:p>
        </p:txBody>
      </p:sp>
      <p:sp>
        <p:nvSpPr>
          <p:cNvPr id="6" name="TextBox 5"/>
          <p:cNvSpPr txBox="1"/>
          <p:nvPr/>
        </p:nvSpPr>
        <p:spPr>
          <a:xfrm>
            <a:off x="9326880" y="2139696"/>
            <a:ext cx="2377440" cy="822960"/>
          </a:xfrm>
          <a:prstGeom prst="rect">
            <a:avLst/>
          </a:prstGeom>
          <a:noFill/>
        </p:spPr>
        <p:txBody>
          <a:bodyPr wrap="square">
            <a:spAutoFit/>
          </a:bodyPr>
          <a:lstStyle/>
          <a:p>
            <a:pPr>
              <a:spcAft>
                <a:spcPts val="0"/>
              </a:spcAft>
            </a:pPr>
            <a:r>
              <a:rPr sz="1150" b="1">
                <a:solidFill>
                  <a:srgbClr val="A100FF"/>
                </a:solidFill>
              </a:rPr>
              <a:t>Round 2 implementation</a:t>
            </a:r>
          </a:p>
        </p:txBody>
      </p:sp>
      <p:sp>
        <p:nvSpPr>
          <p:cNvPr id="7" name="TextBox 6"/>
          <p:cNvSpPr txBox="1"/>
          <p:nvPr/>
        </p:nvSpPr>
        <p:spPr>
          <a:xfrm>
            <a:off x="557784" y="2944368"/>
            <a:ext cx="3657600" cy="822960"/>
          </a:xfrm>
          <a:prstGeom prst="rect">
            <a:avLst/>
          </a:prstGeom>
          <a:noFill/>
        </p:spPr>
        <p:txBody>
          <a:bodyPr wrap="square">
            <a:spAutoFit/>
          </a:bodyPr>
          <a:lstStyle/>
          <a:p>
            <a:pPr>
              <a:spcAft>
                <a:spcPts val="200"/>
              </a:spcAft>
            </a:pPr>
            <a:r>
              <a:rPr sz="1500" b="1">
                <a:solidFill>
                  <a:srgbClr val="16202B"/>
                </a:solidFill>
              </a:rPr>
              <a:t>Aditya Pratap Singh</a:t>
            </a:r>
          </a:p>
        </p:txBody>
      </p:sp>
      <p:sp>
        <p:nvSpPr>
          <p:cNvPr id="8" name="TextBox 7"/>
          <p:cNvSpPr txBox="1"/>
          <p:nvPr/>
        </p:nvSpPr>
        <p:spPr>
          <a:xfrm>
            <a:off x="4389120" y="2980944"/>
            <a:ext cx="4754880" cy="822960"/>
          </a:xfrm>
          <a:prstGeom prst="rect">
            <a:avLst/>
          </a:prstGeom>
          <a:noFill/>
        </p:spPr>
        <p:txBody>
          <a:bodyPr wrap="square">
            <a:spAutoFit/>
          </a:bodyPr>
          <a:lstStyle/>
          <a:p>
            <a:pPr>
              <a:spcAft>
                <a:spcPts val="0"/>
              </a:spcAft>
            </a:pPr>
            <a:r>
              <a:rPr sz="1200" b="0">
                <a:solidFill>
                  <a:srgbClr val="3A4652"/>
                </a:solidFill>
              </a:rPr>
              <a:t>M.Tech, Artificial Intelligence, 2027</a:t>
            </a:r>
          </a:p>
        </p:txBody>
      </p:sp>
      <p:sp>
        <p:nvSpPr>
          <p:cNvPr id="9" name="TextBox 8"/>
          <p:cNvSpPr txBox="1"/>
          <p:nvPr/>
        </p:nvSpPr>
        <p:spPr>
          <a:xfrm>
            <a:off x="557784" y="3785615"/>
            <a:ext cx="3657600" cy="822960"/>
          </a:xfrm>
          <a:prstGeom prst="rect">
            <a:avLst/>
          </a:prstGeom>
          <a:noFill/>
        </p:spPr>
        <p:txBody>
          <a:bodyPr wrap="square">
            <a:spAutoFit/>
          </a:bodyPr>
          <a:lstStyle/>
          <a:p>
            <a:pPr>
              <a:spcAft>
                <a:spcPts val="200"/>
              </a:spcAft>
            </a:pPr>
            <a:r>
              <a:rPr sz="1500" b="1">
                <a:solidFill>
                  <a:srgbClr val="16202B"/>
                </a:solidFill>
              </a:rPr>
              <a:t>Arnesh Sanjeev Singh</a:t>
            </a:r>
          </a:p>
        </p:txBody>
      </p:sp>
      <p:sp>
        <p:nvSpPr>
          <p:cNvPr id="10" name="TextBox 9"/>
          <p:cNvSpPr txBox="1"/>
          <p:nvPr/>
        </p:nvSpPr>
        <p:spPr>
          <a:xfrm>
            <a:off x="4389120" y="3822191"/>
            <a:ext cx="4754880" cy="822960"/>
          </a:xfrm>
          <a:prstGeom prst="rect">
            <a:avLst/>
          </a:prstGeom>
          <a:noFill/>
        </p:spPr>
        <p:txBody>
          <a:bodyPr wrap="square">
            <a:spAutoFit/>
          </a:bodyPr>
          <a:lstStyle/>
          <a:p>
            <a:pPr>
              <a:spcAft>
                <a:spcPts val="0"/>
              </a:spcAft>
            </a:pPr>
            <a:r>
              <a:rPr sz="1200" b="0">
                <a:solidFill>
                  <a:srgbClr val="3A4652"/>
                </a:solidFill>
              </a:rPr>
              <a:t>M.Tech, Computer Science, 2027</a:t>
            </a:r>
          </a:p>
        </p:txBody>
      </p:sp>
      <p:sp>
        <p:nvSpPr>
          <p:cNvPr id="11" name="TextBox 10"/>
          <p:cNvSpPr txBox="1"/>
          <p:nvPr/>
        </p:nvSpPr>
        <p:spPr>
          <a:xfrm>
            <a:off x="557784" y="4937760"/>
            <a:ext cx="11064240" cy="914400"/>
          </a:xfrm>
          <a:prstGeom prst="rect">
            <a:avLst/>
          </a:prstGeom>
          <a:noFill/>
        </p:spPr>
        <p:txBody>
          <a:bodyPr wrap="square">
            <a:spAutoFit/>
          </a:bodyPr>
          <a:lstStyle/>
          <a:p>
            <a:pPr>
              <a:spcAft>
                <a:spcPts val="0"/>
              </a:spcAft>
            </a:pPr>
            <a:r>
              <a:rPr sz="1200" b="0">
                <a:solidFill>
                  <a:srgbClr val="6B7782"/>
                </a:solidFill>
              </a:rPr>
              <a:t>Problem Track 1 — ControlPlane.ai · Accenture Innovation Challenge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solidFill>
                  <a:srgbClr val="16202B"/>
                </a:solidFill>
              </a:rPr>
              <a:t>The problem</a:t>
            </a:r>
          </a:p>
        </p:txBody>
      </p:sp>
      <p:sp>
        <p:nvSpPr>
          <p:cNvPr id="3" name="TextBox 2"/>
          <p:cNvSpPr txBox="1"/>
          <p:nvPr/>
        </p:nvSpPr>
        <p:spPr>
          <a:xfrm>
            <a:off x="557784" y="1060704"/>
            <a:ext cx="11064240" cy="457200"/>
          </a:xfrm>
          <a:prstGeom prst="rect">
            <a:avLst/>
          </a:prstGeom>
          <a:noFill/>
        </p:spPr>
        <p:txBody>
          <a:bodyPr wrap="square">
            <a:spAutoFit/>
          </a:bodyPr>
          <a:lstStyle/>
          <a:p>
            <a:r>
              <a:rPr sz="1250">
                <a:solidFill>
                  <a:srgbClr val="6B7782"/>
                </a:solidFill>
              </a:rPr>
              <a:t>One wrong sentence, and the loop that should catch it closes two weeks later.</a:t>
            </a:r>
          </a:p>
        </p:txBody>
      </p:sp>
      <p:sp>
        <p:nvSpPr>
          <p:cNvPr id="4" name="TextBox 3"/>
          <p:cNvSpPr txBox="1"/>
          <p:nvPr/>
        </p:nvSpPr>
        <p:spPr>
          <a:xfrm>
            <a:off x="557784" y="1783080"/>
            <a:ext cx="5486400" cy="4023360"/>
          </a:xfrm>
          <a:prstGeom prst="rect">
            <a:avLst/>
          </a:prstGeom>
          <a:noFill/>
        </p:spPr>
        <p:txBody>
          <a:bodyPr wrap="square">
            <a:spAutoFit/>
          </a:bodyPr>
          <a:lstStyle/>
          <a:p>
            <a:pPr>
              <a:spcAft>
                <a:spcPts val="600"/>
              </a:spcAft>
            </a:pPr>
            <a:r>
              <a:rPr sz="1400" b="1">
                <a:solidFill>
                  <a:srgbClr val="16202B"/>
                </a:solidFill>
              </a:rPr>
              <a:t>The policy document says room rent is capped at 1 percent.</a:t>
            </a:r>
          </a:p>
          <a:p>
            <a:pPr>
              <a:spcAft>
                <a:spcPts val="1400"/>
              </a:spcAft>
            </a:pPr>
            <a:r>
              <a:rPr sz="1400" b="1">
                <a:solidFill>
                  <a:srgbClr val="A9392C"/>
                </a:solidFill>
              </a:rPr>
              <a:t>The assistant told the customer 2 percent.</a:t>
            </a:r>
          </a:p>
          <a:p>
            <a:pPr>
              <a:spcAft>
                <a:spcPts val="1400"/>
              </a:spcAft>
            </a:pPr>
            <a:r>
              <a:rPr sz="1200" b="0">
                <a:solidFill>
                  <a:srgbClr val="3A4652"/>
                </a:solidFill>
              </a:rPr>
              <a:t>Nothing in that answer looks wrong. It is worded exactly like a correct one. The customer acts on it. The enterprise finds out from a complaint.</a:t>
            </a:r>
          </a:p>
          <a:p>
            <a:pPr>
              <a:spcAft>
                <a:spcPts val="0"/>
              </a:spcAft>
            </a:pPr>
            <a:r>
              <a:rPr sz="1200" b="1">
                <a:solidFill>
                  <a:srgbClr val="16202B"/>
                </a:solidFill>
              </a:rPr>
              <a:t>The model answered in two seconds. The review reached the enterprise in two weeks. That gap is the problem.</a:t>
            </a:r>
          </a:p>
        </p:txBody>
      </p:sp>
      <p:sp>
        <p:nvSpPr>
          <p:cNvPr id="5" name="TextBox 4"/>
          <p:cNvSpPr txBox="1"/>
          <p:nvPr/>
        </p:nvSpPr>
        <p:spPr>
          <a:xfrm>
            <a:off x="6400800" y="1783080"/>
            <a:ext cx="5212080" cy="4023360"/>
          </a:xfrm>
          <a:prstGeom prst="rect">
            <a:avLst/>
          </a:prstGeom>
          <a:noFill/>
        </p:spPr>
        <p:txBody>
          <a:bodyPr wrap="square">
            <a:spAutoFit/>
          </a:bodyPr>
          <a:lstStyle/>
          <a:p>
            <a:pPr>
              <a:spcAft>
                <a:spcPts val="1000"/>
              </a:spcAft>
            </a:pPr>
            <a:r>
              <a:rPr sz="1150" b="1">
                <a:solidFill>
                  <a:srgbClr val="A100FF"/>
                </a:solidFill>
              </a:rPr>
              <a:t>Three things make it harder than it looks</a:t>
            </a:r>
          </a:p>
          <a:p>
            <a:pPr>
              <a:spcAft>
                <a:spcPts val="900"/>
              </a:spcAft>
            </a:pPr>
            <a:r>
              <a:rPr sz="1100" b="0">
                <a:solidFill>
                  <a:srgbClr val="3A4652"/>
                </a:solidFill>
              </a:rPr>
              <a:t>The risks overlap. A fabricated detail about a named customer is a hallucination and a privacy event at once. One label per response loses that.</a:t>
            </a:r>
          </a:p>
          <a:p>
            <a:pPr>
              <a:spcAft>
                <a:spcPts val="900"/>
              </a:spcAft>
            </a:pPr>
            <a:r>
              <a:rPr sz="1100" b="0">
                <a:solidFill>
                  <a:srgbClr val="3A4652"/>
                </a:solidFill>
              </a:rPr>
              <a:t>There is no ground truth at runtime. The knowledge gap that causes a hallucination is the same one that makes it hard to check.</a:t>
            </a:r>
          </a:p>
          <a:p>
            <a:pPr>
              <a:spcAft>
                <a:spcPts val="0"/>
              </a:spcAft>
            </a:pPr>
            <a:r>
              <a:rPr sz="1100" b="0">
                <a:solidFill>
                  <a:srgbClr val="3A4652"/>
                </a:solidFill>
              </a:rPr>
              <a:t>Over- and under-flagging trade against each other. This cannot be solved, only priced — a missed hallucination in a regulated decision and a false alarm on an internal chatbot are not the same event.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solidFill>
                  <a:srgbClr val="16202B"/>
                </a:solidFill>
              </a:rPr>
              <a:t>What we built</a:t>
            </a:r>
          </a:p>
        </p:txBody>
      </p:sp>
      <p:sp>
        <p:nvSpPr>
          <p:cNvPr id="3" name="TextBox 2"/>
          <p:cNvSpPr txBox="1"/>
          <p:nvPr/>
        </p:nvSpPr>
        <p:spPr>
          <a:xfrm>
            <a:off x="557784" y="1060704"/>
            <a:ext cx="11064240" cy="457200"/>
          </a:xfrm>
          <a:prstGeom prst="rect">
            <a:avLst/>
          </a:prstGeom>
          <a:noFill/>
        </p:spPr>
        <p:txBody>
          <a:bodyPr wrap="square">
            <a:spAutoFit/>
          </a:bodyPr>
          <a:lstStyle/>
          <a:p>
            <a:r>
              <a:rPr sz="1250">
                <a:solidFill>
                  <a:srgbClr val="6B7782"/>
                </a:solidFill>
              </a:rPr>
              <a:t>A verification layer between the application and any model API. Existing clients change one line: the base URL.</a:t>
            </a:r>
          </a:p>
        </p:txBody>
      </p:sp>
      <p:graphicFrame>
        <p:nvGraphicFramePr>
          <p:cNvPr id="4" name="Table 3"/>
          <p:cNvGraphicFramePr>
            <a:graphicFrameLocks noGrp="1"/>
          </p:cNvGraphicFramePr>
          <p:nvPr/>
        </p:nvGraphicFramePr>
        <p:xfrm>
          <a:off x="557784" y="1783080"/>
          <a:ext cx="11064240" cy="1133856"/>
        </p:xfrm>
        <a:graphic>
          <a:graphicData uri="http://schemas.openxmlformats.org/drawingml/2006/table">
            <a:tbl>
              <a:tblPr firstRow="1">
                <a:tableStyleId>{5C22544A-7EE6-4342-B048-85BDC9FD1C3A}</a:tableStyleId>
              </a:tblPr>
              <a:tblGrid>
                <a:gridCol w="640080"/>
                <a:gridCol w="6583680"/>
                <a:gridCol w="1554480"/>
                <a:gridCol w="2286000"/>
              </a:tblGrid>
              <a:tr h="310896">
                <a:tc>
                  <a:txBody>
                    <a:bodyPr/>
                    <a:lstStyle/>
                    <a:p>
                      <a:pPr algn="l"/>
                      <a:r>
                        <a:rPr sz="950" b="1">
                          <a:solidFill>
                            <a:srgbClr val="6B7782"/>
                          </a:solidFill>
                        </a:rPr>
                        <a:t>Tier</a:t>
                      </a:r>
                    </a:p>
                  </a:txBody>
                  <a:tcPr marL="73152" marR="73152" marT="27432" marB="27432" anchor="ctr">
                    <a:solidFill>
                      <a:srgbClr val="F4F1F8"/>
                    </a:solidFill>
                  </a:tcPr>
                </a:tc>
                <a:tc>
                  <a:txBody>
                    <a:bodyPr/>
                    <a:lstStyle/>
                    <a:p>
                      <a:pPr algn="l"/>
                      <a:r>
                        <a:rPr sz="950" b="1">
                          <a:solidFill>
                            <a:srgbClr val="6B7782"/>
                          </a:solidFill>
                        </a:rPr>
                        <a:t>What it does</a:t>
                      </a:r>
                    </a:p>
                  </a:txBody>
                  <a:tcPr marL="73152" marR="73152" marT="27432" marB="27432" anchor="ctr">
                    <a:solidFill>
                      <a:srgbClr val="F4F1F8"/>
                    </a:solidFill>
                  </a:tcPr>
                </a:tc>
                <a:tc>
                  <a:txBody>
                    <a:bodyPr/>
                    <a:lstStyle/>
                    <a:p>
                      <a:pPr algn="l"/>
                      <a:r>
                        <a:rPr sz="950" b="1">
                          <a:solidFill>
                            <a:srgbClr val="6B7782"/>
                          </a:solidFill>
                        </a:rPr>
                        <a:t>Cost</a:t>
                      </a:r>
                    </a:p>
                  </a:txBody>
                  <a:tcPr marL="73152" marR="73152" marT="27432" marB="27432" anchor="ctr">
                    <a:solidFill>
                      <a:srgbClr val="F4F1F8"/>
                    </a:solidFill>
                  </a:tcPr>
                </a:tc>
                <a:tc>
                  <a:txBody>
                    <a:bodyPr/>
                    <a:lstStyle/>
                    <a:p>
                      <a:pPr algn="l"/>
                      <a:r>
                        <a:rPr sz="950" b="1">
                          <a:solidFill>
                            <a:srgbClr val="6B7782"/>
                          </a:solidFill>
                        </a:rPr>
                        <a:t>Measured latency</a:t>
                      </a:r>
                    </a:p>
                  </a:txBody>
                  <a:tcPr marL="73152" marR="73152" marT="27432" marB="27432" anchor="ctr">
                    <a:solidFill>
                      <a:srgbClr val="F4F1F8"/>
                    </a:solidFill>
                  </a:tcPr>
                </a:tc>
              </a:tr>
              <a:tr h="274320">
                <a:tc>
                  <a:txBody>
                    <a:bodyPr/>
                    <a:lstStyle/>
                    <a:p>
                      <a:pPr algn="l"/>
                      <a:r>
                        <a:rPr sz="1100" b="0">
                          <a:solidFill>
                            <a:srgbClr val="3A4652"/>
                          </a:solidFill>
                        </a:rPr>
                        <a:t>0</a:t>
                      </a:r>
                    </a:p>
                  </a:txBody>
                  <a:tcPr marL="73152" marR="73152" marT="27432" marB="27432" anchor="ctr">
                    <a:solidFill>
                      <a:srgbClr val="FFFFFF"/>
                    </a:solidFill>
                  </a:tcPr>
                </a:tc>
                <a:tc>
                  <a:txBody>
                    <a:bodyPr/>
                    <a:lstStyle/>
                    <a:p>
                      <a:pPr algn="l"/>
                      <a:r>
                        <a:rPr sz="1100" b="0">
                          <a:solidFill>
                            <a:srgbClr val="3A4652"/>
                          </a:solidFill>
                        </a:rPr>
                        <a:t>Deterministic rules: PII patterns, access control, schema</a:t>
                      </a:r>
                    </a:p>
                  </a:txBody>
                  <a:tcPr marL="73152" marR="73152" marT="27432" marB="27432" anchor="ctr">
                    <a:solidFill>
                      <a:srgbClr val="FFFFFF"/>
                    </a:solidFill>
                  </a:tcPr>
                </a:tc>
                <a:tc>
                  <a:txBody>
                    <a:bodyPr/>
                    <a:lstStyle/>
                    <a:p>
                      <a:pPr algn="l"/>
                      <a:r>
                        <a:rPr sz="1100" b="0">
                          <a:solidFill>
                            <a:srgbClr val="3A4652"/>
                          </a:solidFill>
                        </a:rPr>
                        <a:t>free</a:t>
                      </a:r>
                    </a:p>
                  </a:txBody>
                  <a:tcPr marL="73152" marR="73152" marT="27432" marB="27432" anchor="ctr">
                    <a:solidFill>
                      <a:srgbClr val="FFFFFF"/>
                    </a:solidFill>
                  </a:tcPr>
                </a:tc>
                <a:tc>
                  <a:txBody>
                    <a:bodyPr/>
                    <a:lstStyle/>
                    <a:p>
                      <a:pPr algn="l"/>
                      <a:r>
                        <a:rPr sz="1100" b="0">
                          <a:solidFill>
                            <a:srgbClr val="3A4652"/>
                          </a:solidFill>
                        </a:rPr>
                        <a:t>under 1 ms</a:t>
                      </a:r>
                    </a:p>
                  </a:txBody>
                  <a:tcPr marL="73152" marR="73152" marT="27432" marB="27432" anchor="ctr">
                    <a:solidFill>
                      <a:srgbClr val="FFFFFF"/>
                    </a:solidFill>
                  </a:tcPr>
                </a:tc>
              </a:tr>
              <a:tr h="274320">
                <a:tc>
                  <a:txBody>
                    <a:bodyPr/>
                    <a:lstStyle/>
                    <a:p>
                      <a:pPr algn="l"/>
                      <a:r>
                        <a:rPr sz="1100" b="0">
                          <a:solidFill>
                            <a:srgbClr val="3A4652"/>
                          </a:solidFill>
                        </a:rPr>
                        <a:t>1</a:t>
                      </a:r>
                    </a:p>
                  </a:txBody>
                  <a:tcPr marL="73152" marR="73152" marT="27432" marB="27432" anchor="ctr">
                    <a:solidFill>
                      <a:srgbClr val="FFFFFF"/>
                    </a:solidFill>
                  </a:tcPr>
                </a:tc>
                <a:tc>
                  <a:txBody>
                    <a:bodyPr/>
                    <a:lstStyle/>
                    <a:p>
                      <a:pPr algn="l"/>
                      <a:r>
                        <a:rPr sz="1100" b="0">
                          <a:solidFill>
                            <a:srgbClr val="3A4652"/>
                          </a:solidFill>
                        </a:rPr>
                        <a:t>NLI entailment against each retrieved source, toxicity, bias heuristic</a:t>
                      </a:r>
                    </a:p>
                  </a:txBody>
                  <a:tcPr marL="73152" marR="73152" marT="27432" marB="27432" anchor="ctr">
                    <a:solidFill>
                      <a:srgbClr val="FFFFFF"/>
                    </a:solidFill>
                  </a:tcPr>
                </a:tc>
                <a:tc>
                  <a:txBody>
                    <a:bodyPr/>
                    <a:lstStyle/>
                    <a:p>
                      <a:pPr algn="l"/>
                      <a:r>
                        <a:rPr sz="1100" b="0">
                          <a:solidFill>
                            <a:srgbClr val="3A4652"/>
                          </a:solidFill>
                        </a:rPr>
                        <a:t>GPU seconds</a:t>
                      </a:r>
                    </a:p>
                  </a:txBody>
                  <a:tcPr marL="73152" marR="73152" marT="27432" marB="27432" anchor="ctr">
                    <a:solidFill>
                      <a:srgbClr val="FFFFFF"/>
                    </a:solidFill>
                  </a:tcPr>
                </a:tc>
                <a:tc>
                  <a:txBody>
                    <a:bodyPr/>
                    <a:lstStyle/>
                    <a:p>
                      <a:pPr algn="r"/>
                      <a:r>
                        <a:rPr sz="1100" b="0">
                          <a:solidFill>
                            <a:srgbClr val="3A4652"/>
                          </a:solidFill>
                        </a:rPr>
                        <a:t>87–190 ms p95, by policy</a:t>
                      </a:r>
                    </a:p>
                  </a:txBody>
                  <a:tcPr marL="73152" marR="73152" marT="27432" marB="27432" anchor="ctr">
                    <a:solidFill>
                      <a:srgbClr val="FFFFFF"/>
                    </a:solidFill>
                  </a:tcPr>
                </a:tc>
              </a:tr>
              <a:tr h="274320">
                <a:tc>
                  <a:txBody>
                    <a:bodyPr/>
                    <a:lstStyle/>
                    <a:p>
                      <a:pPr algn="l"/>
                      <a:r>
                        <a:rPr sz="1100" b="0">
                          <a:solidFill>
                            <a:srgbClr val="3A4652"/>
                          </a:solidFill>
                        </a:rPr>
                        <a:t>2</a:t>
                      </a:r>
                    </a:p>
                  </a:txBody>
                  <a:tcPr marL="73152" marR="73152" marT="27432" marB="27432" anchor="ctr">
                    <a:solidFill>
                      <a:srgbClr val="FFFFFF"/>
                    </a:solidFill>
                  </a:tcPr>
                </a:tc>
                <a:tc>
                  <a:txBody>
                    <a:bodyPr/>
                    <a:lstStyle/>
                    <a:p>
                      <a:pPr algn="l"/>
                      <a:r>
                        <a:rPr sz="1100" b="0">
                          <a:solidFill>
                            <a:srgbClr val="3A4652"/>
                          </a:solidFill>
                        </a:rPr>
                        <a:t>LLM judge, only for claims inside the policy's uncertainty band</a:t>
                      </a:r>
                    </a:p>
                  </a:txBody>
                  <a:tcPr marL="73152" marR="73152" marT="27432" marB="27432" anchor="ctr">
                    <a:solidFill>
                      <a:srgbClr val="FFFFFF"/>
                    </a:solidFill>
                  </a:tcPr>
                </a:tc>
                <a:tc>
                  <a:txBody>
                    <a:bodyPr/>
                    <a:lstStyle/>
                    <a:p>
                      <a:pPr algn="l"/>
                      <a:r>
                        <a:rPr sz="1100" b="0">
                          <a:solidFill>
                            <a:srgbClr val="3A4652"/>
                          </a:solidFill>
                        </a:rPr>
                        <a:t>tokens</a:t>
                      </a:r>
                    </a:p>
                  </a:txBody>
                  <a:tcPr marL="73152" marR="73152" marT="27432" marB="27432" anchor="ctr">
                    <a:solidFill>
                      <a:srgbClr val="FFFFFF"/>
                    </a:solidFill>
                  </a:tcPr>
                </a:tc>
                <a:tc>
                  <a:txBody>
                    <a:bodyPr/>
                    <a:lstStyle/>
                    <a:p>
                      <a:pPr algn="r"/>
                      <a:r>
                        <a:rPr sz="1100" b="0">
                          <a:solidFill>
                            <a:srgbClr val="3A4652"/>
                          </a:solidFill>
                        </a:rPr>
                        <a:t>1.3–3.1 s</a:t>
                      </a:r>
                    </a:p>
                  </a:txBody>
                  <a:tcPr marL="73152" marR="73152" marT="27432" marB="27432" anchor="ctr">
                    <a:solidFill>
                      <a:srgbClr val="FFFFFF"/>
                    </a:solidFill>
                  </a:tcPr>
                </a:tc>
              </a:tr>
            </a:tbl>
          </a:graphicData>
        </a:graphic>
      </p:graphicFrame>
      <p:sp>
        <p:nvSpPr>
          <p:cNvPr id="5" name="TextBox 4"/>
          <p:cNvSpPr txBox="1"/>
          <p:nvPr/>
        </p:nvSpPr>
        <p:spPr>
          <a:xfrm>
            <a:off x="557784" y="3429000"/>
            <a:ext cx="11064240" cy="2377440"/>
          </a:xfrm>
          <a:prstGeom prst="rect">
            <a:avLst/>
          </a:prstGeom>
          <a:noFill/>
        </p:spPr>
        <p:txBody>
          <a:bodyPr wrap="square">
            <a:spAutoFit/>
          </a:bodyPr>
          <a:lstStyle/>
          <a:p>
            <a:pPr>
              <a:spcAft>
                <a:spcPts val="1200"/>
              </a:spcAft>
            </a:pPr>
            <a:r>
              <a:rPr sz="1200" b="0">
                <a:solidFill>
                  <a:srgbClr val="3A4652"/>
                </a:solidFill>
              </a:rPr>
              <a:t>Tier 2 fires on 2.8% of responses. That is not a target we set — it is what the uncertainty band produces, and the benchmark sweeps the band to show what every other setting would cost.</a:t>
            </a:r>
          </a:p>
          <a:p>
            <a:pPr>
              <a:spcAft>
                <a:spcPts val="400"/>
              </a:spcAft>
            </a:pPr>
            <a:r>
              <a:rPr sz="1200" b="1">
                <a:solidFill>
                  <a:srgbClr val="16202B"/>
                </a:solidFill>
              </a:rPr>
              <a:t>The action router does not compare a score to a threshold.</a:t>
            </a:r>
          </a:p>
          <a:p>
            <a:pPr>
              <a:spcAft>
                <a:spcPts val="1200"/>
              </a:spcAft>
            </a:pPr>
            <a:r>
              <a:rPr sz="1200" b="0">
                <a:solidFill>
                  <a:srgbClr val="3A4652"/>
                </a:solidFill>
              </a:rPr>
              <a:t>It weighs P(wrong) × cost_of_being_wrong against cost_of_human_review and picks the cheaper mistake. Every category is evaluated, so a response flagged for both privacy and grounding takes the more severe action and records both reasons.</a:t>
            </a:r>
          </a:p>
          <a:p>
            <a:pPr>
              <a:spcAft>
                <a:spcPts val="0"/>
              </a:spcAft>
            </a:pPr>
            <a:r>
              <a:rPr sz="1200" b="0">
                <a:solidFill>
                  <a:srgbClr val="3A4652"/>
                </a:solidFill>
              </a:rPr>
              <a:t>Every verdict, and every human override, is written to an append-only hash-chained log. A record cannot be altered afterwards without breaking the chain, and tampering is detected by test.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solidFill>
                  <a:srgbClr val="16202B"/>
                </a:solidFill>
              </a:rPr>
              <a:t>One response, three policies, three verdicts</a:t>
            </a:r>
          </a:p>
        </p:txBody>
      </p:sp>
      <p:sp>
        <p:nvSpPr>
          <p:cNvPr id="3" name="TextBox 2"/>
          <p:cNvSpPr txBox="1"/>
          <p:nvPr/>
        </p:nvSpPr>
        <p:spPr>
          <a:xfrm>
            <a:off x="557784" y="1060704"/>
            <a:ext cx="11064240" cy="457200"/>
          </a:xfrm>
          <a:prstGeom prst="rect">
            <a:avLst/>
          </a:prstGeom>
          <a:noFill/>
        </p:spPr>
        <p:txBody>
          <a:bodyPr wrap="square">
            <a:spAutoFit/>
          </a:bodyPr>
          <a:lstStyle/>
          <a:p>
            <a:r>
              <a:rPr sz="1250">
                <a:solidFill>
                  <a:srgbClr val="6B7782"/>
                </a:solidFill>
              </a:rPr>
              <a:t>Nothing in the code knows what a use case is.</a:t>
            </a:r>
          </a:p>
        </p:txBody>
      </p:sp>
      <p:graphicFrame>
        <p:nvGraphicFramePr>
          <p:cNvPr id="4" name="Table 3"/>
          <p:cNvGraphicFramePr>
            <a:graphicFrameLocks noGrp="1"/>
          </p:cNvGraphicFramePr>
          <p:nvPr/>
        </p:nvGraphicFramePr>
        <p:xfrm>
          <a:off x="557784" y="1828800"/>
          <a:ext cx="11064240" cy="1682496"/>
        </p:xfrm>
        <a:graphic>
          <a:graphicData uri="http://schemas.openxmlformats.org/drawingml/2006/table">
            <a:tbl>
              <a:tblPr firstRow="1">
                <a:tableStyleId>{5C22544A-7EE6-4342-B048-85BDC9FD1C3A}</a:tableStyleId>
              </a:tblPr>
              <a:tblGrid>
                <a:gridCol w="2834640"/>
                <a:gridCol w="2743200"/>
                <a:gridCol w="2743200"/>
                <a:gridCol w="2743200"/>
              </a:tblGrid>
              <a:tr h="310896">
                <a:tc>
                  <a:txBody>
                    <a:bodyPr/>
                    <a:lstStyle/>
                    <a:p>
                      <a:pPr algn="l"/>
                    </a:p>
                  </a:txBody>
                  <a:tcPr marL="73152" marR="73152" marT="27432" marB="27432" anchor="ctr">
                    <a:solidFill>
                      <a:srgbClr val="F4F1F8"/>
                    </a:solidFill>
                  </a:tcPr>
                </a:tc>
                <a:tc>
                  <a:txBody>
                    <a:bodyPr/>
                    <a:lstStyle/>
                    <a:p>
                      <a:pPr algn="l"/>
                      <a:r>
                        <a:rPr sz="950" b="1">
                          <a:solidFill>
                            <a:srgbClr val="6B7782"/>
                          </a:solidFill>
                        </a:rPr>
                        <a:t>customer support</a:t>
                      </a:r>
                    </a:p>
                  </a:txBody>
                  <a:tcPr marL="73152" marR="73152" marT="27432" marB="27432" anchor="ctr">
                    <a:solidFill>
                      <a:srgbClr val="F4F1F8"/>
                    </a:solidFill>
                  </a:tcPr>
                </a:tc>
                <a:tc>
                  <a:txBody>
                    <a:bodyPr/>
                    <a:lstStyle/>
                    <a:p>
                      <a:pPr algn="l"/>
                      <a:r>
                        <a:rPr sz="950" b="1">
                          <a:solidFill>
                            <a:srgbClr val="6B7782"/>
                          </a:solidFill>
                        </a:rPr>
                        <a:t>internal copilot</a:t>
                      </a:r>
                    </a:p>
                  </a:txBody>
                  <a:tcPr marL="73152" marR="73152" marT="27432" marB="27432" anchor="ctr">
                    <a:solidFill>
                      <a:srgbClr val="F4F1F8"/>
                    </a:solidFill>
                  </a:tcPr>
                </a:tc>
                <a:tc>
                  <a:txBody>
                    <a:bodyPr/>
                    <a:lstStyle/>
                    <a:p>
                      <a:pPr algn="l"/>
                      <a:r>
                        <a:rPr sz="950" b="1">
                          <a:solidFill>
                            <a:srgbClr val="6B7782"/>
                          </a:solidFill>
                        </a:rPr>
                        <a:t>decision support</a:t>
                      </a:r>
                    </a:p>
                  </a:txBody>
                  <a:tcPr marL="73152" marR="73152" marT="27432" marB="27432" anchor="ctr">
                    <a:solidFill>
                      <a:srgbClr val="F4F1F8"/>
                    </a:solidFill>
                  </a:tcPr>
                </a:tc>
              </a:tr>
              <a:tr h="274320">
                <a:tc>
                  <a:txBody>
                    <a:bodyPr/>
                    <a:lstStyle/>
                    <a:p>
                      <a:pPr algn="l"/>
                      <a:r>
                        <a:rPr sz="1100" b="0">
                          <a:solidFill>
                            <a:srgbClr val="3A4652"/>
                          </a:solidFill>
                        </a:rPr>
                        <a:t>being wrong costs</a:t>
                      </a:r>
                    </a:p>
                  </a:txBody>
                  <a:tcPr marL="73152" marR="73152" marT="27432" marB="27432" anchor="ctr">
                    <a:solidFill>
                      <a:srgbClr val="FFFFFF"/>
                    </a:solidFill>
                  </a:tcPr>
                </a:tc>
                <a:tc>
                  <a:txBody>
                    <a:bodyPr/>
                    <a:lstStyle/>
                    <a:p>
                      <a:pPr algn="l"/>
                      <a:r>
                        <a:rPr sz="1100" b="0">
                          <a:solidFill>
                            <a:srgbClr val="3A4652"/>
                          </a:solidFill>
                        </a:rPr>
                        <a:t>Rs 400</a:t>
                      </a:r>
                    </a:p>
                  </a:txBody>
                  <a:tcPr marL="73152" marR="73152" marT="27432" marB="27432" anchor="ctr">
                    <a:solidFill>
                      <a:srgbClr val="FFFFFF"/>
                    </a:solidFill>
                  </a:tcPr>
                </a:tc>
                <a:tc>
                  <a:txBody>
                    <a:bodyPr/>
                    <a:lstStyle/>
                    <a:p>
                      <a:pPr algn="l"/>
                      <a:r>
                        <a:rPr sz="1100" b="0">
                          <a:solidFill>
                            <a:srgbClr val="3A4652"/>
                          </a:solidFill>
                        </a:rPr>
                        <a:t>Rs 60</a:t>
                      </a:r>
                    </a:p>
                  </a:txBody>
                  <a:tcPr marL="73152" marR="73152" marT="27432" marB="27432" anchor="ctr">
                    <a:solidFill>
                      <a:srgbClr val="FFFFFF"/>
                    </a:solidFill>
                  </a:tcPr>
                </a:tc>
                <a:tc>
                  <a:txBody>
                    <a:bodyPr/>
                    <a:lstStyle/>
                    <a:p>
                      <a:pPr algn="l"/>
                      <a:r>
                        <a:rPr sz="1100" b="0">
                          <a:solidFill>
                            <a:srgbClr val="3A4652"/>
                          </a:solidFill>
                        </a:rPr>
                        <a:t>Rs 50,000</a:t>
                      </a:r>
                    </a:p>
                  </a:txBody>
                  <a:tcPr marL="73152" marR="73152" marT="27432" marB="27432" anchor="ctr">
                    <a:solidFill>
                      <a:srgbClr val="FFFFFF"/>
                    </a:solidFill>
                  </a:tcPr>
                </a:tc>
              </a:tr>
              <a:tr h="274320">
                <a:tc>
                  <a:txBody>
                    <a:bodyPr/>
                    <a:lstStyle/>
                    <a:p>
                      <a:pPr algn="l"/>
                      <a:r>
                        <a:rPr sz="1100" b="1">
                          <a:solidFill>
                            <a:srgbClr val="16202B"/>
                          </a:solidFill>
                        </a:rPr>
                        <a:t>hallucinated number</a:t>
                      </a:r>
                    </a:p>
                  </a:txBody>
                  <a:tcPr marL="73152" marR="73152" marT="27432" marB="27432" anchor="ctr">
                    <a:solidFill>
                      <a:srgbClr val="F4F1F8"/>
                    </a:solidFill>
                  </a:tcPr>
                </a:tc>
                <a:tc>
                  <a:txBody>
                    <a:bodyPr/>
                    <a:lstStyle/>
                    <a:p>
                      <a:pPr algn="l"/>
                      <a:r>
                        <a:rPr sz="1100" b="1">
                          <a:solidFill>
                            <a:srgbClr val="16202B"/>
                          </a:solidFill>
                        </a:rPr>
                        <a:t>regenerate</a:t>
                      </a:r>
                    </a:p>
                  </a:txBody>
                  <a:tcPr marL="73152" marR="73152" marT="27432" marB="27432" anchor="ctr">
                    <a:solidFill>
                      <a:srgbClr val="F4F1F8"/>
                    </a:solidFill>
                  </a:tcPr>
                </a:tc>
                <a:tc>
                  <a:txBody>
                    <a:bodyPr/>
                    <a:lstStyle/>
                    <a:p>
                      <a:pPr algn="l"/>
                      <a:r>
                        <a:rPr sz="1100" b="1">
                          <a:solidFill>
                            <a:srgbClr val="16202B"/>
                          </a:solidFill>
                        </a:rPr>
                        <a:t>annotate</a:t>
                      </a:r>
                    </a:p>
                  </a:txBody>
                  <a:tcPr marL="73152" marR="73152" marT="27432" marB="27432" anchor="ctr">
                    <a:solidFill>
                      <a:srgbClr val="F4F1F8"/>
                    </a:solidFill>
                  </a:tcPr>
                </a:tc>
                <a:tc>
                  <a:txBody>
                    <a:bodyPr/>
                    <a:lstStyle/>
                    <a:p>
                      <a:pPr algn="l"/>
                      <a:r>
                        <a:rPr sz="1100" b="1">
                          <a:solidFill>
                            <a:srgbClr val="16202B"/>
                          </a:solidFill>
                        </a:rPr>
                        <a:t>escalate</a:t>
                      </a:r>
                    </a:p>
                  </a:txBody>
                  <a:tcPr marL="73152" marR="73152" marT="27432" marB="27432" anchor="ctr">
                    <a:solidFill>
                      <a:srgbClr val="F4F1F8"/>
                    </a:solidFill>
                  </a:tcPr>
                </a:tc>
              </a:tr>
              <a:tr h="274320">
                <a:tc>
                  <a:txBody>
                    <a:bodyPr/>
                    <a:lstStyle/>
                    <a:p>
                      <a:pPr algn="l"/>
                      <a:r>
                        <a:rPr sz="1100" b="0">
                          <a:solidFill>
                            <a:srgbClr val="3A4652"/>
                          </a:solidFill>
                        </a:rPr>
                        <a:t>PII leak</a:t>
                      </a:r>
                    </a:p>
                  </a:txBody>
                  <a:tcPr marL="73152" marR="73152" marT="27432" marB="27432" anchor="ctr">
                    <a:solidFill>
                      <a:srgbClr val="FFFFFF"/>
                    </a:solidFill>
                  </a:tcPr>
                </a:tc>
                <a:tc>
                  <a:txBody>
                    <a:bodyPr/>
                    <a:lstStyle/>
                    <a:p>
                      <a:pPr algn="l"/>
                      <a:r>
                        <a:rPr sz="1100" b="0">
                          <a:solidFill>
                            <a:srgbClr val="3A4652"/>
                          </a:solidFill>
                        </a:rPr>
                        <a:t>block</a:t>
                      </a:r>
                    </a:p>
                  </a:txBody>
                  <a:tcPr marL="73152" marR="73152" marT="27432" marB="27432" anchor="ctr">
                    <a:solidFill>
                      <a:srgbClr val="FFFFFF"/>
                    </a:solidFill>
                  </a:tcPr>
                </a:tc>
                <a:tc>
                  <a:txBody>
                    <a:bodyPr/>
                    <a:lstStyle/>
                    <a:p>
                      <a:pPr algn="l"/>
                      <a:r>
                        <a:rPr sz="1100" b="0">
                          <a:solidFill>
                            <a:srgbClr val="3A4652"/>
                          </a:solidFill>
                        </a:rPr>
                        <a:t>annotate</a:t>
                      </a:r>
                    </a:p>
                  </a:txBody>
                  <a:tcPr marL="73152" marR="73152" marT="27432" marB="27432" anchor="ctr">
                    <a:solidFill>
                      <a:srgbClr val="FFFFFF"/>
                    </a:solidFill>
                  </a:tcPr>
                </a:tc>
                <a:tc>
                  <a:txBody>
                    <a:bodyPr/>
                    <a:lstStyle/>
                    <a:p>
                      <a:pPr algn="l"/>
                      <a:r>
                        <a:rPr sz="1100" b="0">
                          <a:solidFill>
                            <a:srgbClr val="3A4652"/>
                          </a:solidFill>
                        </a:rPr>
                        <a:t>block</a:t>
                      </a:r>
                    </a:p>
                  </a:txBody>
                  <a:tcPr marL="73152" marR="73152" marT="27432" marB="27432" anchor="ctr">
                    <a:solidFill>
                      <a:srgbClr val="FFFFFF"/>
                    </a:solidFill>
                  </a:tcPr>
                </a:tc>
              </a:tr>
              <a:tr h="274320">
                <a:tc>
                  <a:txBody>
                    <a:bodyPr/>
                    <a:lstStyle/>
                    <a:p>
                      <a:pPr algn="l"/>
                      <a:r>
                        <a:rPr sz="1100" b="0">
                          <a:solidFill>
                            <a:srgbClr val="3A4652"/>
                          </a:solidFill>
                        </a:rPr>
                        <a:t>access-control breach</a:t>
                      </a:r>
                    </a:p>
                  </a:txBody>
                  <a:tcPr marL="73152" marR="73152" marT="27432" marB="27432" anchor="ctr">
                    <a:solidFill>
                      <a:srgbClr val="FFFFFF"/>
                    </a:solidFill>
                  </a:tcPr>
                </a:tc>
                <a:tc>
                  <a:txBody>
                    <a:bodyPr/>
                    <a:lstStyle/>
                    <a:p>
                      <a:pPr algn="l"/>
                      <a:r>
                        <a:rPr sz="1100" b="0">
                          <a:solidFill>
                            <a:srgbClr val="3A4652"/>
                          </a:solidFill>
                        </a:rPr>
                        <a:t>block</a:t>
                      </a:r>
                    </a:p>
                  </a:txBody>
                  <a:tcPr marL="73152" marR="73152" marT="27432" marB="27432" anchor="ctr">
                    <a:solidFill>
                      <a:srgbClr val="FFFFFF"/>
                    </a:solidFill>
                  </a:tcPr>
                </a:tc>
                <a:tc>
                  <a:txBody>
                    <a:bodyPr/>
                    <a:lstStyle/>
                    <a:p>
                      <a:pPr algn="l"/>
                      <a:r>
                        <a:rPr sz="1100" b="0">
                          <a:solidFill>
                            <a:srgbClr val="3A4652"/>
                          </a:solidFill>
                        </a:rPr>
                        <a:t>block</a:t>
                      </a:r>
                    </a:p>
                  </a:txBody>
                  <a:tcPr marL="73152" marR="73152" marT="27432" marB="27432" anchor="ctr">
                    <a:solidFill>
                      <a:srgbClr val="FFFFFF"/>
                    </a:solidFill>
                  </a:tcPr>
                </a:tc>
                <a:tc>
                  <a:txBody>
                    <a:bodyPr/>
                    <a:lstStyle/>
                    <a:p>
                      <a:pPr algn="l"/>
                      <a:r>
                        <a:rPr sz="1100" b="0">
                          <a:solidFill>
                            <a:srgbClr val="3A4652"/>
                          </a:solidFill>
                        </a:rPr>
                        <a:t>block</a:t>
                      </a:r>
                    </a:p>
                  </a:txBody>
                  <a:tcPr marL="73152" marR="73152" marT="27432" marB="27432" anchor="ctr">
                    <a:solidFill>
                      <a:srgbClr val="FFFFFF"/>
                    </a:solidFill>
                  </a:tcPr>
                </a:tc>
              </a:tr>
              <a:tr h="274320">
                <a:tc>
                  <a:txBody>
                    <a:bodyPr/>
                    <a:lstStyle/>
                    <a:p>
                      <a:pPr algn="l"/>
                      <a:r>
                        <a:rPr sz="1100" b="0">
                          <a:solidFill>
                            <a:srgbClr val="3A4652"/>
                          </a:solidFill>
                        </a:rPr>
                        <a:t>biased decision</a:t>
                      </a:r>
                    </a:p>
                  </a:txBody>
                  <a:tcPr marL="73152" marR="73152" marT="27432" marB="27432" anchor="ctr">
                    <a:solidFill>
                      <a:srgbClr val="FFFFFF"/>
                    </a:solidFill>
                  </a:tcPr>
                </a:tc>
                <a:tc>
                  <a:txBody>
                    <a:bodyPr/>
                    <a:lstStyle/>
                    <a:p>
                      <a:pPr algn="l"/>
                      <a:r>
                        <a:rPr sz="1100" b="0">
                          <a:solidFill>
                            <a:srgbClr val="3A4652"/>
                          </a:solidFill>
                        </a:rPr>
                        <a:t>escalate</a:t>
                      </a:r>
                    </a:p>
                  </a:txBody>
                  <a:tcPr marL="73152" marR="73152" marT="27432" marB="27432" anchor="ctr">
                    <a:solidFill>
                      <a:srgbClr val="FFFFFF"/>
                    </a:solidFill>
                  </a:tcPr>
                </a:tc>
                <a:tc>
                  <a:txBody>
                    <a:bodyPr/>
                    <a:lstStyle/>
                    <a:p>
                      <a:pPr algn="l"/>
                      <a:r>
                        <a:rPr sz="1100" b="0">
                          <a:solidFill>
                            <a:srgbClr val="3A4652"/>
                          </a:solidFill>
                        </a:rPr>
                        <a:t>annotate</a:t>
                      </a:r>
                    </a:p>
                  </a:txBody>
                  <a:tcPr marL="73152" marR="73152" marT="27432" marB="27432" anchor="ctr">
                    <a:solidFill>
                      <a:srgbClr val="FFFFFF"/>
                    </a:solidFill>
                  </a:tcPr>
                </a:tc>
                <a:tc>
                  <a:txBody>
                    <a:bodyPr/>
                    <a:lstStyle/>
                    <a:p>
                      <a:pPr algn="l"/>
                      <a:r>
                        <a:rPr sz="1100" b="0">
                          <a:solidFill>
                            <a:srgbClr val="3A4652"/>
                          </a:solidFill>
                        </a:rPr>
                        <a:t>escalate</a:t>
                      </a:r>
                    </a:p>
                  </a:txBody>
                  <a:tcPr marL="73152" marR="73152" marT="27432" marB="27432" anchor="ctr">
                    <a:solidFill>
                      <a:srgbClr val="FFFFFF"/>
                    </a:solidFill>
                  </a:tcPr>
                </a:tc>
              </a:tr>
            </a:tbl>
          </a:graphicData>
        </a:graphic>
      </p:graphicFrame>
      <p:sp>
        <p:nvSpPr>
          <p:cNvPr id="5" name="TextBox 4"/>
          <p:cNvSpPr txBox="1"/>
          <p:nvPr/>
        </p:nvSpPr>
        <p:spPr>
          <a:xfrm>
            <a:off x="557784" y="3977639"/>
            <a:ext cx="11064240" cy="1828800"/>
          </a:xfrm>
          <a:prstGeom prst="rect">
            <a:avLst/>
          </a:prstGeom>
          <a:noFill/>
        </p:spPr>
        <p:txBody>
          <a:bodyPr wrap="square">
            <a:spAutoFit/>
          </a:bodyPr>
          <a:lstStyle/>
          <a:p>
            <a:pPr>
              <a:spcAft>
                <a:spcPts val="1200"/>
              </a:spcAft>
            </a:pPr>
            <a:r>
              <a:rPr sz="1200" b="0">
                <a:solidFill>
                  <a:srgbClr val="3A4652"/>
                </a:solidFill>
              </a:rPr>
              <a:t>Risk appetite, latency budget, uncertainty band, thresholds, actions, retention, jurisdiction and review capacity are all declared in YAML. A new jurisdiction, a new use case, or a changed risk appetite is a config edit, not a release.</a:t>
            </a:r>
          </a:p>
          <a:p>
            <a:pPr>
              <a:spcAft>
                <a:spcPts val="0"/>
              </a:spcAft>
            </a:pPr>
            <a:r>
              <a:rPr sz="1150" b="0">
                <a:solidFill>
                  <a:srgbClr val="6B7782"/>
                </a:solidFill>
              </a:rPr>
              <a:t>An access-control breach blocks everywhere — a permission failure is not a matter of risk appetite.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solidFill>
                  <a:srgbClr val="16202B"/>
                </a:solidFill>
              </a:rPr>
              <a:t>Results</a:t>
            </a:r>
          </a:p>
        </p:txBody>
      </p:sp>
      <p:sp>
        <p:nvSpPr>
          <p:cNvPr id="3" name="TextBox 2"/>
          <p:cNvSpPr txBox="1"/>
          <p:nvPr/>
        </p:nvSpPr>
        <p:spPr>
          <a:xfrm>
            <a:off x="557784" y="1060704"/>
            <a:ext cx="11064240" cy="457200"/>
          </a:xfrm>
          <a:prstGeom prst="rect">
            <a:avLst/>
          </a:prstGeom>
          <a:noFill/>
        </p:spPr>
        <p:txBody>
          <a:bodyPr wrap="square">
            <a:spAutoFit/>
          </a:bodyPr>
          <a:lstStyle/>
          <a:p>
            <a:r>
              <a:rPr sz="1250">
                <a:solidFill>
                  <a:srgbClr val="6B7782"/>
                </a:solidFill>
              </a:rPr>
              <a:t>319 labelled cases against a live judge (openai/gpt-5.6-sol). One call in 328 fell back — 0.3%, counted and named in the report.</a:t>
            </a:r>
          </a:p>
        </p:txBody>
      </p:sp>
      <p:graphicFrame>
        <p:nvGraphicFramePr>
          <p:cNvPr id="4" name="Table 3"/>
          <p:cNvGraphicFramePr>
            <a:graphicFrameLocks noGrp="1"/>
          </p:cNvGraphicFramePr>
          <p:nvPr/>
        </p:nvGraphicFramePr>
        <p:xfrm>
          <a:off x="557784" y="1828800"/>
          <a:ext cx="11064240" cy="1408176"/>
        </p:xfrm>
        <a:graphic>
          <a:graphicData uri="http://schemas.openxmlformats.org/drawingml/2006/table">
            <a:tbl>
              <a:tblPr firstRow="1">
                <a:tableStyleId>{5C22544A-7EE6-4342-B048-85BDC9FD1C3A}</a:tableStyleId>
              </a:tblPr>
              <a:tblGrid>
                <a:gridCol w="3657600"/>
                <a:gridCol w="1371600"/>
                <a:gridCol w="2011680"/>
                <a:gridCol w="1463040"/>
                <a:gridCol w="1463040"/>
                <a:gridCol w="1097280"/>
              </a:tblGrid>
              <a:tr h="310896">
                <a:tc>
                  <a:txBody>
                    <a:bodyPr/>
                    <a:lstStyle/>
                    <a:p>
                      <a:pPr algn="l"/>
                      <a:r>
                        <a:rPr sz="950" b="1">
                          <a:solidFill>
                            <a:srgbClr val="6B7782"/>
                          </a:solidFill>
                        </a:rPr>
                        <a:t>Configuration</a:t>
                      </a:r>
                    </a:p>
                  </a:txBody>
                  <a:tcPr marL="73152" marR="73152" marT="27432" marB="27432" anchor="ctr">
                    <a:solidFill>
                      <a:srgbClr val="F4F1F8"/>
                    </a:solidFill>
                  </a:tcPr>
                </a:tc>
                <a:tc>
                  <a:txBody>
                    <a:bodyPr/>
                    <a:lstStyle/>
                    <a:p>
                      <a:pPr algn="l"/>
                      <a:r>
                        <a:rPr sz="950" b="1">
                          <a:solidFill>
                            <a:srgbClr val="6B7782"/>
                          </a:solidFill>
                        </a:rPr>
                        <a:t>Catch</a:t>
                      </a:r>
                    </a:p>
                  </a:txBody>
                  <a:tcPr marL="73152" marR="73152" marT="27432" marB="27432" anchor="ctr">
                    <a:solidFill>
                      <a:srgbClr val="F4F1F8"/>
                    </a:solidFill>
                  </a:tcPr>
                </a:tc>
                <a:tc>
                  <a:txBody>
                    <a:bodyPr/>
                    <a:lstStyle/>
                    <a:p>
                      <a:pPr algn="l"/>
                      <a:r>
                        <a:rPr sz="950" b="1">
                          <a:solidFill>
                            <a:srgbClr val="6B7782"/>
                          </a:solidFill>
                        </a:rPr>
                        <a:t>False positives</a:t>
                      </a:r>
                    </a:p>
                  </a:txBody>
                  <a:tcPr marL="73152" marR="73152" marT="27432" marB="27432" anchor="ctr">
                    <a:solidFill>
                      <a:srgbClr val="F4F1F8"/>
                    </a:solidFill>
                  </a:tcPr>
                </a:tc>
                <a:tc>
                  <a:txBody>
                    <a:bodyPr/>
                    <a:lstStyle/>
                    <a:p>
                      <a:pPr algn="l"/>
                      <a:r>
                        <a:rPr sz="950" b="1">
                          <a:solidFill>
                            <a:srgbClr val="6B7782"/>
                          </a:solidFill>
                        </a:rPr>
                        <a:t>Tier 2 rate</a:t>
                      </a:r>
                    </a:p>
                  </a:txBody>
                  <a:tcPr marL="73152" marR="73152" marT="27432" marB="27432" anchor="ctr">
                    <a:solidFill>
                      <a:srgbClr val="F4F1F8"/>
                    </a:solidFill>
                  </a:tcPr>
                </a:tc>
                <a:tc>
                  <a:txBody>
                    <a:bodyPr/>
                    <a:lstStyle/>
                    <a:p>
                      <a:pPr algn="l"/>
                      <a:r>
                        <a:rPr sz="950" b="1">
                          <a:solidFill>
                            <a:srgbClr val="6B7782"/>
                          </a:solidFill>
                        </a:rPr>
                        <a:t>p95 latency</a:t>
                      </a:r>
                    </a:p>
                  </a:txBody>
                  <a:tcPr marL="73152" marR="73152" marT="27432" marB="27432" anchor="ctr">
                    <a:solidFill>
                      <a:srgbClr val="F4F1F8"/>
                    </a:solidFill>
                  </a:tcPr>
                </a:tc>
                <a:tc>
                  <a:txBody>
                    <a:bodyPr/>
                    <a:lstStyle/>
                    <a:p>
                      <a:pPr algn="l"/>
                      <a:r>
                        <a:rPr sz="950" b="1">
                          <a:solidFill>
                            <a:srgbClr val="6B7782"/>
                          </a:solidFill>
                        </a:rPr>
                        <a:t>Cost</a:t>
                      </a:r>
                    </a:p>
                  </a:txBody>
                  <a:tcPr marL="73152" marR="73152" marT="27432" marB="27432" anchor="ctr">
                    <a:solidFill>
                      <a:srgbClr val="F4F1F8"/>
                    </a:solidFill>
                  </a:tcPr>
                </a:tc>
              </a:tr>
              <a:tr h="274320">
                <a:tc>
                  <a:txBody>
                    <a:bodyPr/>
                    <a:lstStyle/>
                    <a:p>
                      <a:pPr algn="l"/>
                      <a:r>
                        <a:rPr sz="1100" b="0">
                          <a:solidFill>
                            <a:srgbClr val="3A4652"/>
                          </a:solidFill>
                        </a:rPr>
                        <a:t>Rules only</a:t>
                      </a:r>
                    </a:p>
                  </a:txBody>
                  <a:tcPr marL="73152" marR="73152" marT="27432" marB="27432" anchor="ctr">
                    <a:solidFill>
                      <a:srgbClr val="FFFFFF"/>
                    </a:solidFill>
                  </a:tcPr>
                </a:tc>
                <a:tc>
                  <a:txBody>
                    <a:bodyPr/>
                    <a:lstStyle/>
                    <a:p>
                      <a:pPr algn="r"/>
                      <a:r>
                        <a:rPr sz="1100" b="0">
                          <a:solidFill>
                            <a:srgbClr val="3A4652"/>
                          </a:solidFill>
                        </a:rPr>
                        <a:t>22.8%</a:t>
                      </a:r>
                    </a:p>
                  </a:txBody>
                  <a:tcPr marL="73152" marR="73152" marT="27432" marB="27432" anchor="ctr">
                    <a:solidFill>
                      <a:srgbClr val="FFFFFF"/>
                    </a:solidFill>
                  </a:tcPr>
                </a:tc>
                <a:tc>
                  <a:txBody>
                    <a:bodyPr/>
                    <a:lstStyle/>
                    <a:p>
                      <a:pPr algn="r"/>
                      <a:r>
                        <a:rPr sz="1100" b="0">
                          <a:solidFill>
                            <a:srgbClr val="3A4652"/>
                          </a:solidFill>
                        </a:rPr>
                        <a:t>0.0%</a:t>
                      </a:r>
                    </a:p>
                  </a:txBody>
                  <a:tcPr marL="73152" marR="73152" marT="27432" marB="27432" anchor="ctr">
                    <a:solidFill>
                      <a:srgbClr val="FFFFFF"/>
                    </a:solidFill>
                  </a:tcPr>
                </a:tc>
                <a:tc>
                  <a:txBody>
                    <a:bodyPr/>
                    <a:lstStyle/>
                    <a:p>
                      <a:pPr algn="r"/>
                      <a:r>
                        <a:rPr sz="1100" b="0">
                          <a:solidFill>
                            <a:srgbClr val="3A4652"/>
                          </a:solidFill>
                        </a:rPr>
                        <a:t>0%</a:t>
                      </a:r>
                    </a:p>
                  </a:txBody>
                  <a:tcPr marL="73152" marR="73152" marT="27432" marB="27432" anchor="ctr">
                    <a:solidFill>
                      <a:srgbClr val="FFFFFF"/>
                    </a:solidFill>
                  </a:tcPr>
                </a:tc>
                <a:tc>
                  <a:txBody>
                    <a:bodyPr/>
                    <a:lstStyle/>
                    <a:p>
                      <a:pPr algn="r"/>
                      <a:r>
                        <a:rPr sz="1100" b="0">
                          <a:solidFill>
                            <a:srgbClr val="3A4652"/>
                          </a:solidFill>
                        </a:rPr>
                        <a:t>0.02 ms</a:t>
                      </a:r>
                    </a:p>
                  </a:txBody>
                  <a:tcPr marL="73152" marR="73152" marT="27432" marB="27432" anchor="ctr">
                    <a:solidFill>
                      <a:srgbClr val="FFFFFF"/>
                    </a:solidFill>
                  </a:tcPr>
                </a:tc>
                <a:tc>
                  <a:txBody>
                    <a:bodyPr/>
                    <a:lstStyle/>
                    <a:p>
                      <a:pPr algn="l"/>
                      <a:r>
                        <a:rPr sz="1100" b="0">
                          <a:solidFill>
                            <a:srgbClr val="3A4652"/>
                          </a:solidFill>
                        </a:rPr>
                        <a:t>Rs 0</a:t>
                      </a:r>
                    </a:p>
                  </a:txBody>
                  <a:tcPr marL="73152" marR="73152" marT="27432" marB="27432" anchor="ctr">
                    <a:solidFill>
                      <a:srgbClr val="FFFFFF"/>
                    </a:solidFill>
                  </a:tcPr>
                </a:tc>
              </a:tr>
              <a:tr h="274320">
                <a:tc>
                  <a:txBody>
                    <a:bodyPr/>
                    <a:lstStyle/>
                    <a:p>
                      <a:pPr algn="l"/>
                      <a:r>
                        <a:rPr sz="1100" b="0">
                          <a:solidFill>
                            <a:srgbClr val="3A4652"/>
                          </a:solidFill>
                        </a:rPr>
                        <a:t>Rules + classifiers</a:t>
                      </a:r>
                    </a:p>
                  </a:txBody>
                  <a:tcPr marL="73152" marR="73152" marT="27432" marB="27432" anchor="ctr">
                    <a:solidFill>
                      <a:srgbClr val="FFFFFF"/>
                    </a:solidFill>
                  </a:tcPr>
                </a:tc>
                <a:tc>
                  <a:txBody>
                    <a:bodyPr/>
                    <a:lstStyle/>
                    <a:p>
                      <a:pPr algn="r"/>
                      <a:r>
                        <a:rPr sz="1100" b="0">
                          <a:solidFill>
                            <a:srgbClr val="3A4652"/>
                          </a:solidFill>
                        </a:rPr>
                        <a:t>93.5%</a:t>
                      </a:r>
                    </a:p>
                  </a:txBody>
                  <a:tcPr marL="73152" marR="73152" marT="27432" marB="27432" anchor="ctr">
                    <a:solidFill>
                      <a:srgbClr val="FFFFFF"/>
                    </a:solidFill>
                  </a:tcPr>
                </a:tc>
                <a:tc>
                  <a:txBody>
                    <a:bodyPr/>
                    <a:lstStyle/>
                    <a:p>
                      <a:pPr algn="r"/>
                      <a:r>
                        <a:rPr sz="1100" b="0">
                          <a:solidFill>
                            <a:srgbClr val="3A4652"/>
                          </a:solidFill>
                        </a:rPr>
                        <a:t>7.4%</a:t>
                      </a:r>
                    </a:p>
                  </a:txBody>
                  <a:tcPr marL="73152" marR="73152" marT="27432" marB="27432" anchor="ctr">
                    <a:solidFill>
                      <a:srgbClr val="FFFFFF"/>
                    </a:solidFill>
                  </a:tcPr>
                </a:tc>
                <a:tc>
                  <a:txBody>
                    <a:bodyPr/>
                    <a:lstStyle/>
                    <a:p>
                      <a:pPr algn="r"/>
                      <a:r>
                        <a:rPr sz="1100" b="0">
                          <a:solidFill>
                            <a:srgbClr val="3A4652"/>
                          </a:solidFill>
                        </a:rPr>
                        <a:t>0%</a:t>
                      </a:r>
                    </a:p>
                  </a:txBody>
                  <a:tcPr marL="73152" marR="73152" marT="27432" marB="27432" anchor="ctr">
                    <a:solidFill>
                      <a:srgbClr val="FFFFFF"/>
                    </a:solidFill>
                  </a:tcPr>
                </a:tc>
                <a:tc>
                  <a:txBody>
                    <a:bodyPr/>
                    <a:lstStyle/>
                    <a:p>
                      <a:pPr algn="r"/>
                      <a:r>
                        <a:rPr sz="1100" b="0">
                          <a:solidFill>
                            <a:srgbClr val="3A4652"/>
                          </a:solidFill>
                        </a:rPr>
                        <a:t>140 ms</a:t>
                      </a:r>
                    </a:p>
                  </a:txBody>
                  <a:tcPr marL="73152" marR="73152" marT="27432" marB="27432" anchor="ctr">
                    <a:solidFill>
                      <a:srgbClr val="FFFFFF"/>
                    </a:solidFill>
                  </a:tcPr>
                </a:tc>
                <a:tc>
                  <a:txBody>
                    <a:bodyPr/>
                    <a:lstStyle/>
                    <a:p>
                      <a:pPr algn="l"/>
                      <a:r>
                        <a:rPr sz="1100" b="0">
                          <a:solidFill>
                            <a:srgbClr val="3A4652"/>
                          </a:solidFill>
                        </a:rPr>
                        <a:t>Rs 0.35</a:t>
                      </a:r>
                    </a:p>
                  </a:txBody>
                  <a:tcPr marL="73152" marR="73152" marT="27432" marB="27432" anchor="ctr">
                    <a:solidFill>
                      <a:srgbClr val="FFFFFF"/>
                    </a:solidFill>
                  </a:tcPr>
                </a:tc>
              </a:tr>
              <a:tr h="274320">
                <a:tc>
                  <a:txBody>
                    <a:bodyPr/>
                    <a:lstStyle/>
                    <a:p>
                      <a:pPr algn="l"/>
                      <a:r>
                        <a:rPr sz="1100" b="1">
                          <a:solidFill>
                            <a:srgbClr val="16202B"/>
                          </a:solidFill>
                        </a:rPr>
                        <a:t>The cascade</a:t>
                      </a:r>
                    </a:p>
                  </a:txBody>
                  <a:tcPr marL="73152" marR="73152" marT="27432" marB="27432" anchor="ctr">
                    <a:solidFill>
                      <a:srgbClr val="F4F1F8"/>
                    </a:solidFill>
                  </a:tcPr>
                </a:tc>
                <a:tc>
                  <a:txBody>
                    <a:bodyPr/>
                    <a:lstStyle/>
                    <a:p>
                      <a:pPr algn="r"/>
                      <a:r>
                        <a:rPr sz="1100" b="1">
                          <a:solidFill>
                            <a:srgbClr val="16202B"/>
                          </a:solidFill>
                        </a:rPr>
                        <a:t>94.6%</a:t>
                      </a:r>
                    </a:p>
                  </a:txBody>
                  <a:tcPr marL="73152" marR="73152" marT="27432" marB="27432" anchor="ctr">
                    <a:solidFill>
                      <a:srgbClr val="F4F1F8"/>
                    </a:solidFill>
                  </a:tcPr>
                </a:tc>
                <a:tc>
                  <a:txBody>
                    <a:bodyPr/>
                    <a:lstStyle/>
                    <a:p>
                      <a:pPr algn="r"/>
                      <a:r>
                        <a:rPr sz="1100" b="1">
                          <a:solidFill>
                            <a:srgbClr val="16202B"/>
                          </a:solidFill>
                        </a:rPr>
                        <a:t>7.4%</a:t>
                      </a:r>
                    </a:p>
                  </a:txBody>
                  <a:tcPr marL="73152" marR="73152" marT="27432" marB="27432" anchor="ctr">
                    <a:solidFill>
                      <a:srgbClr val="F4F1F8"/>
                    </a:solidFill>
                  </a:tcPr>
                </a:tc>
                <a:tc>
                  <a:txBody>
                    <a:bodyPr/>
                    <a:lstStyle/>
                    <a:p>
                      <a:pPr algn="r"/>
                      <a:r>
                        <a:rPr sz="1100" b="1">
                          <a:solidFill>
                            <a:srgbClr val="16202B"/>
                          </a:solidFill>
                        </a:rPr>
                        <a:t>2.8%</a:t>
                      </a:r>
                    </a:p>
                  </a:txBody>
                  <a:tcPr marL="73152" marR="73152" marT="27432" marB="27432" anchor="ctr">
                    <a:solidFill>
                      <a:srgbClr val="F4F1F8"/>
                    </a:solidFill>
                  </a:tcPr>
                </a:tc>
                <a:tc>
                  <a:txBody>
                    <a:bodyPr/>
                    <a:lstStyle/>
                    <a:p>
                      <a:pPr algn="r"/>
                      <a:r>
                        <a:rPr sz="1100" b="1">
                          <a:solidFill>
                            <a:srgbClr val="16202B"/>
                          </a:solidFill>
                        </a:rPr>
                        <a:t>175 ms</a:t>
                      </a:r>
                    </a:p>
                  </a:txBody>
                  <a:tcPr marL="73152" marR="73152" marT="27432" marB="27432" anchor="ctr">
                    <a:solidFill>
                      <a:srgbClr val="F4F1F8"/>
                    </a:solidFill>
                  </a:tcPr>
                </a:tc>
                <a:tc>
                  <a:txBody>
                    <a:bodyPr/>
                    <a:lstStyle/>
                    <a:p>
                      <a:pPr algn="l"/>
                      <a:r>
                        <a:rPr sz="1100" b="1">
                          <a:solidFill>
                            <a:srgbClr val="16202B"/>
                          </a:solidFill>
                        </a:rPr>
                        <a:t>Rs 1.10</a:t>
                      </a:r>
                    </a:p>
                  </a:txBody>
                  <a:tcPr marL="73152" marR="73152" marT="27432" marB="27432" anchor="ctr">
                    <a:solidFill>
                      <a:srgbClr val="F4F1F8"/>
                    </a:solidFill>
                  </a:tcPr>
                </a:tc>
              </a:tr>
              <a:tr h="274320">
                <a:tc>
                  <a:txBody>
                    <a:bodyPr/>
                    <a:lstStyle/>
                    <a:p>
                      <a:pPr algn="l"/>
                      <a:r>
                        <a:rPr sz="1100" b="0">
                          <a:solidFill>
                            <a:srgbClr val="3A4652"/>
                          </a:solidFill>
                        </a:rPr>
                        <a:t>A judge on every response</a:t>
                      </a:r>
                    </a:p>
                  </a:txBody>
                  <a:tcPr marL="73152" marR="73152" marT="27432" marB="27432" anchor="ctr">
                    <a:solidFill>
                      <a:srgbClr val="FFFFFF"/>
                    </a:solidFill>
                  </a:tcPr>
                </a:tc>
                <a:tc>
                  <a:txBody>
                    <a:bodyPr/>
                    <a:lstStyle/>
                    <a:p>
                      <a:pPr algn="r"/>
                      <a:r>
                        <a:rPr sz="1100" b="0">
                          <a:solidFill>
                            <a:srgbClr val="3A4652"/>
                          </a:solidFill>
                        </a:rPr>
                        <a:t>92.4%</a:t>
                      </a:r>
                    </a:p>
                  </a:txBody>
                  <a:tcPr marL="73152" marR="73152" marT="27432" marB="27432" anchor="ctr">
                    <a:solidFill>
                      <a:srgbClr val="FFFFFF"/>
                    </a:solidFill>
                  </a:tcPr>
                </a:tc>
                <a:tc>
                  <a:txBody>
                    <a:bodyPr/>
                    <a:lstStyle/>
                    <a:p>
                      <a:pPr algn="r"/>
                      <a:r>
                        <a:rPr sz="1100" b="0">
                          <a:solidFill>
                            <a:srgbClr val="3A4652"/>
                          </a:solidFill>
                        </a:rPr>
                        <a:t>14.8%</a:t>
                      </a:r>
                    </a:p>
                  </a:txBody>
                  <a:tcPr marL="73152" marR="73152" marT="27432" marB="27432" anchor="ctr">
                    <a:solidFill>
                      <a:srgbClr val="FFFFFF"/>
                    </a:solidFill>
                  </a:tcPr>
                </a:tc>
                <a:tc>
                  <a:txBody>
                    <a:bodyPr/>
                    <a:lstStyle/>
                    <a:p>
                      <a:pPr algn="r"/>
                      <a:r>
                        <a:rPr sz="1100" b="0">
                          <a:solidFill>
                            <a:srgbClr val="3A4652"/>
                          </a:solidFill>
                        </a:rPr>
                        <a:t>100%</a:t>
                      </a:r>
                    </a:p>
                  </a:txBody>
                  <a:tcPr marL="73152" marR="73152" marT="27432" marB="27432" anchor="ctr">
                    <a:solidFill>
                      <a:srgbClr val="FFFFFF"/>
                    </a:solidFill>
                  </a:tcPr>
                </a:tc>
                <a:tc>
                  <a:txBody>
                    <a:bodyPr/>
                    <a:lstStyle/>
                    <a:p>
                      <a:pPr algn="r"/>
                      <a:r>
                        <a:rPr sz="1100" b="0">
                          <a:solidFill>
                            <a:srgbClr val="3A4652"/>
                          </a:solidFill>
                        </a:rPr>
                        <a:t>5,534 ms</a:t>
                      </a:r>
                    </a:p>
                  </a:txBody>
                  <a:tcPr marL="73152" marR="73152" marT="27432" marB="27432" anchor="ctr">
                    <a:solidFill>
                      <a:srgbClr val="FFFFFF"/>
                    </a:solidFill>
                  </a:tcPr>
                </a:tc>
                <a:tc>
                  <a:txBody>
                    <a:bodyPr/>
                    <a:lstStyle/>
                    <a:p>
                      <a:pPr algn="l"/>
                      <a:r>
                        <a:rPr sz="1100" b="0">
                          <a:solidFill>
                            <a:srgbClr val="3A4652"/>
                          </a:solidFill>
                        </a:rPr>
                        <a:t>Rs 30.01</a:t>
                      </a:r>
                    </a:p>
                  </a:txBody>
                  <a:tcPr marL="73152" marR="73152" marT="27432" marB="27432" anchor="ctr">
                    <a:solidFill>
                      <a:srgbClr val="FFFFFF"/>
                    </a:solidFill>
                  </a:tcPr>
                </a:tc>
              </a:tr>
            </a:tbl>
          </a:graphicData>
        </a:graphic>
      </p:graphicFrame>
      <p:sp>
        <p:nvSpPr>
          <p:cNvPr id="5" name="TextBox 4"/>
          <p:cNvSpPr txBox="1"/>
          <p:nvPr/>
        </p:nvSpPr>
        <p:spPr>
          <a:xfrm>
            <a:off x="557784" y="3566160"/>
            <a:ext cx="11064240" cy="2194560"/>
          </a:xfrm>
          <a:prstGeom prst="rect">
            <a:avLst/>
          </a:prstGeom>
          <a:noFill/>
        </p:spPr>
        <p:txBody>
          <a:bodyPr wrap="square">
            <a:spAutoFit/>
          </a:bodyPr>
          <a:lstStyle/>
          <a:p>
            <a:pPr>
              <a:spcAft>
                <a:spcPts val="1200"/>
              </a:spcAft>
            </a:pPr>
            <a:r>
              <a:rPr sz="1400" b="1">
                <a:solidFill>
                  <a:srgbClr val="16202B"/>
                </a:solidFill>
              </a:rPr>
              <a:t>The cascade catches more than judging every response — 94.6% against 92.4% — at 3.7% of the cost, with half the false positives and 32× lower latency.</a:t>
            </a:r>
          </a:p>
          <a:p>
            <a:pPr>
              <a:spcAft>
                <a:spcPts val="0"/>
              </a:spcAft>
            </a:pPr>
            <a:r>
              <a:rPr sz="1200" b="0">
                <a:solidFill>
                  <a:srgbClr val="3A4652"/>
                </a:solidFill>
              </a:rPr>
              <a:t>That the judge-everything baseline is worse on both is not a rhetorical win. A judge asked to re-rule on claims tier 1 already had right sometimes overrules them, and it does so in both directions. Selectivity is not only cheaper here, it is more accurate — measured against a live judge, not a stand-in.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solidFill>
                  <a:srgbClr val="16202B"/>
                </a:solidFill>
              </a:rPr>
              <a:t>What it cannot do</a:t>
            </a:r>
          </a:p>
        </p:txBody>
      </p:sp>
      <p:sp>
        <p:nvSpPr>
          <p:cNvPr id="3" name="TextBox 2"/>
          <p:cNvSpPr txBox="1"/>
          <p:nvPr/>
        </p:nvSpPr>
        <p:spPr>
          <a:xfrm>
            <a:off x="557784" y="1060704"/>
            <a:ext cx="11064240" cy="457200"/>
          </a:xfrm>
          <a:prstGeom prst="rect">
            <a:avLst/>
          </a:prstGeom>
          <a:noFill/>
        </p:spPr>
        <p:txBody>
          <a:bodyPr wrap="square">
            <a:spAutoFit/>
          </a:bodyPr>
          <a:lstStyle/>
          <a:p>
            <a:r>
              <a:rPr sz="1250">
                <a:solidFill>
                  <a:srgbClr val="6B7782"/>
                </a:solidFill>
              </a:rPr>
              <a:t>Stated because a benchmark that reports only its wins is a brochure.</a:t>
            </a:r>
          </a:p>
        </p:txBody>
      </p:sp>
      <p:graphicFrame>
        <p:nvGraphicFramePr>
          <p:cNvPr id="4" name="Table 3"/>
          <p:cNvGraphicFramePr>
            <a:graphicFrameLocks noGrp="1"/>
          </p:cNvGraphicFramePr>
          <p:nvPr/>
        </p:nvGraphicFramePr>
        <p:xfrm>
          <a:off x="557784" y="1828800"/>
          <a:ext cx="11064240" cy="1408176"/>
        </p:xfrm>
        <a:graphic>
          <a:graphicData uri="http://schemas.openxmlformats.org/drawingml/2006/table">
            <a:tbl>
              <a:tblPr firstRow="1">
                <a:tableStyleId>{5C22544A-7EE6-4342-B048-85BDC9FD1C3A}</a:tableStyleId>
              </a:tblPr>
              <a:tblGrid>
                <a:gridCol w="3657600"/>
                <a:gridCol w="1920240"/>
                <a:gridCol w="5486400"/>
              </a:tblGrid>
              <a:tr h="310896">
                <a:tc>
                  <a:txBody>
                    <a:bodyPr/>
                    <a:lstStyle/>
                    <a:p>
                      <a:pPr algn="l"/>
                      <a:r>
                        <a:rPr sz="950" b="1">
                          <a:solidFill>
                            <a:srgbClr val="6B7782"/>
                          </a:solidFill>
                        </a:rPr>
                        <a:t>Weakness</a:t>
                      </a:r>
                    </a:p>
                  </a:txBody>
                  <a:tcPr marL="73152" marR="73152" marT="27432" marB="27432" anchor="ctr">
                    <a:solidFill>
                      <a:srgbClr val="F4F1F8"/>
                    </a:solidFill>
                  </a:tcPr>
                </a:tc>
                <a:tc>
                  <a:txBody>
                    <a:bodyPr/>
                    <a:lstStyle/>
                    <a:p>
                      <a:pPr algn="l"/>
                      <a:r>
                        <a:rPr sz="950" b="1">
                          <a:solidFill>
                            <a:srgbClr val="6B7782"/>
                          </a:solidFill>
                        </a:rPr>
                        <a:t>Rate</a:t>
                      </a:r>
                    </a:p>
                  </a:txBody>
                  <a:tcPr marL="73152" marR="73152" marT="27432" marB="27432" anchor="ctr">
                    <a:solidFill>
                      <a:srgbClr val="F4F1F8"/>
                    </a:solidFill>
                  </a:tcPr>
                </a:tc>
                <a:tc>
                  <a:txBody>
                    <a:bodyPr/>
                    <a:lstStyle/>
                    <a:p>
                      <a:pPr algn="l"/>
                      <a:r>
                        <a:rPr sz="950" b="1">
                          <a:solidFill>
                            <a:srgbClr val="6B7782"/>
                          </a:solidFill>
                        </a:rPr>
                        <a:t>Why</a:t>
                      </a:r>
                    </a:p>
                  </a:txBody>
                  <a:tcPr marL="73152" marR="73152" marT="27432" marB="27432" anchor="ctr">
                    <a:solidFill>
                      <a:srgbClr val="F4F1F8"/>
                    </a:solidFill>
                  </a:tcPr>
                </a:tc>
              </a:tr>
              <a:tr h="274320">
                <a:tc>
                  <a:txBody>
                    <a:bodyPr/>
                    <a:lstStyle/>
                    <a:p>
                      <a:pPr algn="l"/>
                      <a:r>
                        <a:rPr sz="1100" b="0">
                          <a:solidFill>
                            <a:srgbClr val="3A4652"/>
                          </a:solidFill>
                        </a:rPr>
                        <a:t>Multi-hop claims</a:t>
                      </a:r>
                    </a:p>
                  </a:txBody>
                  <a:tcPr marL="73152" marR="73152" marT="27432" marB="27432" anchor="ctr">
                    <a:solidFill>
                      <a:srgbClr val="FFFFFF"/>
                    </a:solidFill>
                  </a:tcPr>
                </a:tc>
                <a:tc>
                  <a:txBody>
                    <a:bodyPr/>
                    <a:lstStyle/>
                    <a:p>
                      <a:pPr algn="r"/>
                      <a:r>
                        <a:rPr sz="1100" b="0">
                          <a:solidFill>
                            <a:srgbClr val="3A4652"/>
                          </a:solidFill>
                        </a:rPr>
                        <a:t>3 of 9</a:t>
                      </a:r>
                    </a:p>
                  </a:txBody>
                  <a:tcPr marL="73152" marR="73152" marT="27432" marB="27432" anchor="ctr">
                    <a:solidFill>
                      <a:srgbClr val="FFFFFF"/>
                    </a:solidFill>
                  </a:tcPr>
                </a:tc>
                <a:tc>
                  <a:txBody>
                    <a:bodyPr/>
                    <a:lstStyle/>
                    <a:p>
                      <a:pPr algn="l"/>
                      <a:r>
                        <a:rPr sz="1100" b="0">
                          <a:solidFill>
                            <a:srgbClr val="3A4652"/>
                          </a:solidFill>
                        </a:rPr>
                        <a:t>True only by combining two sources; entails neither alone</a:t>
                      </a:r>
                    </a:p>
                  </a:txBody>
                  <a:tcPr marL="73152" marR="73152" marT="27432" marB="27432" anchor="ctr">
                    <a:solidFill>
                      <a:srgbClr val="FFFFFF"/>
                    </a:solidFill>
                  </a:tcPr>
                </a:tc>
              </a:tr>
              <a:tr h="274320">
                <a:tc>
                  <a:txBody>
                    <a:bodyPr/>
                    <a:lstStyle/>
                    <a:p>
                      <a:pPr algn="l"/>
                      <a:r>
                        <a:rPr sz="1100" b="0">
                          <a:solidFill>
                            <a:srgbClr val="3A4652"/>
                          </a:solidFill>
                        </a:rPr>
                        <a:t>Quantifier flips</a:t>
                      </a:r>
                    </a:p>
                  </a:txBody>
                  <a:tcPr marL="73152" marR="73152" marT="27432" marB="27432" anchor="ctr">
                    <a:solidFill>
                      <a:srgbClr val="FFFFFF"/>
                    </a:solidFill>
                  </a:tcPr>
                </a:tc>
                <a:tc>
                  <a:txBody>
                    <a:bodyPr/>
                    <a:lstStyle/>
                    <a:p>
                      <a:pPr algn="r"/>
                      <a:r>
                        <a:rPr sz="1100" b="0">
                          <a:solidFill>
                            <a:srgbClr val="3A4652"/>
                          </a:solidFill>
                        </a:rPr>
                        <a:t>8 of 15 caught</a:t>
                      </a:r>
                    </a:p>
                  </a:txBody>
                  <a:tcPr marL="73152" marR="73152" marT="27432" marB="27432" anchor="ctr">
                    <a:solidFill>
                      <a:srgbClr val="FFFFFF"/>
                    </a:solidFill>
                  </a:tcPr>
                </a:tc>
                <a:tc>
                  <a:txBody>
                    <a:bodyPr/>
                    <a:lstStyle/>
                    <a:p>
                      <a:pPr algn="l"/>
                      <a:r>
                        <a:rPr sz="1100" b="0">
                          <a:solidFill>
                            <a:srgbClr val="3A4652"/>
                          </a:solidFill>
                        </a:rPr>
                        <a:t>"up to X" against "at least X" — one word, the opposite meaning</a:t>
                      </a:r>
                    </a:p>
                  </a:txBody>
                  <a:tcPr marL="73152" marR="73152" marT="27432" marB="27432" anchor="ctr">
                    <a:solidFill>
                      <a:srgbClr val="FFFFFF"/>
                    </a:solidFill>
                  </a:tcPr>
                </a:tc>
              </a:tr>
              <a:tr h="274320">
                <a:tc>
                  <a:txBody>
                    <a:bodyPr/>
                    <a:lstStyle/>
                    <a:p>
                      <a:pPr algn="l"/>
                      <a:r>
                        <a:rPr sz="1100" b="0">
                          <a:solidFill>
                            <a:srgbClr val="3A4652"/>
                          </a:solidFill>
                        </a:rPr>
                        <a:t>Hedged but correct</a:t>
                      </a:r>
                    </a:p>
                  </a:txBody>
                  <a:tcPr marL="73152" marR="73152" marT="27432" marB="27432" anchor="ctr">
                    <a:solidFill>
                      <a:srgbClr val="FFFFFF"/>
                    </a:solidFill>
                  </a:tcPr>
                </a:tc>
                <a:tc>
                  <a:txBody>
                    <a:bodyPr/>
                    <a:lstStyle/>
                    <a:p>
                      <a:pPr algn="r"/>
                      <a:r>
                        <a:rPr sz="1100" b="0">
                          <a:solidFill>
                            <a:srgbClr val="3A4652"/>
                          </a:solidFill>
                        </a:rPr>
                        <a:t>11 of 15</a:t>
                      </a:r>
                    </a:p>
                  </a:txBody>
                  <a:tcPr marL="73152" marR="73152" marT="27432" marB="27432" anchor="ctr">
                    <a:solidFill>
                      <a:srgbClr val="FFFFFF"/>
                    </a:solidFill>
                  </a:tcPr>
                </a:tc>
                <a:tc>
                  <a:txBody>
                    <a:bodyPr/>
                    <a:lstStyle/>
                    <a:p>
                      <a:pPr algn="l"/>
                      <a:r>
                        <a:rPr sz="1100" b="0">
                          <a:solidFill>
                            <a:srgbClr val="3A4652"/>
                          </a:solidFill>
                        </a:rPr>
                        <a:t>Hedging reads as distance from the source</a:t>
                      </a:r>
                    </a:p>
                  </a:txBody>
                  <a:tcPr marL="73152" marR="73152" marT="27432" marB="27432" anchor="ctr">
                    <a:solidFill>
                      <a:srgbClr val="FFFFFF"/>
                    </a:solidFill>
                  </a:tcPr>
                </a:tc>
              </a:tr>
              <a:tr h="274320">
                <a:tc>
                  <a:txBody>
                    <a:bodyPr/>
                    <a:lstStyle/>
                    <a:p>
                      <a:pPr algn="l"/>
                      <a:r>
                        <a:rPr sz="1100" b="0">
                          <a:solidFill>
                            <a:srgbClr val="3A4652"/>
                          </a:solidFill>
                        </a:rPr>
                        <a:t>Two policies over their own latency budgets</a:t>
                      </a:r>
                    </a:p>
                  </a:txBody>
                  <a:tcPr marL="73152" marR="73152" marT="27432" marB="27432" anchor="ctr">
                    <a:solidFill>
                      <a:srgbClr val="FFFFFF"/>
                    </a:solidFill>
                  </a:tcPr>
                </a:tc>
                <a:tc>
                  <a:txBody>
                    <a:bodyPr/>
                    <a:lstStyle/>
                    <a:p>
                      <a:pPr algn="r"/>
                      <a:r>
                        <a:rPr sz="1100" b="0">
                          <a:solidFill>
                            <a:srgbClr val="3A4652"/>
                          </a:solidFill>
                        </a:rPr>
                        <a:t>1225 / 3914 ms</a:t>
                      </a:r>
                    </a:p>
                  </a:txBody>
                  <a:tcPr marL="73152" marR="73152" marT="27432" marB="27432" anchor="ctr">
                    <a:solidFill>
                      <a:srgbClr val="FFFFFF"/>
                    </a:solidFill>
                  </a:tcPr>
                </a:tc>
                <a:tc>
                  <a:txBody>
                    <a:bodyPr/>
                    <a:lstStyle/>
                    <a:p>
                      <a:pPr algn="l"/>
                      <a:r>
                        <a:rPr sz="1100" b="0">
                          <a:solidFill>
                            <a:srgbClr val="3A4652"/>
                          </a:solidFill>
                        </a:rPr>
                        <a:t>A judge call is seconds; a budget in hundreds of ms cannot absorb one</a:t>
                      </a:r>
                    </a:p>
                  </a:txBody>
                  <a:tcPr marL="73152" marR="73152" marT="27432" marB="27432" anchor="ctr">
                    <a:solidFill>
                      <a:srgbClr val="FFFFFF"/>
                    </a:solidFill>
                  </a:tcPr>
                </a:tc>
              </a:tr>
            </a:tbl>
          </a:graphicData>
        </a:graphic>
      </p:graphicFrame>
      <p:sp>
        <p:nvSpPr>
          <p:cNvPr id="5" name="TextBox 4"/>
          <p:cNvSpPr txBox="1"/>
          <p:nvPr/>
        </p:nvSpPr>
        <p:spPr>
          <a:xfrm>
            <a:off x="557784" y="3840480"/>
            <a:ext cx="11064240" cy="2011680"/>
          </a:xfrm>
          <a:prstGeom prst="rect">
            <a:avLst/>
          </a:prstGeom>
          <a:noFill/>
        </p:spPr>
        <p:txBody>
          <a:bodyPr wrap="square">
            <a:spAutoFit/>
          </a:bodyPr>
          <a:lstStyle/>
          <a:p>
            <a:pPr>
              <a:spcAft>
                <a:spcPts val="1200"/>
              </a:spcAft>
            </a:pPr>
            <a:r>
              <a:rPr sz="1200" b="0">
                <a:solidFill>
                  <a:srgbClr val="3A4652"/>
                </a:solidFill>
              </a:rPr>
              <a:t>The eval set is synthetic and was written by the same person who tuned the checker. An earlier version scored 100% on every case type — which is exactly why the adversarial cases exist.</a:t>
            </a:r>
          </a:p>
          <a:p>
            <a:pPr>
              <a:spcAft>
                <a:spcPts val="0"/>
              </a:spcAft>
            </a:pPr>
            <a:r>
              <a:rPr sz="1200" b="1">
                <a:solidFill>
                  <a:srgbClr val="16202B"/>
                </a:solidFill>
              </a:rPr>
              <a:t>These numbers are a floor on difficulty, not a ceiling on quality.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solidFill>
                  <a:srgbClr val="16202B"/>
                </a:solidFill>
              </a:rPr>
              <a:t>Who this is for</a:t>
            </a:r>
          </a:p>
        </p:txBody>
      </p:sp>
      <p:graphicFrame>
        <p:nvGraphicFramePr>
          <p:cNvPr id="3" name="Table 2"/>
          <p:cNvGraphicFramePr>
            <a:graphicFrameLocks noGrp="1"/>
          </p:cNvGraphicFramePr>
          <p:nvPr/>
        </p:nvGraphicFramePr>
        <p:xfrm>
          <a:off x="557784" y="1737360"/>
          <a:ext cx="11064240" cy="1408176"/>
        </p:xfrm>
        <a:graphic>
          <a:graphicData uri="http://schemas.openxmlformats.org/drawingml/2006/table">
            <a:tbl>
              <a:tblPr firstRow="1">
                <a:tableStyleId>{5C22544A-7EE6-4342-B048-85BDC9FD1C3A}</a:tableStyleId>
              </a:tblPr>
              <a:tblGrid>
                <a:gridCol w="3108960"/>
                <a:gridCol w="4937760"/>
                <a:gridCol w="3017520"/>
              </a:tblGrid>
              <a:tr h="310896">
                <a:tc>
                  <a:txBody>
                    <a:bodyPr/>
                    <a:lstStyle/>
                    <a:p>
                      <a:pPr algn="l"/>
                      <a:r>
                        <a:rPr sz="950" b="1">
                          <a:solidFill>
                            <a:srgbClr val="6B7782"/>
                          </a:solidFill>
                        </a:rPr>
                        <a:t>Who</a:t>
                      </a:r>
                    </a:p>
                  </a:txBody>
                  <a:tcPr marL="73152" marR="73152" marT="27432" marB="27432" anchor="ctr">
                    <a:solidFill>
                      <a:srgbClr val="F4F1F8"/>
                    </a:solidFill>
                  </a:tcPr>
                </a:tc>
                <a:tc>
                  <a:txBody>
                    <a:bodyPr/>
                    <a:lstStyle/>
                    <a:p>
                      <a:pPr algn="l"/>
                      <a:r>
                        <a:rPr sz="950" b="1">
                          <a:solidFill>
                            <a:srgbClr val="6B7782"/>
                          </a:solidFill>
                        </a:rPr>
                        <a:t>What they need</a:t>
                      </a:r>
                    </a:p>
                  </a:txBody>
                  <a:tcPr marL="73152" marR="73152" marT="27432" marB="27432" anchor="ctr">
                    <a:solidFill>
                      <a:srgbClr val="F4F1F8"/>
                    </a:solidFill>
                  </a:tcPr>
                </a:tc>
                <a:tc>
                  <a:txBody>
                    <a:bodyPr/>
                    <a:lstStyle/>
                    <a:p>
                      <a:pPr algn="l"/>
                      <a:r>
                        <a:rPr sz="950" b="1">
                          <a:solidFill>
                            <a:srgbClr val="6B7782"/>
                          </a:solidFill>
                        </a:rPr>
                        <a:t>What they touch</a:t>
                      </a:r>
                    </a:p>
                  </a:txBody>
                  <a:tcPr marL="73152" marR="73152" marT="27432" marB="27432" anchor="ctr">
                    <a:solidFill>
                      <a:srgbClr val="F4F1F8"/>
                    </a:solidFill>
                  </a:tcPr>
                </a:tc>
              </a:tr>
              <a:tr h="274320">
                <a:tc>
                  <a:txBody>
                    <a:bodyPr/>
                    <a:lstStyle/>
                    <a:p>
                      <a:pPr algn="l"/>
                      <a:r>
                        <a:rPr sz="1100" b="0">
                          <a:solidFill>
                            <a:srgbClr val="3A4652"/>
                          </a:solidFill>
                        </a:rPr>
                        <a:t>Platform / ML engineering</a:t>
                      </a:r>
                    </a:p>
                  </a:txBody>
                  <a:tcPr marL="73152" marR="73152" marT="27432" marB="27432" anchor="ctr">
                    <a:solidFill>
                      <a:srgbClr val="FFFFFF"/>
                    </a:solidFill>
                  </a:tcPr>
                </a:tc>
                <a:tc>
                  <a:txBody>
                    <a:bodyPr/>
                    <a:lstStyle/>
                    <a:p>
                      <a:pPr algn="l"/>
                      <a:r>
                        <a:rPr sz="1100" b="0">
                          <a:solidFill>
                            <a:srgbClr val="3A4652"/>
                          </a:solidFill>
                        </a:rPr>
                        <a:t>Ship AI features without owning risk review</a:t>
                      </a:r>
                    </a:p>
                  </a:txBody>
                  <a:tcPr marL="73152" marR="73152" marT="27432" marB="27432" anchor="ctr">
                    <a:solidFill>
                      <a:srgbClr val="FFFFFF"/>
                    </a:solidFill>
                  </a:tcPr>
                </a:tc>
                <a:tc>
                  <a:txBody>
                    <a:bodyPr/>
                    <a:lstStyle/>
                    <a:p>
                      <a:pPr algn="l"/>
                      <a:r>
                        <a:rPr sz="1100" b="0">
                          <a:solidFill>
                            <a:srgbClr val="3A4652"/>
                          </a:solidFill>
                        </a:rPr>
                        <a:t>A base URL change</a:t>
                      </a:r>
                    </a:p>
                  </a:txBody>
                  <a:tcPr marL="73152" marR="73152" marT="27432" marB="27432" anchor="ctr">
                    <a:solidFill>
                      <a:srgbClr val="FFFFFF"/>
                    </a:solidFill>
                  </a:tcPr>
                </a:tc>
              </a:tr>
              <a:tr h="274320">
                <a:tc>
                  <a:txBody>
                    <a:bodyPr/>
                    <a:lstStyle/>
                    <a:p>
                      <a:pPr algn="l"/>
                      <a:r>
                        <a:rPr sz="1100" b="0">
                          <a:solidFill>
                            <a:srgbClr val="3A4652"/>
                          </a:solidFill>
                        </a:rPr>
                        <a:t>Risk, compliance, legal</a:t>
                      </a:r>
                    </a:p>
                  </a:txBody>
                  <a:tcPr marL="73152" marR="73152" marT="27432" marB="27432" anchor="ctr">
                    <a:solidFill>
                      <a:srgbClr val="FFFFFF"/>
                    </a:solidFill>
                  </a:tcPr>
                </a:tc>
                <a:tc>
                  <a:txBody>
                    <a:bodyPr/>
                    <a:lstStyle/>
                    <a:p>
                      <a:pPr algn="l"/>
                      <a:r>
                        <a:rPr sz="1100" b="0">
                          <a:solidFill>
                            <a:srgbClr val="3A4652"/>
                          </a:solidFill>
                        </a:rPr>
                        <a:t>Evidence a decision was checked, and by what rule</a:t>
                      </a:r>
                    </a:p>
                  </a:txBody>
                  <a:tcPr marL="73152" marR="73152" marT="27432" marB="27432" anchor="ctr">
                    <a:solidFill>
                      <a:srgbClr val="FFFFFF"/>
                    </a:solidFill>
                  </a:tcPr>
                </a:tc>
                <a:tc>
                  <a:txBody>
                    <a:bodyPr/>
                    <a:lstStyle/>
                    <a:p>
                      <a:pPr algn="l"/>
                      <a:r>
                        <a:rPr sz="1100" b="0">
                          <a:solidFill>
                            <a:srgbClr val="3A4652"/>
                          </a:solidFill>
                        </a:rPr>
                        <a:t>Audit export, policy YAML</a:t>
                      </a:r>
                    </a:p>
                  </a:txBody>
                  <a:tcPr marL="73152" marR="73152" marT="27432" marB="27432" anchor="ctr">
                    <a:solidFill>
                      <a:srgbClr val="FFFFFF"/>
                    </a:solidFill>
                  </a:tcPr>
                </a:tc>
              </a:tr>
              <a:tr h="274320">
                <a:tc>
                  <a:txBody>
                    <a:bodyPr/>
                    <a:lstStyle/>
                    <a:p>
                      <a:pPr algn="l"/>
                      <a:r>
                        <a:rPr sz="1100" b="0">
                          <a:solidFill>
                            <a:srgbClr val="3A4652"/>
                          </a:solidFill>
                        </a:rPr>
                        <a:t>Review operations</a:t>
                      </a:r>
                    </a:p>
                  </a:txBody>
                  <a:tcPr marL="73152" marR="73152" marT="27432" marB="27432" anchor="ctr">
                    <a:solidFill>
                      <a:srgbClr val="FFFFFF"/>
                    </a:solidFill>
                  </a:tcPr>
                </a:tc>
                <a:tc>
                  <a:txBody>
                    <a:bodyPr/>
                    <a:lstStyle/>
                    <a:p>
                      <a:pPr algn="l"/>
                      <a:r>
                        <a:rPr sz="1100" b="0">
                          <a:solidFill>
                            <a:srgbClr val="3A4652"/>
                          </a:solidFill>
                        </a:rPr>
                        <a:t>A queue sized to their headcount</a:t>
                      </a:r>
                    </a:p>
                  </a:txBody>
                  <a:tcPr marL="73152" marR="73152" marT="27432" marB="27432" anchor="ctr">
                    <a:solidFill>
                      <a:srgbClr val="FFFFFF"/>
                    </a:solidFill>
                  </a:tcPr>
                </a:tc>
                <a:tc>
                  <a:txBody>
                    <a:bodyPr/>
                    <a:lstStyle/>
                    <a:p>
                      <a:pPr algn="l"/>
                      <a:r>
                        <a:rPr sz="1100" b="0">
                          <a:solidFill>
                            <a:srgbClr val="3A4652"/>
                          </a:solidFill>
                        </a:rPr>
                        <a:t>Escalation queue, capacity cap</a:t>
                      </a:r>
                    </a:p>
                  </a:txBody>
                  <a:tcPr marL="73152" marR="73152" marT="27432" marB="27432" anchor="ctr">
                    <a:solidFill>
                      <a:srgbClr val="FFFFFF"/>
                    </a:solidFill>
                  </a:tcPr>
                </a:tc>
              </a:tr>
              <a:tr h="274320">
                <a:tc>
                  <a:txBody>
                    <a:bodyPr/>
                    <a:lstStyle/>
                    <a:p>
                      <a:pPr algn="l"/>
                      <a:r>
                        <a:rPr sz="1100" b="0">
                          <a:solidFill>
                            <a:srgbClr val="3A4652"/>
                          </a:solidFill>
                        </a:rPr>
                        <a:t>The business owner</a:t>
                      </a:r>
                    </a:p>
                  </a:txBody>
                  <a:tcPr marL="73152" marR="73152" marT="27432" marB="27432" anchor="ctr">
                    <a:solidFill>
                      <a:srgbClr val="FFFFFF"/>
                    </a:solidFill>
                  </a:tcPr>
                </a:tc>
                <a:tc>
                  <a:txBody>
                    <a:bodyPr/>
                    <a:lstStyle/>
                    <a:p>
                      <a:pPr algn="l"/>
                      <a:r>
                        <a:rPr sz="1100" b="0">
                          <a:solidFill>
                            <a:srgbClr val="3A4652"/>
                          </a:solidFill>
                        </a:rPr>
                        <a:t>Cost per interaction that does not surprise them</a:t>
                      </a:r>
                    </a:p>
                  </a:txBody>
                  <a:tcPr marL="73152" marR="73152" marT="27432" marB="27432" anchor="ctr">
                    <a:solidFill>
                      <a:srgbClr val="FFFFFF"/>
                    </a:solidFill>
                  </a:tcPr>
                </a:tc>
                <a:tc>
                  <a:txBody>
                    <a:bodyPr/>
                    <a:lstStyle/>
                    <a:p>
                      <a:pPr algn="l"/>
                      <a:r>
                        <a:rPr sz="1100" b="0">
                          <a:solidFill>
                            <a:srgbClr val="3A4652"/>
                          </a:solidFill>
                        </a:rPr>
                        <a:t>The cost meter</a:t>
                      </a:r>
                    </a:p>
                  </a:txBody>
                  <a:tcPr marL="73152" marR="73152" marT="27432" marB="27432" anchor="ctr">
                    <a:solidFill>
                      <a:srgbClr val="FFFFFF"/>
                    </a:solidFill>
                  </a:tcPr>
                </a:tc>
              </a:tr>
            </a:tbl>
          </a:graphicData>
        </a:graphic>
      </p:graphicFrame>
      <p:sp>
        <p:nvSpPr>
          <p:cNvPr id="4" name="TextBox 3"/>
          <p:cNvSpPr txBox="1"/>
          <p:nvPr/>
        </p:nvSpPr>
        <p:spPr>
          <a:xfrm>
            <a:off x="557784" y="3840480"/>
            <a:ext cx="11064240" cy="914400"/>
          </a:xfrm>
          <a:prstGeom prst="rect">
            <a:avLst/>
          </a:prstGeom>
          <a:noFill/>
        </p:spPr>
        <p:txBody>
          <a:bodyPr wrap="square">
            <a:spAutoFit/>
          </a:bodyPr>
          <a:lstStyle/>
          <a:p>
            <a:pPr>
              <a:spcAft>
                <a:spcPts val="0"/>
              </a:spcAft>
            </a:pPr>
            <a:r>
              <a:rPr sz="1300" b="1">
                <a:solidFill>
                  <a:srgbClr val="16202B"/>
                </a:solidFill>
              </a:rPr>
              <a:t>The buyer is usually the platform team. The renewal is signed by risk.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solidFill>
                  <a:srgbClr val="16202B"/>
                </a:solidFill>
              </a:rPr>
              <a:t>The business case</a:t>
            </a:r>
          </a:p>
        </p:txBody>
      </p:sp>
      <p:sp>
        <p:nvSpPr>
          <p:cNvPr id="3" name="TextBox 2"/>
          <p:cNvSpPr txBox="1"/>
          <p:nvPr/>
        </p:nvSpPr>
        <p:spPr>
          <a:xfrm>
            <a:off x="557784" y="1060704"/>
            <a:ext cx="11064240" cy="457200"/>
          </a:xfrm>
          <a:prstGeom prst="rect">
            <a:avLst/>
          </a:prstGeom>
          <a:noFill/>
        </p:spPr>
        <p:txBody>
          <a:bodyPr wrap="square">
            <a:spAutoFit/>
          </a:bodyPr>
          <a:lstStyle/>
          <a:p>
            <a:r>
              <a:rPr sz="1250">
                <a:solidFill>
                  <a:srgbClr val="6B7782"/>
                </a:solidFill>
              </a:rPr>
              <a:t>At the brief's reference volume — 30,000 interactions a week, 1.56 million a year — using measured per-response costs.</a:t>
            </a:r>
          </a:p>
        </p:txBody>
      </p:sp>
      <p:graphicFrame>
        <p:nvGraphicFramePr>
          <p:cNvPr id="4" name="Table 3"/>
          <p:cNvGraphicFramePr>
            <a:graphicFrameLocks noGrp="1"/>
          </p:cNvGraphicFramePr>
          <p:nvPr/>
        </p:nvGraphicFramePr>
        <p:xfrm>
          <a:off x="557784" y="1828800"/>
          <a:ext cx="6583680" cy="1133856"/>
        </p:xfrm>
        <a:graphic>
          <a:graphicData uri="http://schemas.openxmlformats.org/drawingml/2006/table">
            <a:tbl>
              <a:tblPr firstRow="1">
                <a:tableStyleId>{5C22544A-7EE6-4342-B048-85BDC9FD1C3A}</a:tableStyleId>
              </a:tblPr>
              <a:tblGrid>
                <a:gridCol w="2926080"/>
                <a:gridCol w="1828800"/>
                <a:gridCol w="1828800"/>
              </a:tblGrid>
              <a:tr h="310896">
                <a:tc>
                  <a:txBody>
                    <a:bodyPr/>
                    <a:lstStyle/>
                    <a:p>
                      <a:pPr algn="l"/>
                    </a:p>
                  </a:txBody>
                  <a:tcPr marL="73152" marR="73152" marT="27432" marB="27432" anchor="ctr">
                    <a:solidFill>
                      <a:srgbClr val="F4F1F8"/>
                    </a:solidFill>
                  </a:tcPr>
                </a:tc>
                <a:tc>
                  <a:txBody>
                    <a:bodyPr/>
                    <a:lstStyle/>
                    <a:p>
                      <a:pPr algn="l"/>
                      <a:r>
                        <a:rPr sz="950" b="1">
                          <a:solidFill>
                            <a:srgbClr val="6B7782"/>
                          </a:solidFill>
                        </a:rPr>
                        <a:t>Per response</a:t>
                      </a:r>
                    </a:p>
                  </a:txBody>
                  <a:tcPr marL="73152" marR="73152" marT="27432" marB="27432" anchor="ctr">
                    <a:solidFill>
                      <a:srgbClr val="F4F1F8"/>
                    </a:solidFill>
                  </a:tcPr>
                </a:tc>
                <a:tc>
                  <a:txBody>
                    <a:bodyPr/>
                    <a:lstStyle/>
                    <a:p>
                      <a:pPr algn="l"/>
                      <a:r>
                        <a:rPr sz="950" b="1">
                          <a:solidFill>
                            <a:srgbClr val="6B7782"/>
                          </a:solidFill>
                        </a:rPr>
                        <a:t>Per year</a:t>
                      </a:r>
                    </a:p>
                  </a:txBody>
                  <a:tcPr marL="73152" marR="73152" marT="27432" marB="27432" anchor="ctr">
                    <a:solidFill>
                      <a:srgbClr val="F4F1F8"/>
                    </a:solidFill>
                  </a:tcPr>
                </a:tc>
              </a:tr>
              <a:tr h="274320">
                <a:tc>
                  <a:txBody>
                    <a:bodyPr/>
                    <a:lstStyle/>
                    <a:p>
                      <a:pPr algn="l"/>
                      <a:r>
                        <a:rPr sz="1100" b="1">
                          <a:solidFill>
                            <a:srgbClr val="16202B"/>
                          </a:solidFill>
                        </a:rPr>
                        <a:t>ControlPlane cascade</a:t>
                      </a:r>
                    </a:p>
                  </a:txBody>
                  <a:tcPr marL="73152" marR="73152" marT="27432" marB="27432" anchor="ctr">
                    <a:solidFill>
                      <a:srgbClr val="F4F1F8"/>
                    </a:solidFill>
                  </a:tcPr>
                </a:tc>
                <a:tc>
                  <a:txBody>
                    <a:bodyPr/>
                    <a:lstStyle/>
                    <a:p>
                      <a:pPr algn="l"/>
                      <a:r>
                        <a:rPr sz="1100" b="1">
                          <a:solidFill>
                            <a:srgbClr val="16202B"/>
                          </a:solidFill>
                        </a:rPr>
                        <a:t>Rs 0.0035</a:t>
                      </a:r>
                    </a:p>
                  </a:txBody>
                  <a:tcPr marL="73152" marR="73152" marT="27432" marB="27432" anchor="ctr">
                    <a:solidFill>
                      <a:srgbClr val="F4F1F8"/>
                    </a:solidFill>
                  </a:tcPr>
                </a:tc>
                <a:tc>
                  <a:txBody>
                    <a:bodyPr/>
                    <a:lstStyle/>
                    <a:p>
                      <a:pPr algn="l"/>
                      <a:r>
                        <a:rPr sz="1100" b="1">
                          <a:solidFill>
                            <a:srgbClr val="16202B"/>
                          </a:solidFill>
                        </a:rPr>
                        <a:t>Rs 5,391</a:t>
                      </a:r>
                    </a:p>
                  </a:txBody>
                  <a:tcPr marL="73152" marR="73152" marT="27432" marB="27432" anchor="ctr">
                    <a:solidFill>
                      <a:srgbClr val="F4F1F8"/>
                    </a:solidFill>
                  </a:tcPr>
                </a:tc>
              </a:tr>
              <a:tr h="274320">
                <a:tc>
                  <a:txBody>
                    <a:bodyPr/>
                    <a:lstStyle/>
                    <a:p>
                      <a:pPr algn="l"/>
                      <a:r>
                        <a:rPr sz="1100" b="0">
                          <a:solidFill>
                            <a:srgbClr val="3A4652"/>
                          </a:solidFill>
                        </a:rPr>
                        <a:t>A judge on every response</a:t>
                      </a:r>
                    </a:p>
                  </a:txBody>
                  <a:tcPr marL="73152" marR="73152" marT="27432" marB="27432" anchor="ctr">
                    <a:solidFill>
                      <a:srgbClr val="FFFFFF"/>
                    </a:solidFill>
                  </a:tcPr>
                </a:tc>
                <a:tc>
                  <a:txBody>
                    <a:bodyPr/>
                    <a:lstStyle/>
                    <a:p>
                      <a:pPr algn="l"/>
                      <a:r>
                        <a:rPr sz="1100" b="0">
                          <a:solidFill>
                            <a:srgbClr val="3A4652"/>
                          </a:solidFill>
                        </a:rPr>
                        <a:t>Rs 0.0941</a:t>
                      </a:r>
                    </a:p>
                  </a:txBody>
                  <a:tcPr marL="73152" marR="73152" marT="27432" marB="27432" anchor="ctr">
                    <a:solidFill>
                      <a:srgbClr val="FFFFFF"/>
                    </a:solidFill>
                  </a:tcPr>
                </a:tc>
                <a:tc>
                  <a:txBody>
                    <a:bodyPr/>
                    <a:lstStyle/>
                    <a:p>
                      <a:pPr algn="l"/>
                      <a:r>
                        <a:rPr sz="1100" b="0">
                          <a:solidFill>
                            <a:srgbClr val="3A4652"/>
                          </a:solidFill>
                        </a:rPr>
                        <a:t>Rs 146,763</a:t>
                      </a:r>
                    </a:p>
                  </a:txBody>
                  <a:tcPr marL="73152" marR="73152" marT="27432" marB="27432" anchor="ctr">
                    <a:solidFill>
                      <a:srgbClr val="FFFFFF"/>
                    </a:solidFill>
                  </a:tcPr>
                </a:tc>
              </a:tr>
              <a:tr h="274320">
                <a:tc>
                  <a:txBody>
                    <a:bodyPr/>
                    <a:lstStyle/>
                    <a:p>
                      <a:pPr algn="l"/>
                      <a:r>
                        <a:rPr sz="1100" b="0">
                          <a:solidFill>
                            <a:srgbClr val="3A4652"/>
                          </a:solidFill>
                        </a:rPr>
                        <a:t>Difference</a:t>
                      </a:r>
                    </a:p>
                  </a:txBody>
                  <a:tcPr marL="73152" marR="73152" marT="27432" marB="27432" anchor="ctr">
                    <a:solidFill>
                      <a:srgbClr val="FFFFFF"/>
                    </a:solidFill>
                  </a:tcPr>
                </a:tc>
                <a:tc>
                  <a:txBody>
                    <a:bodyPr/>
                    <a:lstStyle/>
                    <a:p>
                      <a:pPr algn="l"/>
                    </a:p>
                  </a:txBody>
                  <a:tcPr marL="73152" marR="73152" marT="27432" marB="27432" anchor="ctr">
                    <a:solidFill>
                      <a:srgbClr val="FFFFFF"/>
                    </a:solidFill>
                  </a:tcPr>
                </a:tc>
                <a:tc>
                  <a:txBody>
                    <a:bodyPr/>
                    <a:lstStyle/>
                    <a:p>
                      <a:pPr algn="l"/>
                      <a:r>
                        <a:rPr sz="1100" b="0">
                          <a:solidFill>
                            <a:srgbClr val="3A4652"/>
                          </a:solidFill>
                        </a:rPr>
                        <a:t>Rs 141,372</a:t>
                      </a:r>
                    </a:p>
                  </a:txBody>
                  <a:tcPr marL="73152" marR="73152" marT="27432" marB="27432" anchor="ctr">
                    <a:solidFill>
                      <a:srgbClr val="FFFFFF"/>
                    </a:solidFill>
                  </a:tcPr>
                </a:tc>
              </a:tr>
            </a:tbl>
          </a:graphicData>
        </a:graphic>
      </p:graphicFrame>
      <p:sp>
        <p:nvSpPr>
          <p:cNvPr id="5" name="TextBox 4"/>
          <p:cNvSpPr txBox="1"/>
          <p:nvPr/>
        </p:nvSpPr>
        <p:spPr>
          <a:xfrm>
            <a:off x="7498079" y="1828800"/>
            <a:ext cx="4114800" cy="3931920"/>
          </a:xfrm>
          <a:prstGeom prst="rect">
            <a:avLst/>
          </a:prstGeom>
          <a:noFill/>
        </p:spPr>
        <p:txBody>
          <a:bodyPr wrap="square">
            <a:spAutoFit/>
          </a:bodyPr>
          <a:lstStyle/>
          <a:p>
            <a:pPr>
              <a:spcAft>
                <a:spcPts val="400"/>
              </a:spcAft>
            </a:pPr>
            <a:r>
              <a:rPr sz="1300" b="1">
                <a:solidFill>
                  <a:srgbClr val="16202B"/>
                </a:solidFill>
              </a:rPr>
              <a:t>Verification is not the expensive part.</a:t>
            </a:r>
          </a:p>
          <a:p>
            <a:pPr>
              <a:spcAft>
                <a:spcPts val="1200"/>
              </a:spcAft>
            </a:pPr>
            <a:r>
              <a:rPr sz="1500" b="1">
                <a:solidFill>
                  <a:srgbClr val="A100FF"/>
                </a:solidFill>
              </a:rPr>
              <a:t>Human review is.</a:t>
            </a:r>
          </a:p>
          <a:p>
            <a:pPr>
              <a:spcAft>
                <a:spcPts val="1000"/>
              </a:spcAft>
            </a:pPr>
            <a:r>
              <a:rPr sz="1150" b="0">
                <a:solidFill>
                  <a:srgbClr val="3A4652"/>
                </a:solidFill>
              </a:rPr>
              <a:t>decision_support escalates 32.3% of its traffic. At Rs 200 a review, that one use case sends 168,000 responses a year to a person: Rs 3.36 crore — against Rs 5,391 of compute for the whole estate.</a:t>
            </a:r>
          </a:p>
          <a:p>
            <a:pPr>
              <a:spcAft>
                <a:spcPts val="0"/>
              </a:spcAft>
            </a:pPr>
            <a:r>
              <a:rPr sz="1100" b="0">
                <a:solidFill>
                  <a:srgbClr val="6B7782"/>
                </a:solidFill>
              </a:rPr>
              <a:t>Held to the 20% it declares it can review, the same use case costs Rs 2.08 crore. Both are real; neither is a forecast.</a:t>
            </a:r>
          </a:p>
        </p:txBody>
      </p:sp>
      <p:sp>
        <p:nvSpPr>
          <p:cNvPr id="6" name="TextBox 5"/>
          <p:cNvSpPr txBox="1"/>
          <p:nvPr/>
        </p:nvSpPr>
        <p:spPr>
          <a:xfrm>
            <a:off x="557784" y="3886200"/>
            <a:ext cx="6583680" cy="1920240"/>
          </a:xfrm>
          <a:prstGeom prst="rect">
            <a:avLst/>
          </a:prstGeom>
          <a:noFill/>
        </p:spPr>
        <p:txBody>
          <a:bodyPr wrap="square">
            <a:spAutoFit/>
          </a:bodyPr>
          <a:lstStyle/>
          <a:p>
            <a:pPr>
              <a:spcAft>
                <a:spcPts val="1000"/>
              </a:spcAft>
            </a:pPr>
            <a:r>
              <a:rPr sz="1200" b="0">
                <a:solidFill>
                  <a:srgbClr val="3A4652"/>
                </a:solidFill>
              </a:rPr>
              <a:t>This reframes what the product is for. It is not a way to buy cheap verification — it is a way to control how much human review you have to buy, and to justify each unit of it.</a:t>
            </a:r>
          </a:p>
          <a:p>
            <a:pPr>
              <a:spcAft>
                <a:spcPts val="0"/>
              </a:spcAft>
            </a:pPr>
            <a:r>
              <a:rPr sz="1200" b="1">
                <a:solidFill>
                  <a:srgbClr val="16202B"/>
                </a:solidFill>
              </a:rPr>
              <a:t>Moving the escalation rate by one percentage point is worth more than the entire verification bill.</a:t>
            </a:r>
          </a:p>
        </p:txBody>
      </p:sp>
      <p:sp>
        <p:nvSpPr>
          <p:cNvPr id="7" name="TextBox 6"/>
          <p:cNvSpPr txBox="1"/>
          <p:nvPr/>
        </p:nvSpPr>
        <p:spPr>
          <a:xfrm>
            <a:off x="557784" y="6053328"/>
            <a:ext cx="11064240" cy="365760"/>
          </a:xfrm>
          <a:prstGeom prst="rect">
            <a:avLst/>
          </a:prstGeom>
          <a:noFill/>
        </p:spPr>
        <p:txBody>
          <a:bodyPr wrap="square">
            <a:spAutoFit/>
          </a:bodyPr>
          <a:lstStyle/>
          <a:p>
            <a:r>
              <a:rPr sz="950" i="1">
                <a:solidFill>
                  <a:srgbClr val="6B7782"/>
                </a:solidFill>
              </a:rPr>
              <a:t>The eval set is 57.7% harmful by construction, so its escalation rate is an upper bound on production traffic. Cost parameters are assumptions, listed in docs/assumptions.md.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solidFill>
                  <a:srgbClr val="16202B"/>
                </a:solidFill>
              </a:rPr>
              <a:t>When it pays for itself</a:t>
            </a:r>
          </a:p>
        </p:txBody>
      </p:sp>
      <p:sp>
        <p:nvSpPr>
          <p:cNvPr id="3" name="TextBox 2"/>
          <p:cNvSpPr txBox="1"/>
          <p:nvPr/>
        </p:nvSpPr>
        <p:spPr>
          <a:xfrm>
            <a:off x="557784" y="1060704"/>
            <a:ext cx="11064240" cy="457200"/>
          </a:xfrm>
          <a:prstGeom prst="rect">
            <a:avLst/>
          </a:prstGeom>
          <a:noFill/>
        </p:spPr>
        <p:txBody>
          <a:bodyPr wrap="square">
            <a:spAutoFit/>
          </a:bodyPr>
          <a:lstStyle/>
          <a:p>
            <a:r>
              <a:rPr sz="1250">
                <a:solidFill>
                  <a:srgbClr val="6B7782"/>
                </a:solidFill>
              </a:rPr>
              <a:t>Verification costs Rs 0.0035 per response. At the measured catch rate:</a:t>
            </a:r>
          </a:p>
        </p:txBody>
      </p:sp>
      <p:graphicFrame>
        <p:nvGraphicFramePr>
          <p:cNvPr id="4" name="Table 3"/>
          <p:cNvGraphicFramePr>
            <a:graphicFrameLocks noGrp="1"/>
          </p:cNvGraphicFramePr>
          <p:nvPr/>
        </p:nvGraphicFramePr>
        <p:xfrm>
          <a:off x="557784" y="1920240"/>
          <a:ext cx="7315200" cy="1133856"/>
        </p:xfrm>
        <a:graphic>
          <a:graphicData uri="http://schemas.openxmlformats.org/drawingml/2006/table">
            <a:tbl>
              <a:tblPr firstRow="1">
                <a:tableStyleId>{5C22544A-7EE6-4342-B048-85BDC9FD1C3A}</a:tableStyleId>
              </a:tblPr>
              <a:tblGrid>
                <a:gridCol w="3291840"/>
                <a:gridCol w="4023360"/>
              </a:tblGrid>
              <a:tr h="310896">
                <a:tc>
                  <a:txBody>
                    <a:bodyPr/>
                    <a:lstStyle/>
                    <a:p>
                      <a:pPr algn="l"/>
                      <a:r>
                        <a:rPr sz="950" b="1">
                          <a:solidFill>
                            <a:srgbClr val="6B7782"/>
                          </a:solidFill>
                        </a:rPr>
                        <a:t>Use case</a:t>
                      </a:r>
                    </a:p>
                  </a:txBody>
                  <a:tcPr marL="73152" marR="73152" marT="27432" marB="27432" anchor="ctr">
                    <a:solidFill>
                      <a:srgbClr val="F4F1F8"/>
                    </a:solidFill>
                  </a:tcPr>
                </a:tc>
                <a:tc>
                  <a:txBody>
                    <a:bodyPr/>
                    <a:lstStyle/>
                    <a:p>
                      <a:pPr algn="l"/>
                      <a:r>
                        <a:rPr sz="950" b="1">
                          <a:solidFill>
                            <a:srgbClr val="6B7782"/>
                          </a:solidFill>
                        </a:rPr>
                        <a:t>Pays for itself at</a:t>
                      </a:r>
                    </a:p>
                  </a:txBody>
                  <a:tcPr marL="73152" marR="73152" marT="27432" marB="27432" anchor="ctr">
                    <a:solidFill>
                      <a:srgbClr val="F4F1F8"/>
                    </a:solidFill>
                  </a:tcPr>
                </a:tc>
              </a:tr>
              <a:tr h="274320">
                <a:tc>
                  <a:txBody>
                    <a:bodyPr/>
                    <a:lstStyle/>
                    <a:p>
                      <a:pPr algn="l"/>
                      <a:r>
                        <a:rPr sz="1100" b="0">
                          <a:solidFill>
                            <a:srgbClr val="3A4652"/>
                          </a:solidFill>
                        </a:rPr>
                        <a:t>internal_copilot</a:t>
                      </a:r>
                    </a:p>
                  </a:txBody>
                  <a:tcPr marL="73152" marR="73152" marT="27432" marB="27432" anchor="ctr">
                    <a:solidFill>
                      <a:srgbClr val="FFFFFF"/>
                    </a:solidFill>
                  </a:tcPr>
                </a:tc>
                <a:tc>
                  <a:txBody>
                    <a:bodyPr/>
                    <a:lstStyle/>
                    <a:p>
                      <a:pPr algn="r"/>
                      <a:r>
                        <a:rPr sz="1100" b="0">
                          <a:solidFill>
                            <a:srgbClr val="3A4652"/>
                          </a:solidFill>
                        </a:rPr>
                        <a:t>1 harmful response in 16,400</a:t>
                      </a:r>
                    </a:p>
                  </a:txBody>
                  <a:tcPr marL="73152" marR="73152" marT="27432" marB="27432" anchor="ctr">
                    <a:solidFill>
                      <a:srgbClr val="FFFFFF"/>
                    </a:solidFill>
                  </a:tcPr>
                </a:tc>
              </a:tr>
              <a:tr h="274320">
                <a:tc>
                  <a:txBody>
                    <a:bodyPr/>
                    <a:lstStyle/>
                    <a:p>
                      <a:pPr algn="l"/>
                      <a:r>
                        <a:rPr sz="1100" b="0">
                          <a:solidFill>
                            <a:srgbClr val="3A4652"/>
                          </a:solidFill>
                        </a:rPr>
                        <a:t>customer_support</a:t>
                      </a:r>
                    </a:p>
                  </a:txBody>
                  <a:tcPr marL="73152" marR="73152" marT="27432" marB="27432" anchor="ctr">
                    <a:solidFill>
                      <a:srgbClr val="FFFFFF"/>
                    </a:solidFill>
                  </a:tcPr>
                </a:tc>
                <a:tc>
                  <a:txBody>
                    <a:bodyPr/>
                    <a:lstStyle/>
                    <a:p>
                      <a:pPr algn="r"/>
                      <a:r>
                        <a:rPr sz="1100" b="0">
                          <a:solidFill>
                            <a:srgbClr val="3A4652"/>
                          </a:solidFill>
                        </a:rPr>
                        <a:t>1 harmful response in 109,000</a:t>
                      </a:r>
                    </a:p>
                  </a:txBody>
                  <a:tcPr marL="73152" marR="73152" marT="27432" marB="27432" anchor="ctr">
                    <a:solidFill>
                      <a:srgbClr val="FFFFFF"/>
                    </a:solidFill>
                  </a:tcPr>
                </a:tc>
              </a:tr>
              <a:tr h="274320">
                <a:tc>
                  <a:txBody>
                    <a:bodyPr/>
                    <a:lstStyle/>
                    <a:p>
                      <a:pPr algn="l"/>
                      <a:r>
                        <a:rPr sz="1100" b="0">
                          <a:solidFill>
                            <a:srgbClr val="3A4652"/>
                          </a:solidFill>
                        </a:rPr>
                        <a:t>decision_support</a:t>
                      </a:r>
                    </a:p>
                  </a:txBody>
                  <a:tcPr marL="73152" marR="73152" marT="27432" marB="27432" anchor="ctr">
                    <a:solidFill>
                      <a:srgbClr val="FFFFFF"/>
                    </a:solidFill>
                  </a:tcPr>
                </a:tc>
                <a:tc>
                  <a:txBody>
                    <a:bodyPr/>
                    <a:lstStyle/>
                    <a:p>
                      <a:pPr algn="r"/>
                      <a:r>
                        <a:rPr sz="1100" b="0">
                          <a:solidFill>
                            <a:srgbClr val="3A4652"/>
                          </a:solidFill>
                        </a:rPr>
                        <a:t>1 harmful response in 13.7 million</a:t>
                      </a:r>
                    </a:p>
                  </a:txBody>
                  <a:tcPr marL="73152" marR="73152" marT="27432" marB="27432" anchor="ctr">
                    <a:solidFill>
                      <a:srgbClr val="FFFFFF"/>
                    </a:solidFill>
                  </a:tcPr>
                </a:tc>
              </a:tr>
            </a:tbl>
          </a:graphicData>
        </a:graphic>
      </p:graphicFrame>
      <p:sp>
        <p:nvSpPr>
          <p:cNvPr id="5" name="TextBox 4"/>
          <p:cNvSpPr txBox="1"/>
          <p:nvPr/>
        </p:nvSpPr>
        <p:spPr>
          <a:xfrm>
            <a:off x="557784" y="3657600"/>
            <a:ext cx="11064240" cy="2103120"/>
          </a:xfrm>
          <a:prstGeom prst="rect">
            <a:avLst/>
          </a:prstGeom>
          <a:noFill/>
        </p:spPr>
        <p:txBody>
          <a:bodyPr wrap="square">
            <a:spAutoFit/>
          </a:bodyPr>
          <a:lstStyle/>
          <a:p>
            <a:pPr>
              <a:spcAft>
                <a:spcPts val="1200"/>
              </a:spcAft>
            </a:pPr>
            <a:r>
              <a:rPr sz="1300" b="1">
                <a:solidFill>
                  <a:srgbClr val="16202B"/>
                </a:solidFill>
              </a:rPr>
              <a:t>Published hallucination rates for retrieval-grounded assistants are orders of magnitude above any of these.</a:t>
            </a:r>
          </a:p>
          <a:p>
            <a:pPr>
              <a:spcAft>
                <a:spcPts val="0"/>
              </a:spcAft>
            </a:pPr>
            <a:r>
              <a:rPr sz="1300" b="1">
                <a:solidFill>
                  <a:srgbClr val="A100FF"/>
                </a:solidFill>
              </a:rPr>
              <a:t>The verification layer is not a cost decision. The review queue 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solidFill>
                  <a:srgbClr val="16202B"/>
                </a:solidFill>
              </a:rPr>
              <a:t>Roadmap</a:t>
            </a:r>
          </a:p>
        </p:txBody>
      </p:sp>
      <p:sp>
        <p:nvSpPr>
          <p:cNvPr id="3" name="TextBox 2"/>
          <p:cNvSpPr txBox="1"/>
          <p:nvPr/>
        </p:nvSpPr>
        <p:spPr>
          <a:xfrm>
            <a:off x="557784" y="1600200"/>
            <a:ext cx="2377440" cy="1097280"/>
          </a:xfrm>
          <a:prstGeom prst="rect">
            <a:avLst/>
          </a:prstGeom>
          <a:noFill/>
        </p:spPr>
        <p:txBody>
          <a:bodyPr wrap="square">
            <a:spAutoFit/>
          </a:bodyPr>
          <a:lstStyle/>
          <a:p>
            <a:pPr>
              <a:spcAft>
                <a:spcPts val="200"/>
              </a:spcAft>
            </a:pPr>
            <a:r>
              <a:rPr sz="1100" b="1">
                <a:solidFill>
                  <a:srgbClr val="A100FF"/>
                </a:solidFill>
              </a:rPr>
              <a:t>Phase 1 — done</a:t>
            </a:r>
          </a:p>
          <a:p>
            <a:pPr>
              <a:spcAft>
                <a:spcPts val="0"/>
              </a:spcAft>
            </a:pPr>
            <a:r>
              <a:rPr sz="1250" b="1">
                <a:solidFill>
                  <a:srgbClr val="16202B"/>
                </a:solidFill>
              </a:rPr>
              <a:t>This prototype</a:t>
            </a:r>
          </a:p>
        </p:txBody>
      </p:sp>
      <p:sp>
        <p:nvSpPr>
          <p:cNvPr id="4" name="TextBox 3"/>
          <p:cNvSpPr txBox="1"/>
          <p:nvPr/>
        </p:nvSpPr>
        <p:spPr>
          <a:xfrm>
            <a:off x="3108960" y="1600200"/>
            <a:ext cx="8503920" cy="1097280"/>
          </a:xfrm>
          <a:prstGeom prst="rect">
            <a:avLst/>
          </a:prstGeom>
          <a:noFill/>
        </p:spPr>
        <p:txBody>
          <a:bodyPr wrap="square">
            <a:spAutoFit/>
          </a:bodyPr>
          <a:lstStyle/>
          <a:p>
            <a:pPr>
              <a:spcAft>
                <a:spcPts val="0"/>
              </a:spcAft>
            </a:pPr>
            <a:r>
              <a:rPr sz="1100" b="0">
                <a:solidFill>
                  <a:srgbClr val="3A4652"/>
                </a:solidFill>
              </a:rPr>
              <a:t>Three-tier cascade, policy layer, expected-cost router, cost meter with verified prices, hash-chained audit, OpenAI-compatible gateway, streaming-concurrent verification, feedback loop, operator dashboard, 319-case benchmark with published failure modes.</a:t>
            </a:r>
          </a:p>
        </p:txBody>
      </p:sp>
      <p:sp>
        <p:nvSpPr>
          <p:cNvPr id="5" name="TextBox 4"/>
          <p:cNvSpPr txBox="1"/>
          <p:nvPr/>
        </p:nvSpPr>
        <p:spPr>
          <a:xfrm>
            <a:off x="557784" y="2770632"/>
            <a:ext cx="2377440" cy="1097280"/>
          </a:xfrm>
          <a:prstGeom prst="rect">
            <a:avLst/>
          </a:prstGeom>
          <a:noFill/>
        </p:spPr>
        <p:txBody>
          <a:bodyPr wrap="square">
            <a:spAutoFit/>
          </a:bodyPr>
          <a:lstStyle/>
          <a:p>
            <a:pPr>
              <a:spcAft>
                <a:spcPts val="200"/>
              </a:spcAft>
            </a:pPr>
            <a:r>
              <a:rPr sz="1100" b="1">
                <a:solidFill>
                  <a:srgbClr val="A100FF"/>
                </a:solidFill>
              </a:rPr>
              <a:t>Phase 2 — 1–2 quarters</a:t>
            </a:r>
          </a:p>
          <a:p>
            <a:pPr>
              <a:spcAft>
                <a:spcPts val="0"/>
              </a:spcAft>
            </a:pPr>
            <a:r>
              <a:rPr sz="1250" b="1">
                <a:solidFill>
                  <a:srgbClr val="16202B"/>
                </a:solidFill>
              </a:rPr>
              <a:t>Production readiness</a:t>
            </a:r>
          </a:p>
        </p:txBody>
      </p:sp>
      <p:sp>
        <p:nvSpPr>
          <p:cNvPr id="6" name="TextBox 5"/>
          <p:cNvSpPr txBox="1"/>
          <p:nvPr/>
        </p:nvSpPr>
        <p:spPr>
          <a:xfrm>
            <a:off x="3108960" y="2770632"/>
            <a:ext cx="8503920" cy="1097280"/>
          </a:xfrm>
          <a:prstGeom prst="rect">
            <a:avLst/>
          </a:prstGeom>
          <a:noFill/>
        </p:spPr>
        <p:txBody>
          <a:bodyPr wrap="square">
            <a:spAutoFit/>
          </a:bodyPr>
          <a:lstStyle/>
          <a:p>
            <a:pPr>
              <a:spcAft>
                <a:spcPts val="0"/>
              </a:spcAft>
            </a:pPr>
            <a:r>
              <a:rPr sz="1100" b="0">
                <a:solidFill>
                  <a:srgbClr val="3A4652"/>
                </a:solidFill>
              </a:rPr>
              <a:t>Operator dashboard with a live escalation queue. Multi-tenant auth and RBAC. Retrieval-quality signals, so a grounded answer built on a stale chunk is distinguishable from a good one. Multi-hop grounding via evidence-set entailment. Calibration on customer data, replacing our assumed cost parameters with real ones.</a:t>
            </a:r>
          </a:p>
        </p:txBody>
      </p:sp>
      <p:sp>
        <p:nvSpPr>
          <p:cNvPr id="7" name="TextBox 6"/>
          <p:cNvSpPr txBox="1"/>
          <p:nvPr/>
        </p:nvSpPr>
        <p:spPr>
          <a:xfrm>
            <a:off x="557784" y="3941064"/>
            <a:ext cx="2377440" cy="1097280"/>
          </a:xfrm>
          <a:prstGeom prst="rect">
            <a:avLst/>
          </a:prstGeom>
          <a:noFill/>
        </p:spPr>
        <p:txBody>
          <a:bodyPr wrap="square">
            <a:spAutoFit/>
          </a:bodyPr>
          <a:lstStyle/>
          <a:p>
            <a:pPr>
              <a:spcAft>
                <a:spcPts val="200"/>
              </a:spcAft>
            </a:pPr>
            <a:r>
              <a:rPr sz="1100" b="1">
                <a:solidFill>
                  <a:srgbClr val="A100FF"/>
                </a:solidFill>
              </a:rPr>
              <a:t>Phase 3 — 2–4 quarters</a:t>
            </a:r>
          </a:p>
          <a:p>
            <a:pPr>
              <a:spcAft>
                <a:spcPts val="0"/>
              </a:spcAft>
            </a:pPr>
            <a:r>
              <a:rPr sz="1250" b="1">
                <a:solidFill>
                  <a:srgbClr val="16202B"/>
                </a:solidFill>
              </a:rPr>
              <a:t>Coverage</a:t>
            </a:r>
          </a:p>
        </p:txBody>
      </p:sp>
      <p:sp>
        <p:nvSpPr>
          <p:cNvPr id="8" name="TextBox 7"/>
          <p:cNvSpPr txBox="1"/>
          <p:nvPr/>
        </p:nvSpPr>
        <p:spPr>
          <a:xfrm>
            <a:off x="3108960" y="3941064"/>
            <a:ext cx="8503920" cy="1097280"/>
          </a:xfrm>
          <a:prstGeom prst="rect">
            <a:avLst/>
          </a:prstGeom>
          <a:noFill/>
        </p:spPr>
        <p:txBody>
          <a:bodyPr wrap="square">
            <a:spAutoFit/>
          </a:bodyPr>
          <a:lstStyle/>
          <a:p>
            <a:pPr>
              <a:spcAft>
                <a:spcPts val="0"/>
              </a:spcAft>
            </a:pPr>
            <a:r>
              <a:rPr sz="1100" b="0">
                <a:solidFill>
                  <a:srgbClr val="3A4652"/>
                </a:solidFill>
              </a:rPr>
              <a:t>Multi-turn risk accumulation. Agent action gating — verifying tool calls, not only text. Counterfactual bias probing for disparate impact. Jurisdiction packs for EU AI Act and DPDP evidence export.</a:t>
            </a:r>
          </a:p>
        </p:txBody>
      </p:sp>
      <p:sp>
        <p:nvSpPr>
          <p:cNvPr id="9" name="TextBox 8"/>
          <p:cNvSpPr txBox="1"/>
          <p:nvPr/>
        </p:nvSpPr>
        <p:spPr>
          <a:xfrm>
            <a:off x="557784" y="5111496"/>
            <a:ext cx="2377440" cy="1097280"/>
          </a:xfrm>
          <a:prstGeom prst="rect">
            <a:avLst/>
          </a:prstGeom>
          <a:noFill/>
        </p:spPr>
        <p:txBody>
          <a:bodyPr wrap="square">
            <a:spAutoFit/>
          </a:bodyPr>
          <a:lstStyle/>
          <a:p>
            <a:pPr>
              <a:spcAft>
                <a:spcPts val="200"/>
              </a:spcAft>
            </a:pPr>
            <a:r>
              <a:rPr sz="1100" b="1">
                <a:solidFill>
                  <a:srgbClr val="A100FF"/>
                </a:solidFill>
              </a:rPr>
              <a:t>Phase 4</a:t>
            </a:r>
          </a:p>
          <a:p>
            <a:pPr>
              <a:spcAft>
                <a:spcPts val="0"/>
              </a:spcAft>
            </a:pPr>
            <a:r>
              <a:rPr sz="1250" b="1">
                <a:solidFill>
                  <a:srgbClr val="16202B"/>
                </a:solidFill>
              </a:rPr>
              <a:t>Scale</a:t>
            </a:r>
          </a:p>
        </p:txBody>
      </p:sp>
      <p:sp>
        <p:nvSpPr>
          <p:cNvPr id="10" name="TextBox 9"/>
          <p:cNvSpPr txBox="1"/>
          <p:nvPr/>
        </p:nvSpPr>
        <p:spPr>
          <a:xfrm>
            <a:off x="3108960" y="5111496"/>
            <a:ext cx="8503920" cy="1097280"/>
          </a:xfrm>
          <a:prstGeom prst="rect">
            <a:avLst/>
          </a:prstGeom>
          <a:noFill/>
        </p:spPr>
        <p:txBody>
          <a:bodyPr wrap="square">
            <a:spAutoFit/>
          </a:bodyPr>
          <a:lstStyle/>
          <a:p>
            <a:pPr>
              <a:spcAft>
                <a:spcPts val="0"/>
              </a:spcAft>
            </a:pPr>
            <a:r>
              <a:rPr sz="1100" b="0">
                <a:solidFill>
                  <a:srgbClr val="3A4652"/>
                </a:solidFill>
              </a:rPr>
              <a:t>Distilled tier 1 models to cut the 85 ms. Regional inference for data residency. Continuous calibration from the review queue.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solidFill>
                  <a:srgbClr val="16202B"/>
                </a:solidFill>
              </a:rPr>
              <a:t>Risks, and what we do about them</a:t>
            </a:r>
          </a:p>
        </p:txBody>
      </p:sp>
      <p:graphicFrame>
        <p:nvGraphicFramePr>
          <p:cNvPr id="3" name="Table 2"/>
          <p:cNvGraphicFramePr>
            <a:graphicFrameLocks noGrp="1"/>
          </p:cNvGraphicFramePr>
          <p:nvPr/>
        </p:nvGraphicFramePr>
        <p:xfrm>
          <a:off x="557784" y="1691640"/>
          <a:ext cx="11064240" cy="1956816"/>
        </p:xfrm>
        <a:graphic>
          <a:graphicData uri="http://schemas.openxmlformats.org/drawingml/2006/table">
            <a:tbl>
              <a:tblPr firstRow="1">
                <a:tableStyleId>{5C22544A-7EE6-4342-B048-85BDC9FD1C3A}</a:tableStyleId>
              </a:tblPr>
              <a:tblGrid>
                <a:gridCol w="3200400"/>
                <a:gridCol w="4023360"/>
                <a:gridCol w="3840480"/>
              </a:tblGrid>
              <a:tr h="310896">
                <a:tc>
                  <a:txBody>
                    <a:bodyPr/>
                    <a:lstStyle/>
                    <a:p>
                      <a:pPr algn="l"/>
                      <a:r>
                        <a:rPr sz="950" b="1">
                          <a:solidFill>
                            <a:srgbClr val="6B7782"/>
                          </a:solidFill>
                        </a:rPr>
                        <a:t>Risk</a:t>
                      </a:r>
                    </a:p>
                  </a:txBody>
                  <a:tcPr marL="73152" marR="73152" marT="27432" marB="27432" anchor="ctr">
                    <a:solidFill>
                      <a:srgbClr val="F4F1F8"/>
                    </a:solidFill>
                  </a:tcPr>
                </a:tc>
                <a:tc>
                  <a:txBody>
                    <a:bodyPr/>
                    <a:lstStyle/>
                    <a:p>
                      <a:pPr algn="l"/>
                      <a:r>
                        <a:rPr sz="950" b="1">
                          <a:solidFill>
                            <a:srgbClr val="6B7782"/>
                          </a:solidFill>
                        </a:rPr>
                        <a:t>Why it is real</a:t>
                      </a:r>
                    </a:p>
                  </a:txBody>
                  <a:tcPr marL="73152" marR="73152" marT="27432" marB="27432" anchor="ctr">
                    <a:solidFill>
                      <a:srgbClr val="F4F1F8"/>
                    </a:solidFill>
                  </a:tcPr>
                </a:tc>
                <a:tc>
                  <a:txBody>
                    <a:bodyPr/>
                    <a:lstStyle/>
                    <a:p>
                      <a:pPr algn="l"/>
                      <a:r>
                        <a:rPr sz="950" b="1">
                          <a:solidFill>
                            <a:srgbClr val="6B7782"/>
                          </a:solidFill>
                        </a:rPr>
                        <a:t>Mitigation</a:t>
                      </a:r>
                    </a:p>
                  </a:txBody>
                  <a:tcPr marL="73152" marR="73152" marT="27432" marB="27432" anchor="ctr">
                    <a:solidFill>
                      <a:srgbClr val="F4F1F8"/>
                    </a:solidFill>
                  </a:tcPr>
                </a:tc>
              </a:tr>
              <a:tr h="274320">
                <a:tc>
                  <a:txBody>
                    <a:bodyPr/>
                    <a:lstStyle/>
                    <a:p>
                      <a:pPr algn="l"/>
                      <a:r>
                        <a:rPr sz="950" b="0">
                          <a:solidFill>
                            <a:srgbClr val="3A4652"/>
                          </a:solidFill>
                        </a:rPr>
                        <a:t>Cost assumptions are ours, not a customer's</a:t>
                      </a:r>
                    </a:p>
                  </a:txBody>
                  <a:tcPr marL="73152" marR="73152" marT="27432" marB="27432" anchor="ctr">
                    <a:solidFill>
                      <a:srgbClr val="FFFFFF"/>
                    </a:solidFill>
                  </a:tcPr>
                </a:tc>
                <a:tc>
                  <a:txBody>
                    <a:bodyPr/>
                    <a:lstStyle/>
                    <a:p>
                      <a:pPr algn="l"/>
                      <a:r>
                        <a:rPr sz="950" b="0">
                          <a:solidFill>
                            <a:srgbClr val="3A4652"/>
                          </a:solidFill>
                        </a:rPr>
                        <a:t>Every routing decision depends on cost_of_being_wrong, and we set it</a:t>
                      </a:r>
                    </a:p>
                  </a:txBody>
                  <a:tcPr marL="73152" marR="73152" marT="27432" marB="27432" anchor="ctr">
                    <a:solidFill>
                      <a:srgbClr val="FFFFFF"/>
                    </a:solidFill>
                  </a:tcPr>
                </a:tc>
                <a:tc>
                  <a:txBody>
                    <a:bodyPr/>
                    <a:lstStyle/>
                    <a:p>
                      <a:pPr algn="l"/>
                      <a:r>
                        <a:rPr sz="950" b="0">
                          <a:solidFill>
                            <a:srgbClr val="3A4652"/>
                          </a:solidFill>
                        </a:rPr>
                        <a:t>One YAML value per use case; Phase 2 calibrates against real incident cost</a:t>
                      </a:r>
                    </a:p>
                  </a:txBody>
                  <a:tcPr marL="73152" marR="73152" marT="27432" marB="27432" anchor="ctr">
                    <a:solidFill>
                      <a:srgbClr val="FFFFFF"/>
                    </a:solidFill>
                  </a:tcPr>
                </a:tc>
              </a:tr>
              <a:tr h="274320">
                <a:tc>
                  <a:txBody>
                    <a:bodyPr/>
                    <a:lstStyle/>
                    <a:p>
                      <a:pPr algn="l"/>
                      <a:r>
                        <a:rPr sz="950" b="0">
                          <a:solidFill>
                            <a:srgbClr val="3A4652"/>
                          </a:solidFill>
                        </a:rPr>
                        <a:t>Alert fatigue</a:t>
                      </a:r>
                    </a:p>
                  </a:txBody>
                  <a:tcPr marL="73152" marR="73152" marT="27432" marB="27432" anchor="ctr">
                    <a:solidFill>
                      <a:srgbClr val="FFFFFF"/>
                    </a:solidFill>
                  </a:tcPr>
                </a:tc>
                <a:tc>
                  <a:txBody>
                    <a:bodyPr/>
                    <a:lstStyle/>
                    <a:p>
                      <a:pPr algn="r"/>
                      <a:r>
                        <a:rPr sz="950" b="0">
                          <a:solidFill>
                            <a:srgbClr val="3A4652"/>
                          </a:solidFill>
                        </a:rPr>
                        <a:t>7.4% false positives at scale is noise, and people route around noisy tools</a:t>
                      </a:r>
                    </a:p>
                  </a:txBody>
                  <a:tcPr marL="73152" marR="73152" marT="27432" marB="27432" anchor="ctr">
                    <a:solidFill>
                      <a:srgbClr val="FFFFFF"/>
                    </a:solidFill>
                  </a:tcPr>
                </a:tc>
                <a:tc>
                  <a:txBody>
                    <a:bodyPr/>
                    <a:lstStyle/>
                    <a:p>
                      <a:pPr algn="l"/>
                      <a:r>
                        <a:rPr sz="950" b="0">
                          <a:solidFill>
                            <a:srgbClr val="3A4652"/>
                          </a:solidFill>
                        </a:rPr>
                        <a:t>Tradeoff curve published; escalation capped by declared capacity; loop retunes</a:t>
                      </a:r>
                    </a:p>
                  </a:txBody>
                  <a:tcPr marL="73152" marR="73152" marT="27432" marB="27432" anchor="ctr">
                    <a:solidFill>
                      <a:srgbClr val="FFFFFF"/>
                    </a:solidFill>
                  </a:tcPr>
                </a:tc>
              </a:tr>
              <a:tr h="274320">
                <a:tc>
                  <a:txBody>
                    <a:bodyPr/>
                    <a:lstStyle/>
                    <a:p>
                      <a:pPr algn="l"/>
                      <a:r>
                        <a:rPr sz="950" b="0">
                          <a:solidFill>
                            <a:srgbClr val="3A4652"/>
                          </a:solidFill>
                        </a:rPr>
                        <a:t>Bad retrieval defeats grounding</a:t>
                      </a:r>
                    </a:p>
                  </a:txBody>
                  <a:tcPr marL="73152" marR="73152" marT="27432" marB="27432" anchor="ctr">
                    <a:solidFill>
                      <a:srgbClr val="FFFFFF"/>
                    </a:solidFill>
                  </a:tcPr>
                </a:tc>
                <a:tc>
                  <a:txBody>
                    <a:bodyPr/>
                    <a:lstStyle/>
                    <a:p>
                      <a:pPr algn="l"/>
                      <a:r>
                        <a:rPr sz="950" b="0">
                          <a:solidFill>
                            <a:srgbClr val="3A4652"/>
                          </a:solidFill>
                        </a:rPr>
                        <a:t>We check the answer against its sources, not the sources against the world</a:t>
                      </a:r>
                    </a:p>
                  </a:txBody>
                  <a:tcPr marL="73152" marR="73152" marT="27432" marB="27432" anchor="ctr">
                    <a:solidFill>
                      <a:srgbClr val="FFFFFF"/>
                    </a:solidFill>
                  </a:tcPr>
                </a:tc>
                <a:tc>
                  <a:txBody>
                    <a:bodyPr/>
                    <a:lstStyle/>
                    <a:p>
                      <a:pPr algn="l"/>
                      <a:r>
                        <a:rPr sz="950" b="0">
                          <a:solidFill>
                            <a:srgbClr val="3A4652"/>
                          </a:solidFill>
                        </a:rPr>
                        <a:t>Named as a limit today; retrieval-quality signals are Phase 2</a:t>
                      </a:r>
                    </a:p>
                  </a:txBody>
                  <a:tcPr marL="73152" marR="73152" marT="27432" marB="27432" anchor="ctr">
                    <a:solidFill>
                      <a:srgbClr val="FFFFFF"/>
                    </a:solidFill>
                  </a:tcPr>
                </a:tc>
              </a:tr>
              <a:tr h="274320">
                <a:tc>
                  <a:txBody>
                    <a:bodyPr/>
                    <a:lstStyle/>
                    <a:p>
                      <a:pPr algn="l"/>
                      <a:r>
                        <a:rPr sz="950" b="0">
                          <a:solidFill>
                            <a:srgbClr val="3A4652"/>
                          </a:solidFill>
                        </a:rPr>
                        <a:t>Bias detection is shallow</a:t>
                      </a:r>
                    </a:p>
                  </a:txBody>
                  <a:tcPr marL="73152" marR="73152" marT="27432" marB="27432" anchor="ctr">
                    <a:solidFill>
                      <a:srgbClr val="FFFFFF"/>
                    </a:solidFill>
                  </a:tcPr>
                </a:tc>
                <a:tc>
                  <a:txBody>
                    <a:bodyPr/>
                    <a:lstStyle/>
                    <a:p>
                      <a:pPr algn="l"/>
                      <a:r>
                        <a:rPr sz="950" b="0">
                          <a:solidFill>
                            <a:srgbClr val="3A4652"/>
                          </a:solidFill>
                        </a:rPr>
                        <a:t>Attribute-plus-decision heuristics cannot see disparate impact</a:t>
                      </a:r>
                    </a:p>
                  </a:txBody>
                  <a:tcPr marL="73152" marR="73152" marT="27432" marB="27432" anchor="ctr">
                    <a:solidFill>
                      <a:srgbClr val="FFFFFF"/>
                    </a:solidFill>
                  </a:tcPr>
                </a:tc>
                <a:tc>
                  <a:txBody>
                    <a:bodyPr/>
                    <a:lstStyle/>
                    <a:p>
                      <a:pPr algn="l"/>
                      <a:r>
                        <a:rPr sz="950" b="0">
                          <a:solidFill>
                            <a:srgbClr val="3A4652"/>
                          </a:solidFill>
                        </a:rPr>
                        <a:t>Scoped honestly; the case for Phase 3 counterfactual probing</a:t>
                      </a:r>
                    </a:p>
                  </a:txBody>
                  <a:tcPr marL="73152" marR="73152" marT="27432" marB="27432" anchor="ctr">
                    <a:solidFill>
                      <a:srgbClr val="FFFFFF"/>
                    </a:solidFill>
                  </a:tcPr>
                </a:tc>
              </a:tr>
              <a:tr h="274320">
                <a:tc>
                  <a:txBody>
                    <a:bodyPr/>
                    <a:lstStyle/>
                    <a:p>
                      <a:pPr algn="l"/>
                      <a:r>
                        <a:rPr sz="950" b="0">
                          <a:solidFill>
                            <a:srgbClr val="3A4652"/>
                          </a:solidFill>
                        </a:rPr>
                        <a:t>The judge is a model too</a:t>
                      </a:r>
                    </a:p>
                  </a:txBody>
                  <a:tcPr marL="73152" marR="73152" marT="27432" marB="27432" anchor="ctr">
                    <a:solidFill>
                      <a:srgbClr val="FFFFFF"/>
                    </a:solidFill>
                  </a:tcPr>
                </a:tc>
                <a:tc>
                  <a:txBody>
                    <a:bodyPr/>
                    <a:lstStyle/>
                    <a:p>
                      <a:pPr algn="l"/>
                      <a:r>
                        <a:rPr sz="950" b="0">
                          <a:solidFill>
                            <a:srgbClr val="3A4652"/>
                          </a:solidFill>
                        </a:rPr>
                        <a:t>It can be wrong, and it costs money and seconds</a:t>
                      </a:r>
                    </a:p>
                  </a:txBody>
                  <a:tcPr marL="73152" marR="73152" marT="27432" marB="27432" anchor="ctr">
                    <a:solidFill>
                      <a:srgbClr val="FFFFFF"/>
                    </a:solidFill>
                  </a:tcPr>
                </a:tc>
                <a:tc>
                  <a:txBody>
                    <a:bodyPr/>
                    <a:lstStyle/>
                    <a:p>
                      <a:pPr algn="l"/>
                      <a:r>
                        <a:rPr sz="950" b="0">
                          <a:solidFill>
                            <a:srgbClr val="3A4652"/>
                          </a:solidFill>
                        </a:rPr>
                        <a:t>Runs on 2.8% of traffic; verdicts logged with reasons; offline fallback</a:t>
                      </a:r>
                    </a:p>
                  </a:txBody>
                  <a:tcPr marL="73152" marR="73152" marT="27432" marB="27432" anchor="ctr">
                    <a:solidFill>
                      <a:srgbClr val="FFFFFF"/>
                    </a:solidFill>
                  </a:tcPr>
                </a:tc>
              </a:tr>
              <a:tr h="274320">
                <a:tc>
                  <a:txBody>
                    <a:bodyPr/>
                    <a:lstStyle/>
                    <a:p>
                      <a:pPr algn="l"/>
                      <a:r>
                        <a:rPr sz="950" b="0">
                          <a:solidFill>
                            <a:srgbClr val="3A4652"/>
                          </a:solidFill>
                        </a:rPr>
                        <a:t>Our own benchmark flatters us</a:t>
                      </a:r>
                    </a:p>
                  </a:txBody>
                  <a:tcPr marL="73152" marR="73152" marT="27432" marB="27432" anchor="ctr">
                    <a:solidFill>
                      <a:srgbClr val="FFFFFF"/>
                    </a:solidFill>
                  </a:tcPr>
                </a:tc>
                <a:tc>
                  <a:txBody>
                    <a:bodyPr/>
                    <a:lstStyle/>
                    <a:p>
                      <a:pPr algn="l"/>
                      <a:r>
                        <a:rPr sz="950" b="0">
                          <a:solidFill>
                            <a:srgbClr val="3A4652"/>
                          </a:solidFill>
                        </a:rPr>
                        <a:t>We wrote the test set and tuned against it</a:t>
                      </a:r>
                    </a:p>
                  </a:txBody>
                  <a:tcPr marL="73152" marR="73152" marT="27432" marB="27432" anchor="ctr">
                    <a:solidFill>
                      <a:srgbClr val="FFFFFF"/>
                    </a:solidFill>
                  </a:tcPr>
                </a:tc>
                <a:tc>
                  <a:txBody>
                    <a:bodyPr/>
                    <a:lstStyle/>
                    <a:p>
                      <a:pPr algn="l"/>
                      <a:r>
                        <a:rPr sz="950" b="0">
                          <a:solidFill>
                            <a:srgbClr val="3A4652"/>
                          </a:solidFill>
                        </a:rPr>
                        <a:t>Adversarial cases added when it scored 100%; failure modes published</a:t>
                      </a:r>
                    </a:p>
                  </a:txBody>
                  <a:tcPr marL="73152" marR="73152" marT="27432" marB="27432" anchor="ctr">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solidFill>
                  <a:srgbClr val="16202B"/>
                </a:solidFill>
              </a:rPr>
              <a:t>Why this rather than the alternatives</a:t>
            </a:r>
          </a:p>
        </p:txBody>
      </p:sp>
      <p:sp>
        <p:nvSpPr>
          <p:cNvPr id="3" name="TextBox 2"/>
          <p:cNvSpPr txBox="1"/>
          <p:nvPr/>
        </p:nvSpPr>
        <p:spPr>
          <a:xfrm>
            <a:off x="557784" y="1828800"/>
            <a:ext cx="11064240" cy="3931920"/>
          </a:xfrm>
          <a:prstGeom prst="rect">
            <a:avLst/>
          </a:prstGeom>
          <a:noFill/>
        </p:spPr>
        <p:txBody>
          <a:bodyPr wrap="square">
            <a:spAutoFit/>
          </a:bodyPr>
          <a:lstStyle/>
          <a:p>
            <a:pPr>
              <a:spcAft>
                <a:spcPts val="1600"/>
              </a:spcAft>
            </a:pPr>
            <a:r>
              <a:rPr sz="1300" b="0">
                <a:solidFill>
                  <a:srgbClr val="3A4652"/>
                </a:solidFill>
              </a:rPr>
              <a:t>Runtime guardrails exist. What does not exist is one layer where all three risk dimensions are scored together, each use case runs its own risk policy, and every check is priced.</a:t>
            </a:r>
          </a:p>
          <a:p>
            <a:pPr>
              <a:spcAft>
                <a:spcPts val="2000"/>
              </a:spcAft>
            </a:pPr>
            <a:r>
              <a:rPr sz="1300" b="0">
                <a:solidFill>
                  <a:srgbClr val="3A4652"/>
                </a:solidFill>
              </a:rPr>
              <a:t>Today a team stacks an eval framework, a grounding checker, an observability platform and an inline guardrail — four products, none of which can tell you whether the check it just ran was worth what it cost.</a:t>
            </a:r>
          </a:p>
          <a:p>
            <a:pPr>
              <a:spcAft>
                <a:spcPts val="800"/>
              </a:spcAft>
            </a:pPr>
            <a:r>
              <a:rPr sz="1600" b="1">
                <a:solidFill>
                  <a:srgbClr val="16202B"/>
                </a:solidFill>
              </a:rPr>
              <a:t>Once verification is cheap, the real question is how much human attention to spend, and where.</a:t>
            </a:r>
          </a:p>
          <a:p>
            <a:pPr>
              <a:spcAft>
                <a:spcPts val="0"/>
              </a:spcAft>
            </a:pPr>
            <a:r>
              <a:rPr sz="1400" b="1">
                <a:solidFill>
                  <a:srgbClr val="A100FF"/>
                </a:solidFill>
              </a:rPr>
              <a:t>That is a question only a system that prices its own decisions can answer.</a:t>
            </a:r>
          </a:p>
        </p:txBody>
      </p:sp>
      <p:sp>
        <p:nvSpPr>
          <p:cNvPr id="4" name="TextBox 3"/>
          <p:cNvSpPr txBox="1"/>
          <p:nvPr/>
        </p:nvSpPr>
        <p:spPr>
          <a:xfrm>
            <a:off x="557784" y="6053328"/>
            <a:ext cx="11064240" cy="365760"/>
          </a:xfrm>
          <a:prstGeom prst="rect">
            <a:avLst/>
          </a:prstGeom>
          <a:noFill/>
        </p:spPr>
        <p:txBody>
          <a:bodyPr wrap="square">
            <a:spAutoFit/>
          </a:bodyPr>
          <a:lstStyle/>
          <a:p>
            <a:r>
              <a:rPr sz="950" i="1">
                <a:solidFill>
                  <a:srgbClr val="6B7782"/>
                </a:solidFill>
              </a:rPr>
              <a:t>Prototype, benchmark and results: github.com/m25csa003-glitch/controlplane · Every figure reproducible with python3 eval/run_eval.py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solidFill>
                  <a:srgbClr val="16202B"/>
                </a:solidFill>
              </a:rPr>
              <a:t>See it running</a:t>
            </a:r>
          </a:p>
        </p:txBody>
      </p:sp>
      <p:sp>
        <p:nvSpPr>
          <p:cNvPr id="3" name="TextBox 2"/>
          <p:cNvSpPr txBox="1"/>
          <p:nvPr/>
        </p:nvSpPr>
        <p:spPr>
          <a:xfrm>
            <a:off x="557784" y="1060704"/>
            <a:ext cx="11064240" cy="457200"/>
          </a:xfrm>
          <a:prstGeom prst="rect">
            <a:avLst/>
          </a:prstGeom>
          <a:noFill/>
        </p:spPr>
        <p:txBody>
          <a:bodyPr wrap="square">
            <a:spAutoFit/>
          </a:bodyPr>
          <a:lstStyle/>
          <a:p>
            <a:r>
              <a:rPr sz="1250">
                <a:solidFill>
                  <a:srgbClr val="6B7782"/>
                </a:solidFill>
              </a:rPr>
              <a:t>Three minutes: one response taking three verdicts, the benchmark, the live dashboard, and what the system gets wrong.</a:t>
            </a:r>
          </a:p>
        </p:txBody>
      </p:sp>
      <p:sp>
        <p:nvSpPr>
          <p:cNvPr id="4" name="TextBox 3"/>
          <p:cNvSpPr txBox="1"/>
          <p:nvPr/>
        </p:nvSpPr>
        <p:spPr>
          <a:xfrm>
            <a:off x="557784" y="2011680"/>
            <a:ext cx="11064240" cy="2743200"/>
          </a:xfrm>
          <a:prstGeom prst="rect">
            <a:avLst/>
          </a:prstGeom>
          <a:noFill/>
        </p:spPr>
        <p:txBody>
          <a:bodyPr wrap="square">
            <a:spAutoFit/>
          </a:bodyPr>
          <a:lstStyle/>
          <a:p>
            <a:pPr>
              <a:spcAft>
                <a:spcPts val="400"/>
              </a:spcAft>
            </a:pPr>
            <a:r>
              <a:rPr sz="1200" b="1">
                <a:solidFill>
                  <a:srgbClr val="A100FF"/>
                </a:solidFill>
              </a:rPr>
              <a:t>Demo video</a:t>
            </a:r>
          </a:p>
          <a:p>
            <a:pPr>
              <a:spcAft>
                <a:spcPts val="1800"/>
              </a:spcAft>
            </a:pPr>
            <a:r>
              <a:rPr sz="1250" b="0">
                <a:solidFill>
                  <a:srgbClr val="16202B"/>
                </a:solidFill>
              </a:rPr>
              <a:t>https://drive.google.com/file/d/1S4paAjOKEdX4FT1KDydjQjpdF2UseLI1/view?usp=sharing</a:t>
            </a:r>
          </a:p>
          <a:p>
            <a:pPr>
              <a:spcAft>
                <a:spcPts val="400"/>
              </a:spcAft>
            </a:pPr>
            <a:r>
              <a:rPr sz="1200" b="1">
                <a:solidFill>
                  <a:srgbClr val="A100FF"/>
                </a:solidFill>
              </a:rPr>
              <a:t>Repository, benchmark and full results</a:t>
            </a:r>
          </a:p>
          <a:p>
            <a:pPr>
              <a:spcAft>
                <a:spcPts val="1800"/>
              </a:spcAft>
            </a:pPr>
            <a:r>
              <a:rPr sz="1250" b="0">
                <a:solidFill>
                  <a:srgbClr val="16202B"/>
                </a:solidFill>
              </a:rPr>
              <a:t>https://github.com/m25csa003-glitch/controlplane</a:t>
            </a:r>
          </a:p>
          <a:p>
            <a:pPr>
              <a:spcAft>
                <a:spcPts val="0"/>
              </a:spcAft>
            </a:pPr>
            <a:r>
              <a:rPr sz="1150" b="0">
                <a:solidFill>
                  <a:srgbClr val="6B7782"/>
                </a:solidFill>
              </a:rPr>
              <a:t>Every figure in this deck is reproducible with python3 eval/run_eval.py, and eval/results/report.md carries the run that produced them — including the cases the system gets wrong.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Thank you</a:t>
            </a:r>
          </a:p>
        </p:txBody>
      </p:sp>
    </p:spTree>
  </p:cSld>
  <p:clrMapOvr>
    <a:masterClrMapping/>
  </p:clrMapOvr>
</p:sld>
</file>

<file path=ppt/theme/theme1.xml><?xml version="1.0" encoding="utf-8"?>
<a:theme xmlns:a="http://schemas.openxmlformats.org/drawingml/2006/main" name="Accenture 2025">
  <a:themeElements>
    <a:clrScheme name="Custom 20">
      <a:dk1>
        <a:srgbClr val="000000"/>
      </a:dk1>
      <a:lt1>
        <a:srgbClr val="FFFFFF"/>
      </a:lt1>
      <a:dk2>
        <a:srgbClr val="450073"/>
      </a:dk2>
      <a:lt2>
        <a:srgbClr val="A000FF"/>
      </a:lt2>
      <a:accent1>
        <a:srgbClr val="7400C0"/>
      </a:accent1>
      <a:accent2>
        <a:srgbClr val="C1A3FF"/>
      </a:accent2>
      <a:accent3>
        <a:srgbClr val="E6DCFF"/>
      </a:accent3>
      <a:accent4>
        <a:srgbClr val="FF50A0"/>
      </a:accent4>
      <a:accent5>
        <a:srgbClr val="224BFF"/>
      </a:accent5>
      <a:accent6>
        <a:srgbClr val="05F2DB"/>
      </a:accent6>
      <a:hlink>
        <a:srgbClr val="A000FF"/>
      </a:hlink>
      <a:folHlink>
        <a:srgbClr val="7400C0"/>
      </a:folHlink>
    </a:clrScheme>
    <a:fontScheme name="GraphikReg-GraphikSemiB">
      <a:majorFont>
        <a:latin typeface="Graphik-Semibold"/>
        <a:ea typeface=""/>
        <a:cs typeface=""/>
      </a:majorFont>
      <a:minorFont>
        <a:latin typeface="Graphik Regula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tIns="91440" bIns="91440" rtlCol="0" anchor="ctr"/>
      <a:lstStyle>
        <a:defPPr algn="ctr">
          <a:defRPr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28575">
          <a:solidFill>
            <a:schemeClr val="accent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gn="l" defTabSz="228600">
          <a:spcAft>
            <a:spcPts val="1200"/>
          </a:spcAft>
          <a:defRPr noProof="0" dirty="0" smtClean="0"/>
        </a:defPPr>
      </a:lstStyle>
    </a:txDef>
  </a:objectDefaults>
  <a:extraClrSchemeLst/>
  <a:extLst>
    <a:ext uri="{05A4C25C-085E-4340-85A3-A5531E510DB2}">
      <thm15:themeFamily xmlns:thm15="http://schemas.microsoft.com/office/thememl/2012/main" name="FY25-Branding-Guidelines_PPT-Graphik_v19_AccessibilityFixes.pptx" id="{6C590743-EE6F-704D-9B30-76795EFC297C}" vid="{E566E052-0B33-5E4D-99EA-EFC16BC751F1}"/>
    </a:ext>
  </a:extLst>
</a:theme>
</file>

<file path=ppt/theme/theme2.xml><?xml version="1.0" encoding="utf-8"?>
<a:theme xmlns:a="http://schemas.openxmlformats.org/drawingml/2006/main" name="1_Titles">
  <a:themeElements>
    <a:clrScheme name="Acc Core">
      <a:dk1>
        <a:srgbClr val="000000"/>
      </a:dk1>
      <a:lt1>
        <a:srgbClr val="FFFFFF"/>
      </a:lt1>
      <a:dk2>
        <a:srgbClr val="BDBDBD"/>
      </a:dk2>
      <a:lt2>
        <a:srgbClr val="969696"/>
      </a:lt2>
      <a:accent1>
        <a:srgbClr val="A100FF"/>
      </a:accent1>
      <a:accent2>
        <a:srgbClr val="7500C0"/>
      </a:accent2>
      <a:accent3>
        <a:srgbClr val="460073"/>
      </a:accent3>
      <a:accent4>
        <a:srgbClr val="00BAFF"/>
      </a:accent4>
      <a:accent5>
        <a:srgbClr val="008EFF"/>
      </a:accent5>
      <a:accent6>
        <a:srgbClr val="004DFF"/>
      </a:accent6>
      <a:hlink>
        <a:srgbClr val="7500C0"/>
      </a:hlink>
      <a:folHlink>
        <a:srgbClr val="460073"/>
      </a:folHlink>
    </a:clrScheme>
    <a:fontScheme name="Accenture_Graphik">
      <a:majorFont>
        <a:latin typeface="Graphik"/>
        <a:ea typeface=""/>
        <a:cs typeface=""/>
      </a:majorFont>
      <a:minorFont>
        <a:latin typeface="Graphi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lIns="0" tIns="0" rIns="0" bIns="45720" rtlCol="0">
        <a:spAutoFit/>
      </a:bodyPr>
      <a:lstStyle>
        <a:defPPr>
          <a:defRPr sz="1600" dirty="0" err="1" smtClean="0"/>
        </a:defPPr>
      </a:lstStyle>
    </a:txDef>
  </a:objectDefaults>
  <a:extraClrSchemeLst/>
  <a:custClrLst>
    <a:custClr name="Strategy-Orange">
      <a:srgbClr val="FF9128"/>
    </a:custClr>
    <a:custClr name="Strategy-Carmine">
      <a:srgbClr val="BD001D"/>
    </a:custClr>
    <a:custClr name="Consulting-Light Aqua">
      <a:srgbClr val="00F3FF"/>
    </a:custClr>
    <a:custClr name="Consulting-Dark Violet">
      <a:srgbClr val="7500C0"/>
    </a:custClr>
    <a:custClr name="Digital-Lime">
      <a:srgbClr val="00FF00"/>
    </a:custClr>
    <a:custClr name="Digital-Sunglow">
      <a:srgbClr val="FFD42E"/>
    </a:custClr>
    <a:custClr name="Technology-Aqua">
      <a:srgbClr val="00F3FF"/>
    </a:custClr>
    <a:custClr name="Technology-Lime">
      <a:srgbClr val="00FF00"/>
    </a:custClr>
    <a:custClr name="Operations-Aqua">
      <a:srgbClr val="00F3FF"/>
    </a:custClr>
    <a:custClr name="Operations-Navy Blue">
      <a:srgbClr val="004DFF"/>
    </a:custClr>
    <a:custClr name="Strategy-Orange Red">
      <a:srgbClr val="FF3C0F"/>
    </a:custClr>
    <a:custClr name="Strategy-Dark Carmine">
      <a:srgbClr val="920026"/>
    </a:custClr>
    <a:custClr name="Consulting-Electric Purple">
      <a:srgbClr val="A100FF"/>
    </a:custClr>
    <a:custClr name="Consulting-Indigo">
      <a:srgbClr val="5F0095"/>
    </a:custClr>
    <a:custClr name="Digital-Yellow">
      <a:srgbClr val="FFFF00"/>
    </a:custClr>
    <a:custClr name="Digital-Selective Yellow">
      <a:srgbClr val="FFB600"/>
    </a:custClr>
    <a:custClr name="Technology-Spring Green">
      <a:srgbClr val="00FF7D"/>
    </a:custClr>
    <a:custClr name="Technology-Dark Lime">
      <a:srgbClr val="00D700"/>
    </a:custClr>
    <a:custClr name="Operations-Deep Sky Blue">
      <a:srgbClr val="00BAFF"/>
    </a:custClr>
    <a:custClr name="Operations-Blue">
      <a:srgbClr val="2800FF"/>
    </a:custClr>
    <a:custClr name="Strategy-Red">
      <a:srgbClr val="FF0000"/>
    </a:custClr>
    <a:custClr name="Strategy-Burgundy">
      <a:srgbClr val="710012"/>
    </a:custClr>
    <a:custClr name="Consulting-Electric Indigo">
      <a:srgbClr val="7E00FF"/>
    </a:custClr>
    <a:custClr name="Consulting-Dark Indigo">
      <a:srgbClr val="380089"/>
    </a:custClr>
    <a:custClr name="Digital-Golden Yellow">
      <a:srgbClr val="FFEA00"/>
    </a:custClr>
    <a:custClr name="Digital-Dark Orange">
      <a:srgbClr val="FF9500"/>
    </a:custClr>
    <a:custClr name="Technology-Spring Bud">
      <a:srgbClr val="B9FF00"/>
    </a:custClr>
    <a:custClr name="Technology-British Racing Green">
      <a:srgbClr val="00530A"/>
    </a:custClr>
    <a:custClr name="Operations-Dodger Blue">
      <a:srgbClr val="008EFF"/>
    </a:custClr>
    <a:custClr name="Operations-Dark Blue">
      <a:srgbClr val="000088"/>
    </a:custClr>
  </a:custClrLst>
  <a:extLst>
    <a:ext uri="{05A4C25C-085E-4340-85A3-A5531E510DB2}">
      <thm15:themeFamily xmlns:thm15="http://schemas.microsoft.com/office/thememl/2012/main" name="Presentation10" id="{C00EB2C1-B526-F548-AF64-FD10065D7E5F}" vid="{C7D4C087-F6B1-4649-903F-3FEF709D25B8}"/>
    </a:ext>
  </a:extLst>
</a:theme>
</file>

<file path=ppt/theme/theme3.xml><?xml version="1.0" encoding="utf-8"?>
<a:theme xmlns:a="http://schemas.openxmlformats.org/drawingml/2006/main" name="Titles">
  <a:themeElements>
    <a:clrScheme name="Acc Core">
      <a:dk1>
        <a:srgbClr val="000000"/>
      </a:dk1>
      <a:lt1>
        <a:srgbClr val="FFFFFF"/>
      </a:lt1>
      <a:dk2>
        <a:srgbClr val="BDBDBD"/>
      </a:dk2>
      <a:lt2>
        <a:srgbClr val="969696"/>
      </a:lt2>
      <a:accent1>
        <a:srgbClr val="A100FF"/>
      </a:accent1>
      <a:accent2>
        <a:srgbClr val="7500C0"/>
      </a:accent2>
      <a:accent3>
        <a:srgbClr val="460073"/>
      </a:accent3>
      <a:accent4>
        <a:srgbClr val="00BAFF"/>
      </a:accent4>
      <a:accent5>
        <a:srgbClr val="008EFF"/>
      </a:accent5>
      <a:accent6>
        <a:srgbClr val="004DFF"/>
      </a:accent6>
      <a:hlink>
        <a:srgbClr val="7500C0"/>
      </a:hlink>
      <a:folHlink>
        <a:srgbClr val="460073"/>
      </a:folHlink>
    </a:clrScheme>
    <a:fontScheme name="Accenture_Graphik">
      <a:majorFont>
        <a:latin typeface="Graphik"/>
        <a:ea typeface=""/>
        <a:cs typeface=""/>
      </a:majorFont>
      <a:minorFont>
        <a:latin typeface="Graphi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lIns="0" tIns="0" rIns="0" bIns="45720" rtlCol="0">
        <a:spAutoFit/>
      </a:bodyPr>
      <a:lstStyle>
        <a:defPPr>
          <a:defRPr sz="1600" dirty="0" err="1" smtClean="0"/>
        </a:defPPr>
      </a:lstStyle>
    </a:txDef>
  </a:objectDefaults>
  <a:extraClrSchemeLst/>
  <a:custClrLst>
    <a:custClr name="Strategy-Orange">
      <a:srgbClr val="FF9128"/>
    </a:custClr>
    <a:custClr name="Strategy-Carmine">
      <a:srgbClr val="BD001D"/>
    </a:custClr>
    <a:custClr name="Consulting-Light Aqua">
      <a:srgbClr val="00F3FF"/>
    </a:custClr>
    <a:custClr name="Consulting-Dark Violet">
      <a:srgbClr val="7500C0"/>
    </a:custClr>
    <a:custClr name="Digital-Lime">
      <a:srgbClr val="00FF00"/>
    </a:custClr>
    <a:custClr name="Digital-Sunglow">
      <a:srgbClr val="FFD42E"/>
    </a:custClr>
    <a:custClr name="Technology-Aqua">
      <a:srgbClr val="00F3FF"/>
    </a:custClr>
    <a:custClr name="Technology-Lime">
      <a:srgbClr val="00FF00"/>
    </a:custClr>
    <a:custClr name="Operations-Aqua">
      <a:srgbClr val="00F3FF"/>
    </a:custClr>
    <a:custClr name="Operations-Navy Blue">
      <a:srgbClr val="004DFF"/>
    </a:custClr>
    <a:custClr name="Strategy-Orange Red">
      <a:srgbClr val="FF3C0F"/>
    </a:custClr>
    <a:custClr name="Strategy-Dark Carmine">
      <a:srgbClr val="920026"/>
    </a:custClr>
    <a:custClr name="Consulting-Electric Purple">
      <a:srgbClr val="A100FF"/>
    </a:custClr>
    <a:custClr name="Consulting-Indigo">
      <a:srgbClr val="5F0095"/>
    </a:custClr>
    <a:custClr name="Digital-Yellow">
      <a:srgbClr val="FFFF00"/>
    </a:custClr>
    <a:custClr name="Digital-Selective Yellow">
      <a:srgbClr val="FFB600"/>
    </a:custClr>
    <a:custClr name="Technology-Spring Green">
      <a:srgbClr val="00FF7D"/>
    </a:custClr>
    <a:custClr name="Technology-Dark Lime">
      <a:srgbClr val="00D700"/>
    </a:custClr>
    <a:custClr name="Operations-Deep Sky Blue">
      <a:srgbClr val="00BAFF"/>
    </a:custClr>
    <a:custClr name="Operations-Blue">
      <a:srgbClr val="2800FF"/>
    </a:custClr>
    <a:custClr name="Strategy-Red">
      <a:srgbClr val="FF0000"/>
    </a:custClr>
    <a:custClr name="Strategy-Burgundy">
      <a:srgbClr val="710012"/>
    </a:custClr>
    <a:custClr name="Consulting-Electric Indigo">
      <a:srgbClr val="7E00FF"/>
    </a:custClr>
    <a:custClr name="Consulting-Dark Indigo">
      <a:srgbClr val="380089"/>
    </a:custClr>
    <a:custClr name="Digital-Golden Yellow">
      <a:srgbClr val="FFEA00"/>
    </a:custClr>
    <a:custClr name="Digital-Dark Orange">
      <a:srgbClr val="FF9500"/>
    </a:custClr>
    <a:custClr name="Technology-Spring Bud">
      <a:srgbClr val="B9FF00"/>
    </a:custClr>
    <a:custClr name="Technology-British Racing Green">
      <a:srgbClr val="00530A"/>
    </a:custClr>
    <a:custClr name="Operations-Dodger Blue">
      <a:srgbClr val="008EFF"/>
    </a:custClr>
    <a:custClr name="Operations-Dark Blue">
      <a:srgbClr val="000088"/>
    </a:custClr>
  </a:custClrLst>
  <a:extLst>
    <a:ext uri="{05A4C25C-085E-4340-85A3-A5531E510DB2}">
      <thm15:themeFamily xmlns:thm15="http://schemas.microsoft.com/office/thememl/2012/main" name="Presentation10" id="{C00EB2C1-B526-F548-AF64-FD10065D7E5F}" vid="{C7D4C087-F6B1-4649-903F-3FEF709D25B8}"/>
    </a:ext>
  </a:extLst>
</a:theme>
</file>

<file path=ppt/theme/theme4.xml><?xml version="1.0" encoding="utf-8"?>
<a:theme xmlns:a="http://schemas.openxmlformats.org/drawingml/2006/main" name="1_Office Theme">
  <a:themeElements>
    <a:clrScheme name="Office Theme">
      <a:dk1>
        <a:sysClr val="windowText" lastClr="000000"/>
      </a:dk1>
      <a:lt1>
        <a:sysClr val="window" lastClr="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AE6F2518-B084-4896-AF52-66CC2144AA26}"/>
    </a:ext>
  </a:extLst>
</a:theme>
</file>

<file path=ppt/theme/theme5.xml><?xml version="1.0" encoding="utf-8"?>
<a:theme xmlns:a="http://schemas.openxmlformats.org/drawingml/2006/main" name="1_Accenture 2025">
  <a:themeElements>
    <a:clrScheme name="Accenture">
      <a:dk1>
        <a:srgbClr val="000000"/>
      </a:dk1>
      <a:lt1>
        <a:srgbClr val="FFFFFF"/>
      </a:lt1>
      <a:dk2>
        <a:srgbClr val="A100FF"/>
      </a:dk2>
      <a:lt2>
        <a:srgbClr val="460073"/>
      </a:lt2>
      <a:accent1>
        <a:srgbClr val="7500C0"/>
      </a:accent1>
      <a:accent2>
        <a:srgbClr val="C2A3FF"/>
      </a:accent2>
      <a:accent3>
        <a:srgbClr val="E6DCFF"/>
      </a:accent3>
      <a:accent4>
        <a:srgbClr val="FF50A0"/>
      </a:accent4>
      <a:accent5>
        <a:srgbClr val="224BFF"/>
      </a:accent5>
      <a:accent6>
        <a:srgbClr val="05F2DB"/>
      </a:accent6>
      <a:hlink>
        <a:srgbClr val="A100FF"/>
      </a:hlink>
      <a:folHlink>
        <a:srgbClr val="7500C0"/>
      </a:folHlink>
    </a:clrScheme>
    <a:fontScheme name="GraphikReg-GraphikSemiB">
      <a:majorFont>
        <a:latin typeface="Graphik-Semibold"/>
        <a:ea typeface=""/>
        <a:cs typeface=""/>
      </a:majorFont>
      <a:minorFont>
        <a:latin typeface="Graphik Regula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tIns="91440" bIns="91440" rtlCol="0" anchor="ctr"/>
      <a:lstStyle>
        <a:defPPr algn="ctr">
          <a:defRPr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28575">
          <a:solidFill>
            <a:schemeClr val="accent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gn="l" defTabSz="228600">
          <a:spcAft>
            <a:spcPts val="1200"/>
          </a:spcAft>
          <a:defRPr noProof="0" dirty="0" smtClean="0"/>
        </a:defPPr>
      </a:lstStyle>
    </a:txDef>
  </a:objectDefaults>
  <a:extraClrSchemeLst/>
  <a:extLst>
    <a:ext uri="{05A4C25C-085E-4340-85A3-A5531E510DB2}">
      <thm15:themeFamily xmlns:thm15="http://schemas.microsoft.com/office/thememl/2012/main" name="FY25-Branding-Guidelines_Graphik_v22_Accessibility" id="{B24F0E14-DE31-5248-A702-F861AB2F5F31}" vid="{E2D4869B-0EAF-0144-9FC0-81C17233BA3E}"/>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e0793d39-0939-496d-b129-198edd916feb}" enabled="0" method="" siteId="{e0793d39-0939-496d-b129-198edd916feb}" removed="1"/>
</clbl:labelList>
</file>

<file path=docProps/app.xml><?xml version="1.0" encoding="utf-8"?>
<Properties xmlns="http://schemas.openxmlformats.org/officeDocument/2006/extended-properties" xmlns:vt="http://schemas.openxmlformats.org/officeDocument/2006/docPropsVTypes">
  <TotalTime>10</TotalTime>
  <Words>118</Words>
  <Application>Microsoft Office PowerPoint</Application>
  <PresentationFormat>Widescreen</PresentationFormat>
  <Paragraphs>29</Paragraphs>
  <Slides>7</Slides>
  <Notes>1</Notes>
  <HiddenSlides>0</HiddenSlides>
  <MMClips>0</MMClips>
  <ScaleCrop>false</ScaleCrop>
  <HeadingPairs>
    <vt:vector size="6" baseType="variant">
      <vt:variant>
        <vt:lpstr>Fonts Used</vt:lpstr>
      </vt:variant>
      <vt:variant>
        <vt:i4>13</vt:i4>
      </vt:variant>
      <vt:variant>
        <vt:lpstr>Theme</vt:lpstr>
      </vt:variant>
      <vt:variant>
        <vt:i4>5</vt:i4>
      </vt:variant>
      <vt:variant>
        <vt:lpstr>Slide Titles</vt:lpstr>
      </vt:variant>
      <vt:variant>
        <vt:i4>7</vt:i4>
      </vt:variant>
    </vt:vector>
  </HeadingPairs>
  <TitlesOfParts>
    <vt:vector size="25" baseType="lpstr">
      <vt:lpstr>Aptos</vt:lpstr>
      <vt:lpstr>Arial</vt:lpstr>
      <vt:lpstr>Calibri</vt:lpstr>
      <vt:lpstr>Calibri Light</vt:lpstr>
      <vt:lpstr>Graphik</vt:lpstr>
      <vt:lpstr>Graphik Black</vt:lpstr>
      <vt:lpstr>Graphik Extralight</vt:lpstr>
      <vt:lpstr>Graphik Medium</vt:lpstr>
      <vt:lpstr>Graphik Regular</vt:lpstr>
      <vt:lpstr>Graphik Semibold</vt:lpstr>
      <vt:lpstr>Graphik-Semibold</vt:lpstr>
      <vt:lpstr>GT Sectra Fine Rg</vt:lpstr>
      <vt:lpstr>System Font</vt:lpstr>
      <vt:lpstr>Accenture 2025</vt:lpstr>
      <vt:lpstr>1_Titles</vt:lpstr>
      <vt:lpstr>Titles</vt:lpstr>
      <vt:lpstr>1_Office Theme</vt:lpstr>
      <vt:lpstr>1_Accenture 2025</vt:lpstr>
      <vt:lpstr>PowerPoint Presentation</vt:lpstr>
      <vt:lpstr>Instructions Reference slide– Remove before submission</vt:lpstr>
      <vt:lpstr>Team details</vt:lpstr>
      <vt:lpstr>Describe the problem statement (200 words)</vt:lpstr>
      <vt:lpstr>Proposed solution (200 words)</vt:lpstr>
      <vt:lpstr>Video</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Tolentino, Ma. Antonette</dc:creator>
  <cp:lastModifiedBy>Gupta, Sumit</cp:lastModifiedBy>
  <cp:revision>3</cp:revision>
  <dcterms:created xsi:type="dcterms:W3CDTF">2026-07-24T04:09:52Z</dcterms:created>
  <dcterms:modified xsi:type="dcterms:W3CDTF">2026-08-12T11:52:50Z</dcterms:modified>
</cp:coreProperties>
</file>